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jpg" ContentType="image/jp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x="12192000" cy="6858000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rgbClr val="F8F8F8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9334500" y="0"/>
            <a:ext cx="2857500" cy="15179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/>
        </p:nvSpPr>
        <p:spPr>
          <a:xfrm>
            <a:off x="0" y="126492"/>
            <a:ext cx="203200" cy="609600"/>
          </a:xfrm>
          <a:custGeom>
            <a:avLst/>
            <a:gdLst/>
            <a:ahLst/>
            <a:cxnLst/>
            <a:rect l="l" t="t" r="r" b="b"/>
            <a:pathLst>
              <a:path w="203200" h="609600">
                <a:moveTo>
                  <a:pt x="0" y="0"/>
                </a:moveTo>
                <a:lnTo>
                  <a:pt x="202692" y="0"/>
                </a:lnTo>
                <a:lnTo>
                  <a:pt x="202692" y="609599"/>
                </a:lnTo>
                <a:lnTo>
                  <a:pt x="0" y="609599"/>
                </a:lnTo>
                <a:lnTo>
                  <a:pt x="0" y="0"/>
                </a:lnTo>
                <a:close/>
              </a:path>
            </a:pathLst>
          </a:custGeom>
          <a:solidFill>
            <a:srgbClr val="20565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rgbClr val="F8F8F8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3332988" y="0"/>
            <a:ext cx="8859520" cy="6858000"/>
          </a:xfrm>
          <a:custGeom>
            <a:avLst/>
            <a:gdLst/>
            <a:ahLst/>
            <a:cxnLst/>
            <a:rect l="l" t="t" r="r" b="b"/>
            <a:pathLst>
              <a:path w="8859520" h="6858000">
                <a:moveTo>
                  <a:pt x="0" y="6858000"/>
                </a:moveTo>
                <a:lnTo>
                  <a:pt x="8859012" y="6858000"/>
                </a:lnTo>
                <a:lnTo>
                  <a:pt x="885901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0" y="0"/>
            <a:ext cx="885825" cy="6858000"/>
          </a:xfrm>
          <a:custGeom>
            <a:avLst/>
            <a:gdLst/>
            <a:ahLst/>
            <a:cxnLst/>
            <a:rect l="l" t="t" r="r" b="b"/>
            <a:pathLst>
              <a:path w="885825" h="6858000">
                <a:moveTo>
                  <a:pt x="0" y="6858000"/>
                </a:moveTo>
                <a:lnTo>
                  <a:pt x="885444" y="6858000"/>
                </a:lnTo>
                <a:lnTo>
                  <a:pt x="885444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/>
        </p:nvSpPr>
        <p:spPr>
          <a:xfrm>
            <a:off x="9334500" y="0"/>
            <a:ext cx="2857500" cy="15179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bk object 19"/>
          <p:cNvSpPr/>
          <p:nvPr/>
        </p:nvSpPr>
        <p:spPr>
          <a:xfrm>
            <a:off x="885444" y="0"/>
            <a:ext cx="2447925" cy="6858000"/>
          </a:xfrm>
          <a:custGeom>
            <a:avLst/>
            <a:gdLst/>
            <a:ahLst/>
            <a:cxnLst/>
            <a:rect l="l" t="t" r="r" b="b"/>
            <a:pathLst>
              <a:path w="2447925" h="6858000">
                <a:moveTo>
                  <a:pt x="0" y="0"/>
                </a:moveTo>
                <a:lnTo>
                  <a:pt x="2447544" y="0"/>
                </a:lnTo>
                <a:lnTo>
                  <a:pt x="2447544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20565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k object 20"/>
          <p:cNvSpPr/>
          <p:nvPr/>
        </p:nvSpPr>
        <p:spPr>
          <a:xfrm>
            <a:off x="827532" y="2106167"/>
            <a:ext cx="2185670" cy="2646045"/>
          </a:xfrm>
          <a:custGeom>
            <a:avLst/>
            <a:gdLst/>
            <a:ahLst/>
            <a:cxnLst/>
            <a:rect l="l" t="t" r="r" b="b"/>
            <a:pathLst>
              <a:path w="2185670" h="2646045">
                <a:moveTo>
                  <a:pt x="0" y="0"/>
                </a:moveTo>
                <a:lnTo>
                  <a:pt x="2185416" y="0"/>
                </a:lnTo>
                <a:lnTo>
                  <a:pt x="2185416" y="2645663"/>
                </a:lnTo>
                <a:lnTo>
                  <a:pt x="0" y="2645663"/>
                </a:lnTo>
                <a:lnTo>
                  <a:pt x="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rgbClr val="F8F8F8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3332988" y="0"/>
            <a:ext cx="8859520" cy="6858000"/>
          </a:xfrm>
          <a:custGeom>
            <a:avLst/>
            <a:gdLst/>
            <a:ahLst/>
            <a:cxnLst/>
            <a:rect l="l" t="t" r="r" b="b"/>
            <a:pathLst>
              <a:path w="8859520" h="6858000">
                <a:moveTo>
                  <a:pt x="0" y="6858000"/>
                </a:moveTo>
                <a:lnTo>
                  <a:pt x="8859012" y="6858000"/>
                </a:lnTo>
                <a:lnTo>
                  <a:pt x="885901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0" y="0"/>
            <a:ext cx="885825" cy="6858000"/>
          </a:xfrm>
          <a:custGeom>
            <a:avLst/>
            <a:gdLst/>
            <a:ahLst/>
            <a:cxnLst/>
            <a:rect l="l" t="t" r="r" b="b"/>
            <a:pathLst>
              <a:path w="885825" h="6858000">
                <a:moveTo>
                  <a:pt x="0" y="6858000"/>
                </a:moveTo>
                <a:lnTo>
                  <a:pt x="885444" y="6858000"/>
                </a:lnTo>
                <a:lnTo>
                  <a:pt x="885444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/>
        </p:nvSpPr>
        <p:spPr>
          <a:xfrm>
            <a:off x="9334500" y="0"/>
            <a:ext cx="2857500" cy="15179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bk object 19"/>
          <p:cNvSpPr/>
          <p:nvPr/>
        </p:nvSpPr>
        <p:spPr>
          <a:xfrm>
            <a:off x="885444" y="0"/>
            <a:ext cx="2447925" cy="6858000"/>
          </a:xfrm>
          <a:custGeom>
            <a:avLst/>
            <a:gdLst/>
            <a:ahLst/>
            <a:cxnLst/>
            <a:rect l="l" t="t" r="r" b="b"/>
            <a:pathLst>
              <a:path w="2447925" h="6858000">
                <a:moveTo>
                  <a:pt x="0" y="0"/>
                </a:moveTo>
                <a:lnTo>
                  <a:pt x="2447544" y="0"/>
                </a:lnTo>
                <a:lnTo>
                  <a:pt x="2447544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20565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k object 20"/>
          <p:cNvSpPr/>
          <p:nvPr/>
        </p:nvSpPr>
        <p:spPr>
          <a:xfrm>
            <a:off x="827532" y="2106167"/>
            <a:ext cx="2185670" cy="2646045"/>
          </a:xfrm>
          <a:custGeom>
            <a:avLst/>
            <a:gdLst/>
            <a:ahLst/>
            <a:cxnLst/>
            <a:rect l="l" t="t" r="r" b="b"/>
            <a:pathLst>
              <a:path w="2185670" h="2646045">
                <a:moveTo>
                  <a:pt x="0" y="0"/>
                </a:moveTo>
                <a:lnTo>
                  <a:pt x="2185416" y="0"/>
                </a:lnTo>
                <a:lnTo>
                  <a:pt x="2185416" y="2645663"/>
                </a:lnTo>
                <a:lnTo>
                  <a:pt x="0" y="2645663"/>
                </a:lnTo>
                <a:lnTo>
                  <a:pt x="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9334500" y="0"/>
            <a:ext cx="2857500" cy="151790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318596" y="2584742"/>
            <a:ext cx="3554806" cy="939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rgbClr val="F8F8F8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1225" y="1377340"/>
            <a:ext cx="10369549" cy="1397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bg1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jp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9334500" y="0"/>
            <a:ext cx="2857500" cy="15179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327403" y="2189988"/>
            <a:ext cx="9674860" cy="1781810"/>
          </a:xfrm>
          <a:custGeom>
            <a:avLst/>
            <a:gdLst/>
            <a:ahLst/>
            <a:cxnLst/>
            <a:rect l="l" t="t" r="r" b="b"/>
            <a:pathLst>
              <a:path w="9674860" h="1781810">
                <a:moveTo>
                  <a:pt x="0" y="0"/>
                </a:moveTo>
                <a:lnTo>
                  <a:pt x="9674352" y="0"/>
                </a:lnTo>
                <a:lnTo>
                  <a:pt x="9674352" y="1781556"/>
                </a:lnTo>
                <a:lnTo>
                  <a:pt x="0" y="1781556"/>
                </a:lnTo>
                <a:lnTo>
                  <a:pt x="0" y="0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834639" y="2574035"/>
            <a:ext cx="6659880" cy="1015365"/>
          </a:xfrm>
          <a:custGeom>
            <a:avLst/>
            <a:gdLst/>
            <a:ahLst/>
            <a:cxnLst/>
            <a:rect l="l" t="t" r="r" b="b"/>
            <a:pathLst>
              <a:path w="6659880" h="1015364">
                <a:moveTo>
                  <a:pt x="0" y="0"/>
                </a:moveTo>
                <a:lnTo>
                  <a:pt x="6659879" y="0"/>
                </a:lnTo>
                <a:lnTo>
                  <a:pt x="6659879" y="1014984"/>
                </a:lnTo>
                <a:lnTo>
                  <a:pt x="0" y="1014984"/>
                </a:lnTo>
                <a:lnTo>
                  <a:pt x="0" y="0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913557" y="2562339"/>
            <a:ext cx="6502400" cy="9398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流程控制-循环语句</a:t>
            </a:r>
          </a:p>
        </p:txBody>
      </p:sp>
      <p:sp>
        <p:nvSpPr>
          <p:cNvPr id="7" name="object 7"/>
          <p:cNvSpPr/>
          <p:nvPr/>
        </p:nvSpPr>
        <p:spPr>
          <a:xfrm>
            <a:off x="281368" y="990955"/>
            <a:ext cx="1097915" cy="1085215"/>
          </a:xfrm>
          <a:custGeom>
            <a:avLst/>
            <a:gdLst/>
            <a:ahLst/>
            <a:cxnLst/>
            <a:rect l="l" t="t" r="r" b="b"/>
            <a:pathLst>
              <a:path w="1097915" h="1085214">
                <a:moveTo>
                  <a:pt x="1097876" y="1085113"/>
                </a:moveTo>
                <a:lnTo>
                  <a:pt x="0" y="807783"/>
                </a:lnTo>
                <a:lnTo>
                  <a:pt x="788009" y="0"/>
                </a:lnTo>
                <a:lnTo>
                  <a:pt x="792013" y="14020"/>
                </a:lnTo>
                <a:lnTo>
                  <a:pt x="778802" y="14020"/>
                </a:lnTo>
                <a:lnTo>
                  <a:pt x="781806" y="24543"/>
                </a:lnTo>
                <a:lnTo>
                  <a:pt x="27121" y="798169"/>
                </a:lnTo>
                <a:lnTo>
                  <a:pt x="13792" y="798169"/>
                </a:lnTo>
                <a:lnTo>
                  <a:pt x="16789" y="808761"/>
                </a:lnTo>
                <a:lnTo>
                  <a:pt x="55722" y="808761"/>
                </a:lnTo>
                <a:lnTo>
                  <a:pt x="1079610" y="1067402"/>
                </a:lnTo>
                <a:lnTo>
                  <a:pt x="1082636" y="1078001"/>
                </a:lnTo>
                <a:lnTo>
                  <a:pt x="1095845" y="1078001"/>
                </a:lnTo>
                <a:lnTo>
                  <a:pt x="1097876" y="1085113"/>
                </a:lnTo>
                <a:close/>
              </a:path>
              <a:path w="1097915" h="1085214">
                <a:moveTo>
                  <a:pt x="781806" y="24543"/>
                </a:moveTo>
                <a:lnTo>
                  <a:pt x="778802" y="14020"/>
                </a:lnTo>
                <a:lnTo>
                  <a:pt x="789457" y="16700"/>
                </a:lnTo>
                <a:lnTo>
                  <a:pt x="781806" y="24543"/>
                </a:lnTo>
                <a:close/>
              </a:path>
              <a:path w="1097915" h="1085214">
                <a:moveTo>
                  <a:pt x="1095845" y="1078001"/>
                </a:moveTo>
                <a:lnTo>
                  <a:pt x="1082636" y="1078001"/>
                </a:lnTo>
                <a:lnTo>
                  <a:pt x="1090295" y="1070102"/>
                </a:lnTo>
                <a:lnTo>
                  <a:pt x="1079610" y="1067402"/>
                </a:lnTo>
                <a:lnTo>
                  <a:pt x="781806" y="24543"/>
                </a:lnTo>
                <a:lnTo>
                  <a:pt x="789457" y="16700"/>
                </a:lnTo>
                <a:lnTo>
                  <a:pt x="778802" y="14020"/>
                </a:lnTo>
                <a:lnTo>
                  <a:pt x="792013" y="14020"/>
                </a:lnTo>
                <a:lnTo>
                  <a:pt x="1095845" y="1078001"/>
                </a:lnTo>
                <a:close/>
              </a:path>
              <a:path w="1097915" h="1085214">
                <a:moveTo>
                  <a:pt x="16789" y="808761"/>
                </a:moveTo>
                <a:lnTo>
                  <a:pt x="13792" y="798169"/>
                </a:lnTo>
                <a:lnTo>
                  <a:pt x="24486" y="800871"/>
                </a:lnTo>
                <a:lnTo>
                  <a:pt x="16789" y="808761"/>
                </a:lnTo>
                <a:close/>
              </a:path>
              <a:path w="1097915" h="1085214">
                <a:moveTo>
                  <a:pt x="24486" y="800871"/>
                </a:moveTo>
                <a:lnTo>
                  <a:pt x="13792" y="798169"/>
                </a:lnTo>
                <a:lnTo>
                  <a:pt x="27121" y="798169"/>
                </a:lnTo>
                <a:lnTo>
                  <a:pt x="24486" y="800871"/>
                </a:lnTo>
                <a:close/>
              </a:path>
              <a:path w="1097915" h="1085214">
                <a:moveTo>
                  <a:pt x="55722" y="808761"/>
                </a:moveTo>
                <a:lnTo>
                  <a:pt x="16789" y="808761"/>
                </a:lnTo>
                <a:lnTo>
                  <a:pt x="24486" y="800871"/>
                </a:lnTo>
                <a:lnTo>
                  <a:pt x="55722" y="808761"/>
                </a:lnTo>
                <a:close/>
              </a:path>
              <a:path w="1097915" h="1085214">
                <a:moveTo>
                  <a:pt x="1082636" y="1078001"/>
                </a:moveTo>
                <a:lnTo>
                  <a:pt x="1079610" y="1067402"/>
                </a:lnTo>
                <a:lnTo>
                  <a:pt x="1090295" y="1070102"/>
                </a:lnTo>
                <a:lnTo>
                  <a:pt x="1082636" y="1078001"/>
                </a:lnTo>
                <a:close/>
              </a:path>
            </a:pathLst>
          </a:custGeom>
          <a:solidFill>
            <a:srgbClr val="253A2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355775" y="204177"/>
            <a:ext cx="1704975" cy="1703070"/>
          </a:xfrm>
          <a:custGeom>
            <a:avLst/>
            <a:gdLst/>
            <a:ahLst/>
            <a:cxnLst/>
            <a:rect l="l" t="t" r="r" b="b"/>
            <a:pathLst>
              <a:path w="1704975" h="1703070">
                <a:moveTo>
                  <a:pt x="456120" y="1702625"/>
                </a:moveTo>
                <a:lnTo>
                  <a:pt x="0" y="0"/>
                </a:lnTo>
                <a:lnTo>
                  <a:pt x="27638" y="7289"/>
                </a:lnTo>
                <a:lnTo>
                  <a:pt x="15100" y="7289"/>
                </a:lnTo>
                <a:lnTo>
                  <a:pt x="7353" y="15074"/>
                </a:lnTo>
                <a:lnTo>
                  <a:pt x="17933" y="17865"/>
                </a:lnTo>
                <a:lnTo>
                  <a:pt x="462677" y="1678042"/>
                </a:lnTo>
                <a:lnTo>
                  <a:pt x="454901" y="1685848"/>
                </a:lnTo>
                <a:lnTo>
                  <a:pt x="465531" y="1688693"/>
                </a:lnTo>
                <a:lnTo>
                  <a:pt x="469998" y="1688693"/>
                </a:lnTo>
                <a:lnTo>
                  <a:pt x="456120" y="1702625"/>
                </a:lnTo>
                <a:close/>
              </a:path>
              <a:path w="1704975" h="1703070">
                <a:moveTo>
                  <a:pt x="17933" y="17865"/>
                </a:moveTo>
                <a:lnTo>
                  <a:pt x="7353" y="15074"/>
                </a:lnTo>
                <a:lnTo>
                  <a:pt x="15100" y="7289"/>
                </a:lnTo>
                <a:lnTo>
                  <a:pt x="17933" y="17865"/>
                </a:lnTo>
                <a:close/>
              </a:path>
              <a:path w="1704975" h="1703070">
                <a:moveTo>
                  <a:pt x="1679822" y="456207"/>
                </a:moveTo>
                <a:lnTo>
                  <a:pt x="17933" y="17865"/>
                </a:lnTo>
                <a:lnTo>
                  <a:pt x="15100" y="7289"/>
                </a:lnTo>
                <a:lnTo>
                  <a:pt x="27638" y="7289"/>
                </a:lnTo>
                <a:lnTo>
                  <a:pt x="1700044" y="448398"/>
                </a:lnTo>
                <a:lnTo>
                  <a:pt x="1687601" y="448398"/>
                </a:lnTo>
                <a:lnTo>
                  <a:pt x="1679822" y="456207"/>
                </a:lnTo>
                <a:close/>
              </a:path>
              <a:path w="1704975" h="1703070">
                <a:moveTo>
                  <a:pt x="1690471" y="459016"/>
                </a:moveTo>
                <a:lnTo>
                  <a:pt x="1679822" y="456207"/>
                </a:lnTo>
                <a:lnTo>
                  <a:pt x="1687601" y="448398"/>
                </a:lnTo>
                <a:lnTo>
                  <a:pt x="1690471" y="459016"/>
                </a:lnTo>
                <a:close/>
              </a:path>
              <a:path w="1704975" h="1703070">
                <a:moveTo>
                  <a:pt x="1694940" y="459016"/>
                </a:moveTo>
                <a:lnTo>
                  <a:pt x="1690471" y="459016"/>
                </a:lnTo>
                <a:lnTo>
                  <a:pt x="1687601" y="448398"/>
                </a:lnTo>
                <a:lnTo>
                  <a:pt x="1700044" y="448398"/>
                </a:lnTo>
                <a:lnTo>
                  <a:pt x="1704378" y="449541"/>
                </a:lnTo>
                <a:lnTo>
                  <a:pt x="1694940" y="459016"/>
                </a:lnTo>
                <a:close/>
              </a:path>
              <a:path w="1704975" h="1703070">
                <a:moveTo>
                  <a:pt x="469998" y="1688693"/>
                </a:moveTo>
                <a:lnTo>
                  <a:pt x="465531" y="1688693"/>
                </a:lnTo>
                <a:lnTo>
                  <a:pt x="462677" y="1678042"/>
                </a:lnTo>
                <a:lnTo>
                  <a:pt x="1679822" y="456207"/>
                </a:lnTo>
                <a:lnTo>
                  <a:pt x="1690471" y="459016"/>
                </a:lnTo>
                <a:lnTo>
                  <a:pt x="1694940" y="459016"/>
                </a:lnTo>
                <a:lnTo>
                  <a:pt x="469998" y="1688693"/>
                </a:lnTo>
                <a:close/>
              </a:path>
              <a:path w="1704975" h="1703070">
                <a:moveTo>
                  <a:pt x="465531" y="1688693"/>
                </a:moveTo>
                <a:lnTo>
                  <a:pt x="454901" y="1685848"/>
                </a:lnTo>
                <a:lnTo>
                  <a:pt x="462677" y="1678042"/>
                </a:lnTo>
                <a:lnTo>
                  <a:pt x="465531" y="1688693"/>
                </a:lnTo>
                <a:close/>
              </a:path>
            </a:pathLst>
          </a:custGeom>
          <a:solidFill>
            <a:srgbClr val="253A2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0460990" y="4259198"/>
            <a:ext cx="1703705" cy="1703705"/>
          </a:xfrm>
          <a:custGeom>
            <a:avLst/>
            <a:gdLst/>
            <a:ahLst/>
            <a:cxnLst/>
            <a:rect l="l" t="t" r="r" b="b"/>
            <a:pathLst>
              <a:path w="1703704" h="1703704">
                <a:moveTo>
                  <a:pt x="452818" y="1703501"/>
                </a:moveTo>
                <a:lnTo>
                  <a:pt x="0" y="0"/>
                </a:lnTo>
                <a:lnTo>
                  <a:pt x="27566" y="7327"/>
                </a:lnTo>
                <a:lnTo>
                  <a:pt x="15074" y="7327"/>
                </a:lnTo>
                <a:lnTo>
                  <a:pt x="7315" y="15087"/>
                </a:lnTo>
                <a:lnTo>
                  <a:pt x="17884" y="17897"/>
                </a:lnTo>
                <a:lnTo>
                  <a:pt x="459432" y="1678930"/>
                </a:lnTo>
                <a:lnTo>
                  <a:pt x="451637" y="1686725"/>
                </a:lnTo>
                <a:lnTo>
                  <a:pt x="462267" y="1689595"/>
                </a:lnTo>
                <a:lnTo>
                  <a:pt x="466725" y="1689595"/>
                </a:lnTo>
                <a:lnTo>
                  <a:pt x="452818" y="1703501"/>
                </a:lnTo>
                <a:close/>
              </a:path>
              <a:path w="1703704" h="1703704">
                <a:moveTo>
                  <a:pt x="17884" y="17897"/>
                </a:moveTo>
                <a:lnTo>
                  <a:pt x="7315" y="15087"/>
                </a:lnTo>
                <a:lnTo>
                  <a:pt x="15074" y="7327"/>
                </a:lnTo>
                <a:lnTo>
                  <a:pt x="17884" y="17897"/>
                </a:lnTo>
                <a:close/>
              </a:path>
              <a:path w="1703704" h="1703704">
                <a:moveTo>
                  <a:pt x="1678927" y="459447"/>
                </a:moveTo>
                <a:lnTo>
                  <a:pt x="17884" y="17897"/>
                </a:lnTo>
                <a:lnTo>
                  <a:pt x="15074" y="7327"/>
                </a:lnTo>
                <a:lnTo>
                  <a:pt x="27566" y="7327"/>
                </a:lnTo>
                <a:lnTo>
                  <a:pt x="1699045" y="451650"/>
                </a:lnTo>
                <a:lnTo>
                  <a:pt x="1686725" y="451650"/>
                </a:lnTo>
                <a:lnTo>
                  <a:pt x="1678927" y="459447"/>
                </a:lnTo>
                <a:close/>
              </a:path>
              <a:path w="1703704" h="1703704">
                <a:moveTo>
                  <a:pt x="1689582" y="462279"/>
                </a:moveTo>
                <a:lnTo>
                  <a:pt x="1678927" y="459447"/>
                </a:lnTo>
                <a:lnTo>
                  <a:pt x="1686725" y="451650"/>
                </a:lnTo>
                <a:lnTo>
                  <a:pt x="1689582" y="462279"/>
                </a:lnTo>
                <a:close/>
              </a:path>
              <a:path w="1703704" h="1703704">
                <a:moveTo>
                  <a:pt x="1694040" y="462279"/>
                </a:moveTo>
                <a:lnTo>
                  <a:pt x="1689582" y="462279"/>
                </a:lnTo>
                <a:lnTo>
                  <a:pt x="1686725" y="451650"/>
                </a:lnTo>
                <a:lnTo>
                  <a:pt x="1699045" y="451650"/>
                </a:lnTo>
                <a:lnTo>
                  <a:pt x="1703489" y="452831"/>
                </a:lnTo>
                <a:lnTo>
                  <a:pt x="1694040" y="462279"/>
                </a:lnTo>
                <a:close/>
              </a:path>
              <a:path w="1703704" h="1703704">
                <a:moveTo>
                  <a:pt x="466725" y="1689595"/>
                </a:moveTo>
                <a:lnTo>
                  <a:pt x="462267" y="1689595"/>
                </a:lnTo>
                <a:lnTo>
                  <a:pt x="459432" y="1678930"/>
                </a:lnTo>
                <a:lnTo>
                  <a:pt x="1678927" y="459447"/>
                </a:lnTo>
                <a:lnTo>
                  <a:pt x="1689582" y="462279"/>
                </a:lnTo>
                <a:lnTo>
                  <a:pt x="1694040" y="462279"/>
                </a:lnTo>
                <a:lnTo>
                  <a:pt x="466725" y="1689595"/>
                </a:lnTo>
                <a:close/>
              </a:path>
              <a:path w="1703704" h="1703704">
                <a:moveTo>
                  <a:pt x="462267" y="1689595"/>
                </a:moveTo>
                <a:lnTo>
                  <a:pt x="451637" y="1686725"/>
                </a:lnTo>
                <a:lnTo>
                  <a:pt x="459432" y="1678930"/>
                </a:lnTo>
                <a:lnTo>
                  <a:pt x="462267" y="1689595"/>
                </a:lnTo>
                <a:close/>
              </a:path>
            </a:pathLst>
          </a:custGeom>
          <a:solidFill>
            <a:srgbClr val="253A2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1038649" y="5771337"/>
            <a:ext cx="965200" cy="961390"/>
          </a:xfrm>
          <a:custGeom>
            <a:avLst/>
            <a:gdLst/>
            <a:ahLst/>
            <a:cxnLst/>
            <a:rect l="l" t="t" r="r" b="b"/>
            <a:pathLst>
              <a:path w="965200" h="961390">
                <a:moveTo>
                  <a:pt x="964603" y="960780"/>
                </a:moveTo>
                <a:lnTo>
                  <a:pt x="0" y="702322"/>
                </a:lnTo>
                <a:lnTo>
                  <a:pt x="705116" y="0"/>
                </a:lnTo>
                <a:lnTo>
                  <a:pt x="708865" y="13881"/>
                </a:lnTo>
                <a:lnTo>
                  <a:pt x="695706" y="13881"/>
                </a:lnTo>
                <a:lnTo>
                  <a:pt x="698562" y="24456"/>
                </a:lnTo>
                <a:lnTo>
                  <a:pt x="27461" y="692899"/>
                </a:lnTo>
                <a:lnTo>
                  <a:pt x="13931" y="692899"/>
                </a:lnTo>
                <a:lnTo>
                  <a:pt x="16776" y="703541"/>
                </a:lnTo>
                <a:lnTo>
                  <a:pt x="53649" y="703541"/>
                </a:lnTo>
                <a:lnTo>
                  <a:pt x="946591" y="942814"/>
                </a:lnTo>
                <a:lnTo>
                  <a:pt x="949464" y="953452"/>
                </a:lnTo>
                <a:lnTo>
                  <a:pt x="962623" y="953452"/>
                </a:lnTo>
                <a:lnTo>
                  <a:pt x="964603" y="960780"/>
                </a:lnTo>
                <a:close/>
              </a:path>
              <a:path w="965200" h="961390">
                <a:moveTo>
                  <a:pt x="698562" y="24456"/>
                </a:moveTo>
                <a:lnTo>
                  <a:pt x="695706" y="13881"/>
                </a:lnTo>
                <a:lnTo>
                  <a:pt x="706323" y="16725"/>
                </a:lnTo>
                <a:lnTo>
                  <a:pt x="698562" y="24456"/>
                </a:lnTo>
                <a:close/>
              </a:path>
              <a:path w="965200" h="961390">
                <a:moveTo>
                  <a:pt x="962623" y="953452"/>
                </a:moveTo>
                <a:lnTo>
                  <a:pt x="949464" y="953452"/>
                </a:lnTo>
                <a:lnTo>
                  <a:pt x="957237" y="945667"/>
                </a:lnTo>
                <a:lnTo>
                  <a:pt x="946591" y="942814"/>
                </a:lnTo>
                <a:lnTo>
                  <a:pt x="698562" y="24456"/>
                </a:lnTo>
                <a:lnTo>
                  <a:pt x="706323" y="16725"/>
                </a:lnTo>
                <a:lnTo>
                  <a:pt x="695706" y="13881"/>
                </a:lnTo>
                <a:lnTo>
                  <a:pt x="708865" y="13881"/>
                </a:lnTo>
                <a:lnTo>
                  <a:pt x="962623" y="953452"/>
                </a:lnTo>
                <a:close/>
              </a:path>
              <a:path w="965200" h="961390">
                <a:moveTo>
                  <a:pt x="16776" y="703541"/>
                </a:moveTo>
                <a:lnTo>
                  <a:pt x="13931" y="692899"/>
                </a:lnTo>
                <a:lnTo>
                  <a:pt x="24593" y="695756"/>
                </a:lnTo>
                <a:lnTo>
                  <a:pt x="16776" y="703541"/>
                </a:lnTo>
                <a:close/>
              </a:path>
              <a:path w="965200" h="961390">
                <a:moveTo>
                  <a:pt x="24593" y="695756"/>
                </a:moveTo>
                <a:lnTo>
                  <a:pt x="13931" y="692899"/>
                </a:lnTo>
                <a:lnTo>
                  <a:pt x="27461" y="692899"/>
                </a:lnTo>
                <a:lnTo>
                  <a:pt x="24593" y="695756"/>
                </a:lnTo>
                <a:close/>
              </a:path>
              <a:path w="965200" h="961390">
                <a:moveTo>
                  <a:pt x="53649" y="703541"/>
                </a:moveTo>
                <a:lnTo>
                  <a:pt x="16776" y="703541"/>
                </a:lnTo>
                <a:lnTo>
                  <a:pt x="24593" y="695756"/>
                </a:lnTo>
                <a:lnTo>
                  <a:pt x="53649" y="703541"/>
                </a:lnTo>
                <a:close/>
              </a:path>
              <a:path w="965200" h="961390">
                <a:moveTo>
                  <a:pt x="949464" y="953452"/>
                </a:moveTo>
                <a:lnTo>
                  <a:pt x="946591" y="942814"/>
                </a:lnTo>
                <a:lnTo>
                  <a:pt x="957237" y="945667"/>
                </a:lnTo>
                <a:lnTo>
                  <a:pt x="949464" y="953452"/>
                </a:lnTo>
                <a:close/>
              </a:path>
            </a:pathLst>
          </a:custGeom>
          <a:solidFill>
            <a:srgbClr val="253A27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2"/>
            <a:ext cx="203200" cy="609600"/>
          </a:xfrm>
          <a:custGeom>
            <a:avLst/>
            <a:gdLst/>
            <a:ahLst/>
            <a:cxnLst/>
            <a:rect l="l" t="t" r="r" b="b"/>
            <a:pathLst>
              <a:path w="203200" h="609600">
                <a:moveTo>
                  <a:pt x="0" y="0"/>
                </a:moveTo>
                <a:lnTo>
                  <a:pt x="202692" y="0"/>
                </a:lnTo>
                <a:lnTo>
                  <a:pt x="202692" y="609599"/>
                </a:lnTo>
                <a:lnTo>
                  <a:pt x="0" y="609599"/>
                </a:lnTo>
                <a:lnTo>
                  <a:pt x="0" y="0"/>
                </a:lnTo>
                <a:close/>
              </a:path>
            </a:pathLst>
          </a:custGeom>
          <a:solidFill>
            <a:srgbClr val="20565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1940" y="217411"/>
            <a:ext cx="124841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课前回</a:t>
            </a:r>
            <a:r>
              <a:rPr dirty="0" sz="2400" spc="-10" b="1">
                <a:solidFill>
                  <a:srgbClr val="2E5B50"/>
                </a:solidFill>
                <a:latin typeface="宋体"/>
                <a:cs typeface="宋体"/>
              </a:rPr>
              <a:t>顾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96468" y="1918716"/>
            <a:ext cx="10799445" cy="3251200"/>
          </a:xfrm>
          <a:custGeom>
            <a:avLst/>
            <a:gdLst/>
            <a:ahLst/>
            <a:cxnLst/>
            <a:rect l="l" t="t" r="r" b="b"/>
            <a:pathLst>
              <a:path w="10799445" h="3251200">
                <a:moveTo>
                  <a:pt x="10258043" y="3250691"/>
                </a:moveTo>
                <a:lnTo>
                  <a:pt x="541019" y="3250691"/>
                </a:lnTo>
                <a:lnTo>
                  <a:pt x="494311" y="3248678"/>
                </a:lnTo>
                <a:lnTo>
                  <a:pt x="448704" y="3242798"/>
                </a:lnTo>
                <a:lnTo>
                  <a:pt x="404360" y="3233212"/>
                </a:lnTo>
                <a:lnTo>
                  <a:pt x="361443" y="3220084"/>
                </a:lnTo>
                <a:lnTo>
                  <a:pt x="320117" y="3203575"/>
                </a:lnTo>
                <a:lnTo>
                  <a:pt x="280545" y="3183846"/>
                </a:lnTo>
                <a:lnTo>
                  <a:pt x="242889" y="3161061"/>
                </a:lnTo>
                <a:lnTo>
                  <a:pt x="207314" y="3135380"/>
                </a:lnTo>
                <a:lnTo>
                  <a:pt x="173983" y="3106967"/>
                </a:lnTo>
                <a:lnTo>
                  <a:pt x="143059" y="3075982"/>
                </a:lnTo>
                <a:lnTo>
                  <a:pt x="114705" y="3042589"/>
                </a:lnTo>
                <a:lnTo>
                  <a:pt x="89084" y="3006948"/>
                </a:lnTo>
                <a:lnTo>
                  <a:pt x="66360" y="2969222"/>
                </a:lnTo>
                <a:lnTo>
                  <a:pt x="46697" y="2929572"/>
                </a:lnTo>
                <a:lnTo>
                  <a:pt x="30257" y="2888162"/>
                </a:lnTo>
                <a:lnTo>
                  <a:pt x="17204" y="2845152"/>
                </a:lnTo>
                <a:lnTo>
                  <a:pt x="7701" y="2800705"/>
                </a:lnTo>
                <a:lnTo>
                  <a:pt x="1912" y="2754983"/>
                </a:lnTo>
                <a:lnTo>
                  <a:pt x="0" y="2708147"/>
                </a:lnTo>
                <a:lnTo>
                  <a:pt x="0" y="541019"/>
                </a:lnTo>
                <a:lnTo>
                  <a:pt x="1912" y="494365"/>
                </a:lnTo>
                <a:lnTo>
                  <a:pt x="7701" y="448804"/>
                </a:lnTo>
                <a:lnTo>
                  <a:pt x="17204" y="404502"/>
                </a:lnTo>
                <a:lnTo>
                  <a:pt x="30257" y="361621"/>
                </a:lnTo>
                <a:lnTo>
                  <a:pt x="46697" y="320324"/>
                </a:lnTo>
                <a:lnTo>
                  <a:pt x="66360" y="280775"/>
                </a:lnTo>
                <a:lnTo>
                  <a:pt x="89084" y="243138"/>
                </a:lnTo>
                <a:lnTo>
                  <a:pt x="114705" y="207574"/>
                </a:lnTo>
                <a:lnTo>
                  <a:pt x="143059" y="174249"/>
                </a:lnTo>
                <a:lnTo>
                  <a:pt x="173983" y="143325"/>
                </a:lnTo>
                <a:lnTo>
                  <a:pt x="207314" y="114965"/>
                </a:lnTo>
                <a:lnTo>
                  <a:pt x="242889" y="89332"/>
                </a:lnTo>
                <a:lnTo>
                  <a:pt x="280545" y="66591"/>
                </a:lnTo>
                <a:lnTo>
                  <a:pt x="320117" y="46904"/>
                </a:lnTo>
                <a:lnTo>
                  <a:pt x="361443" y="30435"/>
                </a:lnTo>
                <a:lnTo>
                  <a:pt x="404360" y="17346"/>
                </a:lnTo>
                <a:lnTo>
                  <a:pt x="448704" y="7802"/>
                </a:lnTo>
                <a:lnTo>
                  <a:pt x="494311" y="1965"/>
                </a:lnTo>
                <a:lnTo>
                  <a:pt x="541019" y="0"/>
                </a:lnTo>
                <a:lnTo>
                  <a:pt x="10258043" y="0"/>
                </a:lnTo>
                <a:lnTo>
                  <a:pt x="10304752" y="1965"/>
                </a:lnTo>
                <a:lnTo>
                  <a:pt x="10350359" y="7802"/>
                </a:lnTo>
                <a:lnTo>
                  <a:pt x="10394703" y="17346"/>
                </a:lnTo>
                <a:lnTo>
                  <a:pt x="10437620" y="30435"/>
                </a:lnTo>
                <a:lnTo>
                  <a:pt x="10478946" y="46904"/>
                </a:lnTo>
                <a:lnTo>
                  <a:pt x="10518518" y="66591"/>
                </a:lnTo>
                <a:lnTo>
                  <a:pt x="10556174" y="89332"/>
                </a:lnTo>
                <a:lnTo>
                  <a:pt x="10591749" y="114965"/>
                </a:lnTo>
                <a:lnTo>
                  <a:pt x="10625080" y="143325"/>
                </a:lnTo>
                <a:lnTo>
                  <a:pt x="10656004" y="174249"/>
                </a:lnTo>
                <a:lnTo>
                  <a:pt x="10684358" y="207574"/>
                </a:lnTo>
                <a:lnTo>
                  <a:pt x="10709979" y="243138"/>
                </a:lnTo>
                <a:lnTo>
                  <a:pt x="10732703" y="280775"/>
                </a:lnTo>
                <a:lnTo>
                  <a:pt x="10752366" y="320324"/>
                </a:lnTo>
                <a:lnTo>
                  <a:pt x="10768806" y="361621"/>
                </a:lnTo>
                <a:lnTo>
                  <a:pt x="10781859" y="404502"/>
                </a:lnTo>
                <a:lnTo>
                  <a:pt x="10791362" y="448804"/>
                </a:lnTo>
                <a:lnTo>
                  <a:pt x="10797151" y="494365"/>
                </a:lnTo>
                <a:lnTo>
                  <a:pt x="10799064" y="541019"/>
                </a:lnTo>
                <a:lnTo>
                  <a:pt x="10799064" y="2708147"/>
                </a:lnTo>
                <a:lnTo>
                  <a:pt x="10797151" y="2754983"/>
                </a:lnTo>
                <a:lnTo>
                  <a:pt x="10791362" y="2800705"/>
                </a:lnTo>
                <a:lnTo>
                  <a:pt x="10781859" y="2845152"/>
                </a:lnTo>
                <a:lnTo>
                  <a:pt x="10768806" y="2888162"/>
                </a:lnTo>
                <a:lnTo>
                  <a:pt x="10752366" y="2929572"/>
                </a:lnTo>
                <a:lnTo>
                  <a:pt x="10732703" y="2969222"/>
                </a:lnTo>
                <a:lnTo>
                  <a:pt x="10709979" y="3006948"/>
                </a:lnTo>
                <a:lnTo>
                  <a:pt x="10684358" y="3042589"/>
                </a:lnTo>
                <a:lnTo>
                  <a:pt x="10656004" y="3075982"/>
                </a:lnTo>
                <a:lnTo>
                  <a:pt x="10625080" y="3106967"/>
                </a:lnTo>
                <a:lnTo>
                  <a:pt x="10591749" y="3135380"/>
                </a:lnTo>
                <a:lnTo>
                  <a:pt x="10556174" y="3161061"/>
                </a:lnTo>
                <a:lnTo>
                  <a:pt x="10518518" y="3183846"/>
                </a:lnTo>
                <a:lnTo>
                  <a:pt x="10478946" y="3203575"/>
                </a:lnTo>
                <a:lnTo>
                  <a:pt x="10437620" y="3220084"/>
                </a:lnTo>
                <a:lnTo>
                  <a:pt x="10394703" y="3233212"/>
                </a:lnTo>
                <a:lnTo>
                  <a:pt x="10350359" y="3242798"/>
                </a:lnTo>
                <a:lnTo>
                  <a:pt x="10304752" y="3248678"/>
                </a:lnTo>
                <a:lnTo>
                  <a:pt x="10258043" y="325069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89609" y="1912213"/>
            <a:ext cx="10812780" cy="3251200"/>
          </a:xfrm>
          <a:custGeom>
            <a:avLst/>
            <a:gdLst/>
            <a:ahLst/>
            <a:cxnLst/>
            <a:rect l="l" t="t" r="r" b="b"/>
            <a:pathLst>
              <a:path w="10812780" h="3251200">
                <a:moveTo>
                  <a:pt x="10388422" y="12700"/>
                </a:moveTo>
                <a:lnTo>
                  <a:pt x="424357" y="12700"/>
                </a:lnTo>
                <a:lnTo>
                  <a:pt x="437680" y="0"/>
                </a:lnTo>
                <a:lnTo>
                  <a:pt x="10375099" y="0"/>
                </a:lnTo>
                <a:lnTo>
                  <a:pt x="10388422" y="12700"/>
                </a:lnTo>
                <a:close/>
              </a:path>
              <a:path w="10812780" h="3251200">
                <a:moveTo>
                  <a:pt x="427139" y="25400"/>
                </a:moveTo>
                <a:lnTo>
                  <a:pt x="372338" y="25400"/>
                </a:lnTo>
                <a:lnTo>
                  <a:pt x="385140" y="12700"/>
                </a:lnTo>
                <a:lnTo>
                  <a:pt x="440296" y="12700"/>
                </a:lnTo>
                <a:lnTo>
                  <a:pt x="427139" y="25400"/>
                </a:lnTo>
                <a:close/>
              </a:path>
              <a:path w="10812780" h="3251200">
                <a:moveTo>
                  <a:pt x="10440441" y="25400"/>
                </a:moveTo>
                <a:lnTo>
                  <a:pt x="10385640" y="25400"/>
                </a:lnTo>
                <a:lnTo>
                  <a:pt x="10372471" y="12700"/>
                </a:lnTo>
                <a:lnTo>
                  <a:pt x="10427639" y="12700"/>
                </a:lnTo>
                <a:lnTo>
                  <a:pt x="10440441" y="25400"/>
                </a:lnTo>
                <a:close/>
              </a:path>
              <a:path w="10812780" h="3251200">
                <a:moveTo>
                  <a:pt x="376339" y="38100"/>
                </a:moveTo>
                <a:lnTo>
                  <a:pt x="334772" y="38100"/>
                </a:lnTo>
                <a:lnTo>
                  <a:pt x="347154" y="25400"/>
                </a:lnTo>
                <a:lnTo>
                  <a:pt x="388988" y="25400"/>
                </a:lnTo>
                <a:lnTo>
                  <a:pt x="376339" y="38100"/>
                </a:lnTo>
                <a:close/>
              </a:path>
              <a:path w="10812780" h="3251200">
                <a:moveTo>
                  <a:pt x="10477995" y="38100"/>
                </a:moveTo>
                <a:lnTo>
                  <a:pt x="10436440" y="38100"/>
                </a:lnTo>
                <a:lnTo>
                  <a:pt x="10423791" y="25400"/>
                </a:lnTo>
                <a:lnTo>
                  <a:pt x="10465625" y="25400"/>
                </a:lnTo>
                <a:lnTo>
                  <a:pt x="10477995" y="38100"/>
                </a:lnTo>
                <a:close/>
              </a:path>
              <a:path w="10812780" h="3251200">
                <a:moveTo>
                  <a:pt x="339648" y="50800"/>
                </a:moveTo>
                <a:lnTo>
                  <a:pt x="310489" y="50800"/>
                </a:lnTo>
                <a:lnTo>
                  <a:pt x="322554" y="38100"/>
                </a:lnTo>
                <a:lnTo>
                  <a:pt x="351878" y="38100"/>
                </a:lnTo>
                <a:lnTo>
                  <a:pt x="339648" y="50800"/>
                </a:lnTo>
                <a:close/>
              </a:path>
              <a:path w="10812780" h="3251200">
                <a:moveTo>
                  <a:pt x="10502277" y="50800"/>
                </a:moveTo>
                <a:lnTo>
                  <a:pt x="10473131" y="50800"/>
                </a:lnTo>
                <a:lnTo>
                  <a:pt x="10460901" y="38100"/>
                </a:lnTo>
                <a:lnTo>
                  <a:pt x="10490225" y="38100"/>
                </a:lnTo>
                <a:lnTo>
                  <a:pt x="10502277" y="50800"/>
                </a:lnTo>
                <a:close/>
              </a:path>
              <a:path w="10812780" h="3251200">
                <a:moveTo>
                  <a:pt x="315937" y="63500"/>
                </a:moveTo>
                <a:lnTo>
                  <a:pt x="286854" y="63500"/>
                </a:lnTo>
                <a:lnTo>
                  <a:pt x="298589" y="50800"/>
                </a:lnTo>
                <a:lnTo>
                  <a:pt x="327863" y="50800"/>
                </a:lnTo>
                <a:lnTo>
                  <a:pt x="315937" y="63500"/>
                </a:lnTo>
                <a:close/>
              </a:path>
              <a:path w="10812780" h="3251200">
                <a:moveTo>
                  <a:pt x="10525925" y="63500"/>
                </a:moveTo>
                <a:lnTo>
                  <a:pt x="10496842" y="63500"/>
                </a:lnTo>
                <a:lnTo>
                  <a:pt x="10484916" y="50800"/>
                </a:lnTo>
                <a:lnTo>
                  <a:pt x="10514190" y="50800"/>
                </a:lnTo>
                <a:lnTo>
                  <a:pt x="10525925" y="63500"/>
                </a:lnTo>
                <a:close/>
              </a:path>
              <a:path w="10812780" h="3251200">
                <a:moveTo>
                  <a:pt x="292849" y="76200"/>
                </a:moveTo>
                <a:lnTo>
                  <a:pt x="263906" y="76200"/>
                </a:lnTo>
                <a:lnTo>
                  <a:pt x="275297" y="63500"/>
                </a:lnTo>
                <a:lnTo>
                  <a:pt x="304457" y="63500"/>
                </a:lnTo>
                <a:lnTo>
                  <a:pt x="292849" y="76200"/>
                </a:lnTo>
                <a:close/>
              </a:path>
              <a:path w="10812780" h="3251200">
                <a:moveTo>
                  <a:pt x="10548874" y="76200"/>
                </a:moveTo>
                <a:lnTo>
                  <a:pt x="10519930" y="76200"/>
                </a:lnTo>
                <a:lnTo>
                  <a:pt x="10508322" y="63500"/>
                </a:lnTo>
                <a:lnTo>
                  <a:pt x="10537482" y="63500"/>
                </a:lnTo>
                <a:lnTo>
                  <a:pt x="10548874" y="76200"/>
                </a:lnTo>
                <a:close/>
              </a:path>
              <a:path w="10812780" h="3251200">
                <a:moveTo>
                  <a:pt x="270433" y="88900"/>
                </a:moveTo>
                <a:lnTo>
                  <a:pt x="241668" y="88900"/>
                </a:lnTo>
                <a:lnTo>
                  <a:pt x="252691" y="76200"/>
                </a:lnTo>
                <a:lnTo>
                  <a:pt x="281698" y="76200"/>
                </a:lnTo>
                <a:lnTo>
                  <a:pt x="270433" y="88900"/>
                </a:lnTo>
                <a:close/>
              </a:path>
              <a:path w="10812780" h="3251200">
                <a:moveTo>
                  <a:pt x="10571111" y="88900"/>
                </a:moveTo>
                <a:lnTo>
                  <a:pt x="10542346" y="88900"/>
                </a:lnTo>
                <a:lnTo>
                  <a:pt x="10531081" y="76200"/>
                </a:lnTo>
                <a:lnTo>
                  <a:pt x="10560088" y="76200"/>
                </a:lnTo>
                <a:lnTo>
                  <a:pt x="10571111" y="88900"/>
                </a:lnTo>
                <a:close/>
              </a:path>
              <a:path w="10812780" h="3251200">
                <a:moveTo>
                  <a:pt x="227723" y="114300"/>
                </a:moveTo>
                <a:lnTo>
                  <a:pt x="209727" y="114300"/>
                </a:lnTo>
                <a:lnTo>
                  <a:pt x="220179" y="101600"/>
                </a:lnTo>
                <a:lnTo>
                  <a:pt x="230822" y="88900"/>
                </a:lnTo>
                <a:lnTo>
                  <a:pt x="259613" y="88900"/>
                </a:lnTo>
                <a:lnTo>
                  <a:pt x="248716" y="101600"/>
                </a:lnTo>
                <a:lnTo>
                  <a:pt x="238252" y="101600"/>
                </a:lnTo>
                <a:lnTo>
                  <a:pt x="227723" y="114300"/>
                </a:lnTo>
                <a:close/>
              </a:path>
              <a:path w="10812780" h="3251200">
                <a:moveTo>
                  <a:pt x="10603052" y="114300"/>
                </a:moveTo>
                <a:lnTo>
                  <a:pt x="10585056" y="114300"/>
                </a:lnTo>
                <a:lnTo>
                  <a:pt x="10574528" y="101600"/>
                </a:lnTo>
                <a:lnTo>
                  <a:pt x="10564063" y="101600"/>
                </a:lnTo>
                <a:lnTo>
                  <a:pt x="10553166" y="88900"/>
                </a:lnTo>
                <a:lnTo>
                  <a:pt x="10581957" y="88900"/>
                </a:lnTo>
                <a:lnTo>
                  <a:pt x="10592600" y="101600"/>
                </a:lnTo>
                <a:lnTo>
                  <a:pt x="10603052" y="114300"/>
                </a:lnTo>
                <a:close/>
              </a:path>
              <a:path w="10812780" h="3251200">
                <a:moveTo>
                  <a:pt x="197675" y="139700"/>
                </a:moveTo>
                <a:lnTo>
                  <a:pt x="179578" y="139700"/>
                </a:lnTo>
                <a:lnTo>
                  <a:pt x="189420" y="127000"/>
                </a:lnTo>
                <a:lnTo>
                  <a:pt x="199466" y="114300"/>
                </a:lnTo>
                <a:lnTo>
                  <a:pt x="217627" y="114300"/>
                </a:lnTo>
                <a:lnTo>
                  <a:pt x="207492" y="127000"/>
                </a:lnTo>
                <a:lnTo>
                  <a:pt x="197675" y="139700"/>
                </a:lnTo>
                <a:close/>
              </a:path>
              <a:path w="10812780" h="3251200">
                <a:moveTo>
                  <a:pt x="10633202" y="139700"/>
                </a:moveTo>
                <a:lnTo>
                  <a:pt x="10615104" y="139700"/>
                </a:lnTo>
                <a:lnTo>
                  <a:pt x="10605173" y="127000"/>
                </a:lnTo>
                <a:lnTo>
                  <a:pt x="10595152" y="114300"/>
                </a:lnTo>
                <a:lnTo>
                  <a:pt x="10613313" y="114300"/>
                </a:lnTo>
                <a:lnTo>
                  <a:pt x="10623359" y="127000"/>
                </a:lnTo>
                <a:lnTo>
                  <a:pt x="10633202" y="139700"/>
                </a:lnTo>
                <a:close/>
              </a:path>
              <a:path w="10812780" h="3251200">
                <a:moveTo>
                  <a:pt x="160502" y="177800"/>
                </a:moveTo>
                <a:lnTo>
                  <a:pt x="142392" y="177800"/>
                </a:lnTo>
                <a:lnTo>
                  <a:pt x="151358" y="165100"/>
                </a:lnTo>
                <a:lnTo>
                  <a:pt x="160540" y="152400"/>
                </a:lnTo>
                <a:lnTo>
                  <a:pt x="169951" y="139700"/>
                </a:lnTo>
                <a:lnTo>
                  <a:pt x="188175" y="139700"/>
                </a:lnTo>
                <a:lnTo>
                  <a:pt x="178663" y="152400"/>
                </a:lnTo>
                <a:lnTo>
                  <a:pt x="169468" y="165100"/>
                </a:lnTo>
                <a:lnTo>
                  <a:pt x="160502" y="177800"/>
                </a:lnTo>
                <a:close/>
              </a:path>
              <a:path w="10812780" h="3251200">
                <a:moveTo>
                  <a:pt x="10670374" y="177800"/>
                </a:moveTo>
                <a:lnTo>
                  <a:pt x="10652277" y="177800"/>
                </a:lnTo>
                <a:lnTo>
                  <a:pt x="10643196" y="165100"/>
                </a:lnTo>
                <a:lnTo>
                  <a:pt x="10634002" y="152400"/>
                </a:lnTo>
                <a:lnTo>
                  <a:pt x="10624604" y="139700"/>
                </a:lnTo>
                <a:lnTo>
                  <a:pt x="10642828" y="139700"/>
                </a:lnTo>
                <a:lnTo>
                  <a:pt x="10652226" y="152400"/>
                </a:lnTo>
                <a:lnTo>
                  <a:pt x="10661421" y="165100"/>
                </a:lnTo>
                <a:lnTo>
                  <a:pt x="10670374" y="177800"/>
                </a:lnTo>
                <a:close/>
              </a:path>
              <a:path w="10812780" h="3251200">
                <a:moveTo>
                  <a:pt x="104101" y="241300"/>
                </a:moveTo>
                <a:lnTo>
                  <a:pt x="93611" y="241300"/>
                </a:lnTo>
                <a:lnTo>
                  <a:pt x="101130" y="228600"/>
                </a:lnTo>
                <a:lnTo>
                  <a:pt x="108902" y="215900"/>
                </a:lnTo>
                <a:lnTo>
                  <a:pt x="116916" y="203200"/>
                </a:lnTo>
                <a:lnTo>
                  <a:pt x="125171" y="190500"/>
                </a:lnTo>
                <a:lnTo>
                  <a:pt x="133667" y="177800"/>
                </a:lnTo>
                <a:lnTo>
                  <a:pt x="151841" y="177800"/>
                </a:lnTo>
                <a:lnTo>
                  <a:pt x="143217" y="190500"/>
                </a:lnTo>
                <a:lnTo>
                  <a:pt x="134912" y="203200"/>
                </a:lnTo>
                <a:lnTo>
                  <a:pt x="126847" y="215900"/>
                </a:lnTo>
                <a:lnTo>
                  <a:pt x="119113" y="215900"/>
                </a:lnTo>
                <a:lnTo>
                  <a:pt x="111442" y="228600"/>
                </a:lnTo>
                <a:lnTo>
                  <a:pt x="104101" y="241300"/>
                </a:lnTo>
                <a:close/>
              </a:path>
              <a:path w="10812780" h="3251200">
                <a:moveTo>
                  <a:pt x="10719155" y="241300"/>
                </a:moveTo>
                <a:lnTo>
                  <a:pt x="10708678" y="241300"/>
                </a:lnTo>
                <a:lnTo>
                  <a:pt x="10701248" y="228600"/>
                </a:lnTo>
                <a:lnTo>
                  <a:pt x="10693666" y="215900"/>
                </a:lnTo>
                <a:lnTo>
                  <a:pt x="10685932" y="215900"/>
                </a:lnTo>
                <a:lnTo>
                  <a:pt x="10677766" y="203200"/>
                </a:lnTo>
                <a:lnTo>
                  <a:pt x="10669460" y="190500"/>
                </a:lnTo>
                <a:lnTo>
                  <a:pt x="10660938" y="177800"/>
                </a:lnTo>
                <a:lnTo>
                  <a:pt x="10679112" y="177800"/>
                </a:lnTo>
                <a:lnTo>
                  <a:pt x="10687608" y="190500"/>
                </a:lnTo>
                <a:lnTo>
                  <a:pt x="10695863" y="203200"/>
                </a:lnTo>
                <a:lnTo>
                  <a:pt x="10703877" y="215900"/>
                </a:lnTo>
                <a:lnTo>
                  <a:pt x="10711649" y="228600"/>
                </a:lnTo>
                <a:lnTo>
                  <a:pt x="10719155" y="241300"/>
                </a:lnTo>
                <a:close/>
              </a:path>
              <a:path w="10812780" h="3251200">
                <a:moveTo>
                  <a:pt x="104178" y="3009900"/>
                </a:moveTo>
                <a:lnTo>
                  <a:pt x="86360" y="3009900"/>
                </a:lnTo>
                <a:lnTo>
                  <a:pt x="79362" y="2997200"/>
                </a:lnTo>
                <a:lnTo>
                  <a:pt x="59969" y="2959100"/>
                </a:lnTo>
                <a:lnTo>
                  <a:pt x="43078" y="2921000"/>
                </a:lnTo>
                <a:lnTo>
                  <a:pt x="28803" y="2882900"/>
                </a:lnTo>
                <a:lnTo>
                  <a:pt x="17259" y="2844800"/>
                </a:lnTo>
                <a:lnTo>
                  <a:pt x="8559" y="2806700"/>
                </a:lnTo>
                <a:lnTo>
                  <a:pt x="2832" y="2768600"/>
                </a:lnTo>
                <a:lnTo>
                  <a:pt x="177" y="2717800"/>
                </a:lnTo>
                <a:lnTo>
                  <a:pt x="0" y="2705100"/>
                </a:lnTo>
                <a:lnTo>
                  <a:pt x="0" y="546100"/>
                </a:lnTo>
                <a:lnTo>
                  <a:pt x="711" y="508000"/>
                </a:lnTo>
                <a:lnTo>
                  <a:pt x="4406" y="469900"/>
                </a:lnTo>
                <a:lnTo>
                  <a:pt x="11137" y="431800"/>
                </a:lnTo>
                <a:lnTo>
                  <a:pt x="20789" y="393700"/>
                </a:lnTo>
                <a:lnTo>
                  <a:pt x="33261" y="355600"/>
                </a:lnTo>
                <a:lnTo>
                  <a:pt x="48425" y="317500"/>
                </a:lnTo>
                <a:lnTo>
                  <a:pt x="66167" y="279400"/>
                </a:lnTo>
                <a:lnTo>
                  <a:pt x="86360" y="241300"/>
                </a:lnTo>
                <a:lnTo>
                  <a:pt x="104178" y="241300"/>
                </a:lnTo>
                <a:lnTo>
                  <a:pt x="97002" y="254000"/>
                </a:lnTo>
                <a:lnTo>
                  <a:pt x="90170" y="266700"/>
                </a:lnTo>
                <a:lnTo>
                  <a:pt x="83591" y="279400"/>
                </a:lnTo>
                <a:lnTo>
                  <a:pt x="77279" y="292100"/>
                </a:lnTo>
                <a:lnTo>
                  <a:pt x="71310" y="292100"/>
                </a:lnTo>
                <a:lnTo>
                  <a:pt x="65468" y="304800"/>
                </a:lnTo>
                <a:lnTo>
                  <a:pt x="59969" y="317500"/>
                </a:lnTo>
                <a:lnTo>
                  <a:pt x="54749" y="330200"/>
                </a:lnTo>
                <a:lnTo>
                  <a:pt x="49809" y="342900"/>
                </a:lnTo>
                <a:lnTo>
                  <a:pt x="45161" y="355600"/>
                </a:lnTo>
                <a:lnTo>
                  <a:pt x="40805" y="368300"/>
                </a:lnTo>
                <a:lnTo>
                  <a:pt x="36753" y="381000"/>
                </a:lnTo>
                <a:lnTo>
                  <a:pt x="32994" y="393700"/>
                </a:lnTo>
                <a:lnTo>
                  <a:pt x="29540" y="406400"/>
                </a:lnTo>
                <a:lnTo>
                  <a:pt x="26390" y="419100"/>
                </a:lnTo>
                <a:lnTo>
                  <a:pt x="23558" y="431800"/>
                </a:lnTo>
                <a:lnTo>
                  <a:pt x="21043" y="444500"/>
                </a:lnTo>
                <a:lnTo>
                  <a:pt x="18859" y="457200"/>
                </a:lnTo>
                <a:lnTo>
                  <a:pt x="16992" y="469900"/>
                </a:lnTo>
                <a:lnTo>
                  <a:pt x="15455" y="482600"/>
                </a:lnTo>
                <a:lnTo>
                  <a:pt x="14249" y="495300"/>
                </a:lnTo>
                <a:lnTo>
                  <a:pt x="13398" y="508000"/>
                </a:lnTo>
                <a:lnTo>
                  <a:pt x="12877" y="533400"/>
                </a:lnTo>
                <a:lnTo>
                  <a:pt x="12700" y="546100"/>
                </a:lnTo>
                <a:lnTo>
                  <a:pt x="12700" y="2705100"/>
                </a:lnTo>
                <a:lnTo>
                  <a:pt x="12877" y="2717800"/>
                </a:lnTo>
                <a:lnTo>
                  <a:pt x="13398" y="2730500"/>
                </a:lnTo>
                <a:lnTo>
                  <a:pt x="14262" y="2755900"/>
                </a:lnTo>
                <a:lnTo>
                  <a:pt x="15468" y="2768600"/>
                </a:lnTo>
                <a:lnTo>
                  <a:pt x="17018" y="2781300"/>
                </a:lnTo>
                <a:lnTo>
                  <a:pt x="18884" y="2794000"/>
                </a:lnTo>
                <a:lnTo>
                  <a:pt x="21082" y="2806700"/>
                </a:lnTo>
                <a:lnTo>
                  <a:pt x="23596" y="2819400"/>
                </a:lnTo>
                <a:lnTo>
                  <a:pt x="26428" y="2832100"/>
                </a:lnTo>
                <a:lnTo>
                  <a:pt x="29578" y="2844800"/>
                </a:lnTo>
                <a:lnTo>
                  <a:pt x="33032" y="2857500"/>
                </a:lnTo>
                <a:lnTo>
                  <a:pt x="36791" y="2870200"/>
                </a:lnTo>
                <a:lnTo>
                  <a:pt x="40855" y="2882900"/>
                </a:lnTo>
                <a:lnTo>
                  <a:pt x="45212" y="2895600"/>
                </a:lnTo>
                <a:lnTo>
                  <a:pt x="49860" y="2908300"/>
                </a:lnTo>
                <a:lnTo>
                  <a:pt x="54800" y="2921000"/>
                </a:lnTo>
                <a:lnTo>
                  <a:pt x="60032" y="2933700"/>
                </a:lnTo>
                <a:lnTo>
                  <a:pt x="65532" y="2946400"/>
                </a:lnTo>
                <a:lnTo>
                  <a:pt x="71234" y="2946400"/>
                </a:lnTo>
                <a:lnTo>
                  <a:pt x="77355" y="2959100"/>
                </a:lnTo>
                <a:lnTo>
                  <a:pt x="83667" y="2971800"/>
                </a:lnTo>
                <a:lnTo>
                  <a:pt x="90258" y="2984500"/>
                </a:lnTo>
                <a:lnTo>
                  <a:pt x="97091" y="2997200"/>
                </a:lnTo>
                <a:lnTo>
                  <a:pt x="104178" y="3009900"/>
                </a:lnTo>
                <a:close/>
              </a:path>
              <a:path w="10812780" h="3251200">
                <a:moveTo>
                  <a:pt x="10726420" y="3009900"/>
                </a:moveTo>
                <a:lnTo>
                  <a:pt x="10708601" y="3009900"/>
                </a:lnTo>
                <a:lnTo>
                  <a:pt x="10715764" y="2997200"/>
                </a:lnTo>
                <a:lnTo>
                  <a:pt x="10722610" y="2984500"/>
                </a:lnTo>
                <a:lnTo>
                  <a:pt x="10729188" y="2971800"/>
                </a:lnTo>
                <a:lnTo>
                  <a:pt x="10735500" y="2959100"/>
                </a:lnTo>
                <a:lnTo>
                  <a:pt x="10741545" y="2946400"/>
                </a:lnTo>
                <a:lnTo>
                  <a:pt x="10747248" y="2946400"/>
                </a:lnTo>
                <a:lnTo>
                  <a:pt x="10752810" y="2933700"/>
                </a:lnTo>
                <a:lnTo>
                  <a:pt x="10758030" y="2921000"/>
                </a:lnTo>
                <a:lnTo>
                  <a:pt x="10762970" y="2908300"/>
                </a:lnTo>
                <a:lnTo>
                  <a:pt x="10767618" y="2895600"/>
                </a:lnTo>
                <a:lnTo>
                  <a:pt x="10771974" y="2882900"/>
                </a:lnTo>
                <a:lnTo>
                  <a:pt x="10776026" y="2870200"/>
                </a:lnTo>
                <a:lnTo>
                  <a:pt x="10779785" y="2857500"/>
                </a:lnTo>
                <a:lnTo>
                  <a:pt x="10783239" y="2844800"/>
                </a:lnTo>
                <a:lnTo>
                  <a:pt x="10786389" y="2832100"/>
                </a:lnTo>
                <a:lnTo>
                  <a:pt x="10789221" y="2819400"/>
                </a:lnTo>
                <a:lnTo>
                  <a:pt x="10791736" y="2806700"/>
                </a:lnTo>
                <a:lnTo>
                  <a:pt x="10793920" y="2794000"/>
                </a:lnTo>
                <a:lnTo>
                  <a:pt x="10795787" y="2781300"/>
                </a:lnTo>
                <a:lnTo>
                  <a:pt x="10797324" y="2768600"/>
                </a:lnTo>
                <a:lnTo>
                  <a:pt x="10798530" y="2755900"/>
                </a:lnTo>
                <a:lnTo>
                  <a:pt x="10799381" y="2730500"/>
                </a:lnTo>
                <a:lnTo>
                  <a:pt x="10799902" y="2717800"/>
                </a:lnTo>
                <a:lnTo>
                  <a:pt x="10800080" y="2705100"/>
                </a:lnTo>
                <a:lnTo>
                  <a:pt x="10800080" y="546100"/>
                </a:lnTo>
                <a:lnTo>
                  <a:pt x="10799902" y="533400"/>
                </a:lnTo>
                <a:lnTo>
                  <a:pt x="10799381" y="508000"/>
                </a:lnTo>
                <a:lnTo>
                  <a:pt x="10798517" y="495300"/>
                </a:lnTo>
                <a:lnTo>
                  <a:pt x="10797311" y="482600"/>
                </a:lnTo>
                <a:lnTo>
                  <a:pt x="10795762" y="469900"/>
                </a:lnTo>
                <a:lnTo>
                  <a:pt x="10793895" y="457200"/>
                </a:lnTo>
                <a:lnTo>
                  <a:pt x="10791698" y="444500"/>
                </a:lnTo>
                <a:lnTo>
                  <a:pt x="10789183" y="431800"/>
                </a:lnTo>
                <a:lnTo>
                  <a:pt x="10786351" y="419100"/>
                </a:lnTo>
                <a:lnTo>
                  <a:pt x="10783201" y="406400"/>
                </a:lnTo>
                <a:lnTo>
                  <a:pt x="10779747" y="393700"/>
                </a:lnTo>
                <a:lnTo>
                  <a:pt x="10775988" y="381000"/>
                </a:lnTo>
                <a:lnTo>
                  <a:pt x="10771924" y="368300"/>
                </a:lnTo>
                <a:lnTo>
                  <a:pt x="10767568" y="355600"/>
                </a:lnTo>
                <a:lnTo>
                  <a:pt x="10762907" y="342900"/>
                </a:lnTo>
                <a:lnTo>
                  <a:pt x="10757979" y="330200"/>
                </a:lnTo>
                <a:lnTo>
                  <a:pt x="10752747" y="317500"/>
                </a:lnTo>
                <a:lnTo>
                  <a:pt x="10747248" y="304800"/>
                </a:lnTo>
                <a:lnTo>
                  <a:pt x="10741469" y="292100"/>
                </a:lnTo>
                <a:lnTo>
                  <a:pt x="10735500" y="292100"/>
                </a:lnTo>
                <a:lnTo>
                  <a:pt x="10729099" y="279400"/>
                </a:lnTo>
                <a:lnTo>
                  <a:pt x="10722521" y="266700"/>
                </a:lnTo>
                <a:lnTo>
                  <a:pt x="10715688" y="254000"/>
                </a:lnTo>
                <a:lnTo>
                  <a:pt x="10708601" y="241300"/>
                </a:lnTo>
                <a:lnTo>
                  <a:pt x="10726420" y="241300"/>
                </a:lnTo>
                <a:lnTo>
                  <a:pt x="10733417" y="254000"/>
                </a:lnTo>
                <a:lnTo>
                  <a:pt x="10752810" y="292100"/>
                </a:lnTo>
                <a:lnTo>
                  <a:pt x="10769701" y="330200"/>
                </a:lnTo>
                <a:lnTo>
                  <a:pt x="10783976" y="368300"/>
                </a:lnTo>
                <a:lnTo>
                  <a:pt x="10795520" y="406400"/>
                </a:lnTo>
                <a:lnTo>
                  <a:pt x="10804220" y="444500"/>
                </a:lnTo>
                <a:lnTo>
                  <a:pt x="10809947" y="482600"/>
                </a:lnTo>
                <a:lnTo>
                  <a:pt x="10812602" y="533400"/>
                </a:lnTo>
                <a:lnTo>
                  <a:pt x="10812780" y="546100"/>
                </a:lnTo>
                <a:lnTo>
                  <a:pt x="10812780" y="2705100"/>
                </a:lnTo>
                <a:lnTo>
                  <a:pt x="10812068" y="2743200"/>
                </a:lnTo>
                <a:lnTo>
                  <a:pt x="10808373" y="2781300"/>
                </a:lnTo>
                <a:lnTo>
                  <a:pt x="10801642" y="2819400"/>
                </a:lnTo>
                <a:lnTo>
                  <a:pt x="10791990" y="2857500"/>
                </a:lnTo>
                <a:lnTo>
                  <a:pt x="10779518" y="2895600"/>
                </a:lnTo>
                <a:lnTo>
                  <a:pt x="10764354" y="2933700"/>
                </a:lnTo>
                <a:lnTo>
                  <a:pt x="10746613" y="2971800"/>
                </a:lnTo>
                <a:lnTo>
                  <a:pt x="10733417" y="2997200"/>
                </a:lnTo>
                <a:lnTo>
                  <a:pt x="10726420" y="3009900"/>
                </a:lnTo>
                <a:close/>
              </a:path>
              <a:path w="10812780" h="3251200">
                <a:moveTo>
                  <a:pt x="151841" y="3073400"/>
                </a:moveTo>
                <a:lnTo>
                  <a:pt x="133667" y="3073400"/>
                </a:lnTo>
                <a:lnTo>
                  <a:pt x="125171" y="3060700"/>
                </a:lnTo>
                <a:lnTo>
                  <a:pt x="116916" y="3048000"/>
                </a:lnTo>
                <a:lnTo>
                  <a:pt x="108902" y="3035300"/>
                </a:lnTo>
                <a:lnTo>
                  <a:pt x="101130" y="3022600"/>
                </a:lnTo>
                <a:lnTo>
                  <a:pt x="93611" y="3009900"/>
                </a:lnTo>
                <a:lnTo>
                  <a:pt x="104101" y="3009900"/>
                </a:lnTo>
                <a:lnTo>
                  <a:pt x="111531" y="3022600"/>
                </a:lnTo>
                <a:lnTo>
                  <a:pt x="119113" y="3035300"/>
                </a:lnTo>
                <a:lnTo>
                  <a:pt x="126847" y="3035300"/>
                </a:lnTo>
                <a:lnTo>
                  <a:pt x="135013" y="3048000"/>
                </a:lnTo>
                <a:lnTo>
                  <a:pt x="143319" y="3060700"/>
                </a:lnTo>
                <a:lnTo>
                  <a:pt x="151841" y="3073400"/>
                </a:lnTo>
                <a:close/>
              </a:path>
              <a:path w="10812780" h="3251200">
                <a:moveTo>
                  <a:pt x="10679112" y="3073400"/>
                </a:moveTo>
                <a:lnTo>
                  <a:pt x="10660938" y="3073400"/>
                </a:lnTo>
                <a:lnTo>
                  <a:pt x="10669562" y="3060700"/>
                </a:lnTo>
                <a:lnTo>
                  <a:pt x="10677867" y="3048000"/>
                </a:lnTo>
                <a:lnTo>
                  <a:pt x="10685932" y="3035300"/>
                </a:lnTo>
                <a:lnTo>
                  <a:pt x="10693666" y="3035300"/>
                </a:lnTo>
                <a:lnTo>
                  <a:pt x="10701337" y="3022600"/>
                </a:lnTo>
                <a:lnTo>
                  <a:pt x="10708678" y="3009900"/>
                </a:lnTo>
                <a:lnTo>
                  <a:pt x="10719155" y="3009900"/>
                </a:lnTo>
                <a:lnTo>
                  <a:pt x="10711649" y="3022600"/>
                </a:lnTo>
                <a:lnTo>
                  <a:pt x="10703877" y="3035300"/>
                </a:lnTo>
                <a:lnTo>
                  <a:pt x="10695863" y="3048000"/>
                </a:lnTo>
                <a:lnTo>
                  <a:pt x="10687608" y="3060700"/>
                </a:lnTo>
                <a:lnTo>
                  <a:pt x="10679112" y="3073400"/>
                </a:lnTo>
                <a:close/>
              </a:path>
              <a:path w="10812780" h="3251200">
                <a:moveTo>
                  <a:pt x="188175" y="3111500"/>
                </a:moveTo>
                <a:lnTo>
                  <a:pt x="169951" y="3111500"/>
                </a:lnTo>
                <a:lnTo>
                  <a:pt x="160540" y="3098800"/>
                </a:lnTo>
                <a:lnTo>
                  <a:pt x="151358" y="3086100"/>
                </a:lnTo>
                <a:lnTo>
                  <a:pt x="142392" y="3073400"/>
                </a:lnTo>
                <a:lnTo>
                  <a:pt x="160502" y="3073400"/>
                </a:lnTo>
                <a:lnTo>
                  <a:pt x="169583" y="3086100"/>
                </a:lnTo>
                <a:lnTo>
                  <a:pt x="178777" y="3098800"/>
                </a:lnTo>
                <a:lnTo>
                  <a:pt x="188175" y="3111500"/>
                </a:lnTo>
                <a:close/>
              </a:path>
              <a:path w="10812780" h="3251200">
                <a:moveTo>
                  <a:pt x="10642828" y="3111500"/>
                </a:moveTo>
                <a:lnTo>
                  <a:pt x="10624604" y="3111500"/>
                </a:lnTo>
                <a:lnTo>
                  <a:pt x="10634116" y="3098800"/>
                </a:lnTo>
                <a:lnTo>
                  <a:pt x="10643311" y="3086100"/>
                </a:lnTo>
                <a:lnTo>
                  <a:pt x="10652277" y="3073400"/>
                </a:lnTo>
                <a:lnTo>
                  <a:pt x="10670374" y="3073400"/>
                </a:lnTo>
                <a:lnTo>
                  <a:pt x="10661421" y="3086100"/>
                </a:lnTo>
                <a:lnTo>
                  <a:pt x="10652226" y="3098800"/>
                </a:lnTo>
                <a:lnTo>
                  <a:pt x="10642828" y="3111500"/>
                </a:lnTo>
                <a:close/>
              </a:path>
              <a:path w="10812780" h="3251200">
                <a:moveTo>
                  <a:pt x="227837" y="3136900"/>
                </a:moveTo>
                <a:lnTo>
                  <a:pt x="199466" y="3136900"/>
                </a:lnTo>
                <a:lnTo>
                  <a:pt x="189420" y="3124200"/>
                </a:lnTo>
                <a:lnTo>
                  <a:pt x="179578" y="3111500"/>
                </a:lnTo>
                <a:lnTo>
                  <a:pt x="197675" y="3111500"/>
                </a:lnTo>
                <a:lnTo>
                  <a:pt x="207606" y="3124200"/>
                </a:lnTo>
                <a:lnTo>
                  <a:pt x="217512" y="3124200"/>
                </a:lnTo>
                <a:lnTo>
                  <a:pt x="227837" y="3136900"/>
                </a:lnTo>
                <a:close/>
              </a:path>
              <a:path w="10812780" h="3251200">
                <a:moveTo>
                  <a:pt x="10613313" y="3136900"/>
                </a:moveTo>
                <a:lnTo>
                  <a:pt x="10584942" y="3136900"/>
                </a:lnTo>
                <a:lnTo>
                  <a:pt x="10595267" y="3124200"/>
                </a:lnTo>
                <a:lnTo>
                  <a:pt x="10605173" y="3124200"/>
                </a:lnTo>
                <a:lnTo>
                  <a:pt x="10615104" y="3111500"/>
                </a:lnTo>
                <a:lnTo>
                  <a:pt x="10633202" y="3111500"/>
                </a:lnTo>
                <a:lnTo>
                  <a:pt x="10623359" y="3124200"/>
                </a:lnTo>
                <a:lnTo>
                  <a:pt x="10613313" y="3136900"/>
                </a:lnTo>
                <a:close/>
              </a:path>
              <a:path w="10812780" h="3251200">
                <a:moveTo>
                  <a:pt x="238252" y="3149600"/>
                </a:moveTo>
                <a:lnTo>
                  <a:pt x="220179" y="3149600"/>
                </a:lnTo>
                <a:lnTo>
                  <a:pt x="209727" y="3136900"/>
                </a:lnTo>
                <a:lnTo>
                  <a:pt x="227723" y="3136900"/>
                </a:lnTo>
                <a:lnTo>
                  <a:pt x="238252" y="3149600"/>
                </a:lnTo>
                <a:close/>
              </a:path>
              <a:path w="10812780" h="3251200">
                <a:moveTo>
                  <a:pt x="10592600" y="3149600"/>
                </a:moveTo>
                <a:lnTo>
                  <a:pt x="10574528" y="3149600"/>
                </a:lnTo>
                <a:lnTo>
                  <a:pt x="10585056" y="3136900"/>
                </a:lnTo>
                <a:lnTo>
                  <a:pt x="10603052" y="3136900"/>
                </a:lnTo>
                <a:lnTo>
                  <a:pt x="10592600" y="3149600"/>
                </a:lnTo>
                <a:close/>
              </a:path>
              <a:path w="10812780" h="3251200">
                <a:moveTo>
                  <a:pt x="281698" y="3175000"/>
                </a:moveTo>
                <a:lnTo>
                  <a:pt x="252691" y="3175000"/>
                </a:lnTo>
                <a:lnTo>
                  <a:pt x="241668" y="3162300"/>
                </a:lnTo>
                <a:lnTo>
                  <a:pt x="230822" y="3149600"/>
                </a:lnTo>
                <a:lnTo>
                  <a:pt x="248716" y="3149600"/>
                </a:lnTo>
                <a:lnTo>
                  <a:pt x="259613" y="3162300"/>
                </a:lnTo>
                <a:lnTo>
                  <a:pt x="270433" y="3162300"/>
                </a:lnTo>
                <a:lnTo>
                  <a:pt x="281698" y="3175000"/>
                </a:lnTo>
                <a:close/>
              </a:path>
              <a:path w="10812780" h="3251200">
                <a:moveTo>
                  <a:pt x="10560088" y="3175000"/>
                </a:moveTo>
                <a:lnTo>
                  <a:pt x="10531081" y="3175000"/>
                </a:lnTo>
                <a:lnTo>
                  <a:pt x="10542346" y="3162300"/>
                </a:lnTo>
                <a:lnTo>
                  <a:pt x="10553166" y="3162300"/>
                </a:lnTo>
                <a:lnTo>
                  <a:pt x="10564063" y="3149600"/>
                </a:lnTo>
                <a:lnTo>
                  <a:pt x="10581957" y="3149600"/>
                </a:lnTo>
                <a:lnTo>
                  <a:pt x="10571111" y="3162300"/>
                </a:lnTo>
                <a:lnTo>
                  <a:pt x="10560088" y="3175000"/>
                </a:lnTo>
                <a:close/>
              </a:path>
              <a:path w="10812780" h="3251200">
                <a:moveTo>
                  <a:pt x="304457" y="3187700"/>
                </a:moveTo>
                <a:lnTo>
                  <a:pt x="275297" y="3187700"/>
                </a:lnTo>
                <a:lnTo>
                  <a:pt x="263906" y="3175000"/>
                </a:lnTo>
                <a:lnTo>
                  <a:pt x="292849" y="3175000"/>
                </a:lnTo>
                <a:lnTo>
                  <a:pt x="304457" y="3187700"/>
                </a:lnTo>
                <a:close/>
              </a:path>
              <a:path w="10812780" h="3251200">
                <a:moveTo>
                  <a:pt x="10537482" y="3187700"/>
                </a:moveTo>
                <a:lnTo>
                  <a:pt x="10508322" y="3187700"/>
                </a:lnTo>
                <a:lnTo>
                  <a:pt x="10519930" y="3175000"/>
                </a:lnTo>
                <a:lnTo>
                  <a:pt x="10548874" y="3175000"/>
                </a:lnTo>
                <a:lnTo>
                  <a:pt x="10537482" y="3187700"/>
                </a:lnTo>
                <a:close/>
              </a:path>
              <a:path w="10812780" h="3251200">
                <a:moveTo>
                  <a:pt x="327863" y="3200400"/>
                </a:moveTo>
                <a:lnTo>
                  <a:pt x="298589" y="3200400"/>
                </a:lnTo>
                <a:lnTo>
                  <a:pt x="286854" y="3187700"/>
                </a:lnTo>
                <a:lnTo>
                  <a:pt x="315937" y="3187700"/>
                </a:lnTo>
                <a:lnTo>
                  <a:pt x="327863" y="3200400"/>
                </a:lnTo>
                <a:close/>
              </a:path>
              <a:path w="10812780" h="3251200">
                <a:moveTo>
                  <a:pt x="10514190" y="3200400"/>
                </a:moveTo>
                <a:lnTo>
                  <a:pt x="10484916" y="3200400"/>
                </a:lnTo>
                <a:lnTo>
                  <a:pt x="10496842" y="3187700"/>
                </a:lnTo>
                <a:lnTo>
                  <a:pt x="10525925" y="3187700"/>
                </a:lnTo>
                <a:lnTo>
                  <a:pt x="10514190" y="3200400"/>
                </a:lnTo>
                <a:close/>
              </a:path>
              <a:path w="10812780" h="3251200">
                <a:moveTo>
                  <a:pt x="351878" y="3213100"/>
                </a:moveTo>
                <a:lnTo>
                  <a:pt x="322554" y="3213100"/>
                </a:lnTo>
                <a:lnTo>
                  <a:pt x="310489" y="3200400"/>
                </a:lnTo>
                <a:lnTo>
                  <a:pt x="339648" y="3200400"/>
                </a:lnTo>
                <a:lnTo>
                  <a:pt x="351878" y="3213100"/>
                </a:lnTo>
                <a:close/>
              </a:path>
              <a:path w="10812780" h="3251200">
                <a:moveTo>
                  <a:pt x="10490225" y="3213100"/>
                </a:moveTo>
                <a:lnTo>
                  <a:pt x="10460901" y="3213100"/>
                </a:lnTo>
                <a:lnTo>
                  <a:pt x="10473131" y="3200400"/>
                </a:lnTo>
                <a:lnTo>
                  <a:pt x="10502277" y="3200400"/>
                </a:lnTo>
                <a:lnTo>
                  <a:pt x="10490225" y="3213100"/>
                </a:lnTo>
                <a:close/>
              </a:path>
              <a:path w="10812780" h="3251200">
                <a:moveTo>
                  <a:pt x="388988" y="3225800"/>
                </a:moveTo>
                <a:lnTo>
                  <a:pt x="359676" y="3225800"/>
                </a:lnTo>
                <a:lnTo>
                  <a:pt x="347154" y="3213100"/>
                </a:lnTo>
                <a:lnTo>
                  <a:pt x="376339" y="3213100"/>
                </a:lnTo>
                <a:lnTo>
                  <a:pt x="388988" y="3225800"/>
                </a:lnTo>
                <a:close/>
              </a:path>
              <a:path w="10812780" h="3251200">
                <a:moveTo>
                  <a:pt x="10453103" y="3225800"/>
                </a:moveTo>
                <a:lnTo>
                  <a:pt x="10423791" y="3225800"/>
                </a:lnTo>
                <a:lnTo>
                  <a:pt x="10436440" y="3213100"/>
                </a:lnTo>
                <a:lnTo>
                  <a:pt x="10465625" y="3213100"/>
                </a:lnTo>
                <a:lnTo>
                  <a:pt x="10453103" y="3225800"/>
                </a:lnTo>
                <a:close/>
              </a:path>
              <a:path w="10812780" h="3251200">
                <a:moveTo>
                  <a:pt x="440296" y="3238500"/>
                </a:moveTo>
                <a:lnTo>
                  <a:pt x="385140" y="3238500"/>
                </a:lnTo>
                <a:lnTo>
                  <a:pt x="372338" y="3225800"/>
                </a:lnTo>
                <a:lnTo>
                  <a:pt x="427139" y="3225800"/>
                </a:lnTo>
                <a:lnTo>
                  <a:pt x="440296" y="3238500"/>
                </a:lnTo>
                <a:close/>
              </a:path>
              <a:path w="10812780" h="3251200">
                <a:moveTo>
                  <a:pt x="10427639" y="3238500"/>
                </a:moveTo>
                <a:lnTo>
                  <a:pt x="10372471" y="3238500"/>
                </a:lnTo>
                <a:lnTo>
                  <a:pt x="10385640" y="3225800"/>
                </a:lnTo>
                <a:lnTo>
                  <a:pt x="10440441" y="3225800"/>
                </a:lnTo>
                <a:lnTo>
                  <a:pt x="10427639" y="3238500"/>
                </a:lnTo>
                <a:close/>
              </a:path>
              <a:path w="10812780" h="3251200">
                <a:moveTo>
                  <a:pt x="10375099" y="3251200"/>
                </a:moveTo>
                <a:lnTo>
                  <a:pt x="437680" y="3251200"/>
                </a:lnTo>
                <a:lnTo>
                  <a:pt x="424357" y="3238500"/>
                </a:lnTo>
                <a:lnTo>
                  <a:pt x="10388422" y="3238500"/>
                </a:lnTo>
                <a:lnTo>
                  <a:pt x="10375099" y="3251200"/>
                </a:lnTo>
                <a:close/>
              </a:path>
            </a:pathLst>
          </a:custGeom>
          <a:solidFill>
            <a:srgbClr val="78A77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164336" y="2790444"/>
            <a:ext cx="9862185" cy="147701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158750" rIns="0" bIns="0" rtlCol="0" vert="horz">
            <a:spAutoFit/>
          </a:bodyPr>
          <a:lstStyle/>
          <a:p>
            <a:pPr marL="434975" indent="-342900">
              <a:lnSpc>
                <a:spcPct val="100000"/>
              </a:lnSpc>
              <a:spcBef>
                <a:spcPts val="1250"/>
              </a:spcBef>
              <a:buFont typeface="Arial"/>
              <a:buChar char="•"/>
              <a:tabLst>
                <a:tab pos="434340" algn="l"/>
                <a:tab pos="434975" algn="l"/>
              </a:tabLst>
            </a:pPr>
            <a:r>
              <a:rPr dirty="0" sz="2000" spc="-5" b="1">
                <a:latin typeface="宋体"/>
                <a:cs typeface="宋体"/>
              </a:rPr>
              <a:t>if </a:t>
            </a:r>
            <a:r>
              <a:rPr dirty="0" sz="2000" b="1">
                <a:latin typeface="宋体"/>
                <a:cs typeface="宋体"/>
              </a:rPr>
              <a:t>语句</a:t>
            </a:r>
            <a:r>
              <a:rPr dirty="0" sz="2000">
                <a:latin typeface="宋体"/>
                <a:cs typeface="宋体"/>
              </a:rPr>
              <a:t>：对条件是否满足进行判断</a:t>
            </a:r>
            <a:r>
              <a:rPr dirty="0" sz="2000" spc="5">
                <a:latin typeface="宋体"/>
                <a:cs typeface="宋体"/>
              </a:rPr>
              <a:t>；</a:t>
            </a:r>
            <a:endParaRPr sz="2000">
              <a:latin typeface="宋体"/>
              <a:cs typeface="宋体"/>
            </a:endParaRPr>
          </a:p>
          <a:p>
            <a:pPr marL="434975" indent="-342900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tabLst>
                <a:tab pos="434340" algn="l"/>
                <a:tab pos="434975" algn="l"/>
              </a:tabLst>
            </a:pPr>
            <a:r>
              <a:rPr dirty="0" sz="2000" b="1">
                <a:latin typeface="宋体"/>
                <a:cs typeface="宋体"/>
              </a:rPr>
              <a:t>条件语句结构</a:t>
            </a:r>
            <a:r>
              <a:rPr dirty="0" sz="2000" spc="-5">
                <a:latin typeface="宋体"/>
                <a:cs typeface="宋体"/>
              </a:rPr>
              <a:t>：if</a:t>
            </a:r>
            <a:r>
              <a:rPr dirty="0" sz="2000">
                <a:latin typeface="宋体"/>
                <a:cs typeface="宋体"/>
              </a:rPr>
              <a:t>、</a:t>
            </a:r>
            <a:r>
              <a:rPr dirty="0" sz="2000" spc="-5">
                <a:latin typeface="宋体"/>
                <a:cs typeface="宋体"/>
              </a:rPr>
              <a:t>if-else</a:t>
            </a:r>
            <a:r>
              <a:rPr dirty="0" sz="2000">
                <a:latin typeface="宋体"/>
                <a:cs typeface="宋体"/>
              </a:rPr>
              <a:t>、</a:t>
            </a:r>
            <a:r>
              <a:rPr dirty="0" sz="2000" spc="-5">
                <a:latin typeface="宋体"/>
                <a:cs typeface="宋体"/>
              </a:rPr>
              <a:t>if-elif</a:t>
            </a:r>
            <a:r>
              <a:rPr dirty="0" sz="2000">
                <a:latin typeface="宋体"/>
                <a:cs typeface="宋体"/>
              </a:rPr>
              <a:t>、</a:t>
            </a:r>
            <a:r>
              <a:rPr dirty="0" sz="2000" spc="-5">
                <a:latin typeface="宋体"/>
                <a:cs typeface="宋体"/>
              </a:rPr>
              <a:t>if-elif-else</a:t>
            </a:r>
            <a:r>
              <a:rPr dirty="0" sz="2000">
                <a:latin typeface="宋体"/>
                <a:cs typeface="宋体"/>
              </a:rPr>
              <a:t>、</a:t>
            </a:r>
            <a:r>
              <a:rPr dirty="0" sz="2000" spc="-5">
                <a:latin typeface="宋体"/>
                <a:cs typeface="宋体"/>
              </a:rPr>
              <a:t>if</a:t>
            </a:r>
            <a:r>
              <a:rPr dirty="0" sz="2000">
                <a:latin typeface="宋体"/>
                <a:cs typeface="宋体"/>
              </a:rPr>
              <a:t>嵌套；</a:t>
            </a:r>
            <a:r>
              <a:rPr dirty="0" sz="2000" spc="-5">
                <a:latin typeface="宋体"/>
                <a:cs typeface="宋体"/>
              </a:rPr>
              <a:t> </a:t>
            </a:r>
            <a:r>
              <a:rPr dirty="0" sz="2000">
                <a:latin typeface="宋体"/>
                <a:cs typeface="宋体"/>
              </a:rPr>
              <a:t> </a:t>
            </a:r>
            <a:endParaRPr sz="2000">
              <a:latin typeface="宋体"/>
              <a:cs typeface="宋体"/>
            </a:endParaRPr>
          </a:p>
          <a:p>
            <a:pPr marL="434975" indent="-342900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tabLst>
                <a:tab pos="434340" algn="l"/>
                <a:tab pos="434975" algn="l"/>
              </a:tabLst>
            </a:pPr>
            <a:r>
              <a:rPr dirty="0" sz="2000" b="1">
                <a:latin typeface="宋体"/>
                <a:cs typeface="宋体"/>
              </a:rPr>
              <a:t>结构控制</a:t>
            </a:r>
            <a:r>
              <a:rPr dirty="0" sz="2000" spc="-5">
                <a:latin typeface="宋体"/>
                <a:cs typeface="宋体"/>
              </a:rPr>
              <a:t>：Python</a:t>
            </a:r>
            <a:r>
              <a:rPr dirty="0" sz="2000">
                <a:latin typeface="宋体"/>
                <a:cs typeface="宋体"/>
              </a:rPr>
              <a:t>中用缩进的方式来设置代码的层次结构</a:t>
            </a:r>
            <a:r>
              <a:rPr dirty="0" sz="2000" spc="5">
                <a:latin typeface="宋体"/>
                <a:cs typeface="宋体"/>
              </a:rPr>
              <a:t>。</a:t>
            </a:r>
            <a:endParaRPr sz="2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2"/>
            <a:ext cx="203200" cy="609600"/>
          </a:xfrm>
          <a:custGeom>
            <a:avLst/>
            <a:gdLst/>
            <a:ahLst/>
            <a:cxnLst/>
            <a:rect l="l" t="t" r="r" b="b"/>
            <a:pathLst>
              <a:path w="203200" h="609600">
                <a:moveTo>
                  <a:pt x="0" y="0"/>
                </a:moveTo>
                <a:lnTo>
                  <a:pt x="202692" y="0"/>
                </a:lnTo>
                <a:lnTo>
                  <a:pt x="202692" y="609599"/>
                </a:lnTo>
                <a:lnTo>
                  <a:pt x="0" y="609599"/>
                </a:lnTo>
                <a:lnTo>
                  <a:pt x="0" y="0"/>
                </a:lnTo>
                <a:close/>
              </a:path>
            </a:pathLst>
          </a:custGeom>
          <a:solidFill>
            <a:srgbClr val="20565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1940" y="217411"/>
            <a:ext cx="124841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循环语</a:t>
            </a:r>
            <a:r>
              <a:rPr dirty="0" sz="2400" spc="-10" b="1">
                <a:solidFill>
                  <a:srgbClr val="2E5B50"/>
                </a:solidFill>
                <a:latin typeface="宋体"/>
                <a:cs typeface="宋体"/>
              </a:rPr>
              <a:t>句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96468" y="3140964"/>
            <a:ext cx="6166485" cy="2717800"/>
          </a:xfrm>
          <a:custGeom>
            <a:avLst/>
            <a:gdLst/>
            <a:ahLst/>
            <a:cxnLst/>
            <a:rect l="l" t="t" r="r" b="b"/>
            <a:pathLst>
              <a:path w="6166484" h="2717800">
                <a:moveTo>
                  <a:pt x="5711952" y="2717291"/>
                </a:moveTo>
                <a:lnTo>
                  <a:pt x="452628" y="2717291"/>
                </a:lnTo>
                <a:lnTo>
                  <a:pt x="403241" y="2714695"/>
                </a:lnTo>
                <a:lnTo>
                  <a:pt x="355399" y="2706958"/>
                </a:lnTo>
                <a:lnTo>
                  <a:pt x="309379" y="2694358"/>
                </a:lnTo>
                <a:lnTo>
                  <a:pt x="265456" y="2677172"/>
                </a:lnTo>
                <a:lnTo>
                  <a:pt x="223909" y="2655677"/>
                </a:lnTo>
                <a:lnTo>
                  <a:pt x="185014" y="2630149"/>
                </a:lnTo>
                <a:lnTo>
                  <a:pt x="149048" y="2600866"/>
                </a:lnTo>
                <a:lnTo>
                  <a:pt x="116287" y="2568106"/>
                </a:lnTo>
                <a:lnTo>
                  <a:pt x="87010" y="2532144"/>
                </a:lnTo>
                <a:lnTo>
                  <a:pt x="61493" y="2493258"/>
                </a:lnTo>
                <a:lnTo>
                  <a:pt x="40013" y="2451725"/>
                </a:lnTo>
                <a:lnTo>
                  <a:pt x="22846" y="2407822"/>
                </a:lnTo>
                <a:lnTo>
                  <a:pt x="10270" y="2361826"/>
                </a:lnTo>
                <a:lnTo>
                  <a:pt x="2563" y="2314014"/>
                </a:lnTo>
                <a:lnTo>
                  <a:pt x="0" y="2264664"/>
                </a:lnTo>
                <a:lnTo>
                  <a:pt x="0" y="452627"/>
                </a:lnTo>
                <a:lnTo>
                  <a:pt x="2563" y="403284"/>
                </a:lnTo>
                <a:lnTo>
                  <a:pt x="10270" y="355479"/>
                </a:lnTo>
                <a:lnTo>
                  <a:pt x="22846" y="309489"/>
                </a:lnTo>
                <a:lnTo>
                  <a:pt x="40013" y="265590"/>
                </a:lnTo>
                <a:lnTo>
                  <a:pt x="61493" y="224061"/>
                </a:lnTo>
                <a:lnTo>
                  <a:pt x="87010" y="185178"/>
                </a:lnTo>
                <a:lnTo>
                  <a:pt x="116287" y="149218"/>
                </a:lnTo>
                <a:lnTo>
                  <a:pt x="149048" y="116458"/>
                </a:lnTo>
                <a:lnTo>
                  <a:pt x="185014" y="87175"/>
                </a:lnTo>
                <a:lnTo>
                  <a:pt x="223909" y="61645"/>
                </a:lnTo>
                <a:lnTo>
                  <a:pt x="265456" y="40147"/>
                </a:lnTo>
                <a:lnTo>
                  <a:pt x="309379" y="22956"/>
                </a:lnTo>
                <a:lnTo>
                  <a:pt x="355399" y="10350"/>
                </a:lnTo>
                <a:lnTo>
                  <a:pt x="403241" y="2605"/>
                </a:lnTo>
                <a:lnTo>
                  <a:pt x="452628" y="0"/>
                </a:lnTo>
                <a:lnTo>
                  <a:pt x="5711952" y="0"/>
                </a:lnTo>
                <a:lnTo>
                  <a:pt x="5758338" y="2289"/>
                </a:lnTo>
                <a:lnTo>
                  <a:pt x="5803380" y="9110"/>
                </a:lnTo>
                <a:lnTo>
                  <a:pt x="5846849" y="20235"/>
                </a:lnTo>
                <a:lnTo>
                  <a:pt x="5888521" y="35434"/>
                </a:lnTo>
                <a:lnTo>
                  <a:pt x="5928169" y="54481"/>
                </a:lnTo>
                <a:lnTo>
                  <a:pt x="5965567" y="77146"/>
                </a:lnTo>
                <a:lnTo>
                  <a:pt x="6000490" y="103202"/>
                </a:lnTo>
                <a:lnTo>
                  <a:pt x="6032711" y="132421"/>
                </a:lnTo>
                <a:lnTo>
                  <a:pt x="6062004" y="164573"/>
                </a:lnTo>
                <a:lnTo>
                  <a:pt x="6088144" y="199432"/>
                </a:lnTo>
                <a:lnTo>
                  <a:pt x="6110904" y="236768"/>
                </a:lnTo>
                <a:lnTo>
                  <a:pt x="6130059" y="276354"/>
                </a:lnTo>
                <a:lnTo>
                  <a:pt x="6145382" y="317961"/>
                </a:lnTo>
                <a:lnTo>
                  <a:pt x="6156648" y="361361"/>
                </a:lnTo>
                <a:lnTo>
                  <a:pt x="6163631" y="406326"/>
                </a:lnTo>
                <a:lnTo>
                  <a:pt x="6166104" y="452627"/>
                </a:lnTo>
                <a:lnTo>
                  <a:pt x="6166104" y="2264664"/>
                </a:lnTo>
                <a:lnTo>
                  <a:pt x="6163631" y="2310972"/>
                </a:lnTo>
                <a:lnTo>
                  <a:pt x="6156648" y="2355943"/>
                </a:lnTo>
                <a:lnTo>
                  <a:pt x="6145382" y="2399349"/>
                </a:lnTo>
                <a:lnTo>
                  <a:pt x="6130059" y="2440961"/>
                </a:lnTo>
                <a:lnTo>
                  <a:pt x="6110904" y="2480550"/>
                </a:lnTo>
                <a:lnTo>
                  <a:pt x="6088144" y="2517889"/>
                </a:lnTo>
                <a:lnTo>
                  <a:pt x="6062004" y="2552750"/>
                </a:lnTo>
                <a:lnTo>
                  <a:pt x="6032711" y="2584904"/>
                </a:lnTo>
                <a:lnTo>
                  <a:pt x="6000490" y="2614122"/>
                </a:lnTo>
                <a:lnTo>
                  <a:pt x="5965567" y="2640177"/>
                </a:lnTo>
                <a:lnTo>
                  <a:pt x="5928169" y="2662840"/>
                </a:lnTo>
                <a:lnTo>
                  <a:pt x="5888521" y="2681884"/>
                </a:lnTo>
                <a:lnTo>
                  <a:pt x="5846849" y="2697079"/>
                </a:lnTo>
                <a:lnTo>
                  <a:pt x="5803380" y="2708197"/>
                </a:lnTo>
                <a:lnTo>
                  <a:pt x="5758338" y="2715011"/>
                </a:lnTo>
                <a:lnTo>
                  <a:pt x="5711952" y="271729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89609" y="3134334"/>
            <a:ext cx="6178550" cy="2730500"/>
          </a:xfrm>
          <a:custGeom>
            <a:avLst/>
            <a:gdLst/>
            <a:ahLst/>
            <a:cxnLst/>
            <a:rect l="l" t="t" r="r" b="b"/>
            <a:pathLst>
              <a:path w="6178550" h="2730500">
                <a:moveTo>
                  <a:pt x="5833998" y="12700"/>
                </a:moveTo>
                <a:lnTo>
                  <a:pt x="344551" y="12700"/>
                </a:lnTo>
                <a:lnTo>
                  <a:pt x="355612" y="0"/>
                </a:lnTo>
                <a:lnTo>
                  <a:pt x="5822937" y="0"/>
                </a:lnTo>
                <a:lnTo>
                  <a:pt x="5833998" y="12700"/>
                </a:lnTo>
                <a:close/>
              </a:path>
              <a:path w="6178550" h="2730500">
                <a:moveTo>
                  <a:pt x="347637" y="25400"/>
                </a:moveTo>
                <a:lnTo>
                  <a:pt x="301409" y="25400"/>
                </a:lnTo>
                <a:lnTo>
                  <a:pt x="312013" y="12700"/>
                </a:lnTo>
                <a:lnTo>
                  <a:pt x="358546" y="12700"/>
                </a:lnTo>
                <a:lnTo>
                  <a:pt x="347637" y="25400"/>
                </a:lnTo>
                <a:close/>
              </a:path>
              <a:path w="6178550" h="2730500">
                <a:moveTo>
                  <a:pt x="5877140" y="25400"/>
                </a:moveTo>
                <a:lnTo>
                  <a:pt x="5830912" y="25400"/>
                </a:lnTo>
                <a:lnTo>
                  <a:pt x="5820003" y="12700"/>
                </a:lnTo>
                <a:lnTo>
                  <a:pt x="5866536" y="12700"/>
                </a:lnTo>
                <a:lnTo>
                  <a:pt x="5877140" y="25400"/>
                </a:lnTo>
                <a:close/>
              </a:path>
              <a:path w="6178550" h="2730500">
                <a:moveTo>
                  <a:pt x="305701" y="38100"/>
                </a:moveTo>
                <a:lnTo>
                  <a:pt x="270306" y="38100"/>
                </a:lnTo>
                <a:lnTo>
                  <a:pt x="280543" y="25400"/>
                </a:lnTo>
                <a:lnTo>
                  <a:pt x="316166" y="25400"/>
                </a:lnTo>
                <a:lnTo>
                  <a:pt x="305701" y="38100"/>
                </a:lnTo>
                <a:close/>
              </a:path>
              <a:path w="6178550" h="2730500">
                <a:moveTo>
                  <a:pt x="5908243" y="38100"/>
                </a:moveTo>
                <a:lnTo>
                  <a:pt x="5872848" y="38100"/>
                </a:lnTo>
                <a:lnTo>
                  <a:pt x="5862383" y="25400"/>
                </a:lnTo>
                <a:lnTo>
                  <a:pt x="5898007" y="25400"/>
                </a:lnTo>
                <a:lnTo>
                  <a:pt x="5908243" y="38100"/>
                </a:lnTo>
                <a:close/>
              </a:path>
              <a:path w="6178550" h="2730500">
                <a:moveTo>
                  <a:pt x="275463" y="50800"/>
                </a:moveTo>
                <a:lnTo>
                  <a:pt x="240385" y="50800"/>
                </a:lnTo>
                <a:lnTo>
                  <a:pt x="250228" y="38100"/>
                </a:lnTo>
                <a:lnTo>
                  <a:pt x="285559" y="38100"/>
                </a:lnTo>
                <a:lnTo>
                  <a:pt x="275463" y="50800"/>
                </a:lnTo>
                <a:close/>
              </a:path>
              <a:path w="6178550" h="2730500">
                <a:moveTo>
                  <a:pt x="5938164" y="50800"/>
                </a:moveTo>
                <a:lnTo>
                  <a:pt x="5903087" y="50800"/>
                </a:lnTo>
                <a:lnTo>
                  <a:pt x="5892990" y="38100"/>
                </a:lnTo>
                <a:lnTo>
                  <a:pt x="5928321" y="38100"/>
                </a:lnTo>
                <a:lnTo>
                  <a:pt x="5938164" y="50800"/>
                </a:lnTo>
                <a:close/>
              </a:path>
              <a:path w="6178550" h="2730500">
                <a:moveTo>
                  <a:pt x="246380" y="63500"/>
                </a:moveTo>
                <a:lnTo>
                  <a:pt x="221157" y="63500"/>
                </a:lnTo>
                <a:lnTo>
                  <a:pt x="230695" y="50800"/>
                </a:lnTo>
                <a:lnTo>
                  <a:pt x="256082" y="50800"/>
                </a:lnTo>
                <a:lnTo>
                  <a:pt x="246380" y="63500"/>
                </a:lnTo>
                <a:close/>
              </a:path>
              <a:path w="6178550" h="2730500">
                <a:moveTo>
                  <a:pt x="5957392" y="63500"/>
                </a:moveTo>
                <a:lnTo>
                  <a:pt x="5932170" y="63500"/>
                </a:lnTo>
                <a:lnTo>
                  <a:pt x="5922467" y="50800"/>
                </a:lnTo>
                <a:lnTo>
                  <a:pt x="5947854" y="50800"/>
                </a:lnTo>
                <a:lnTo>
                  <a:pt x="5957392" y="63500"/>
                </a:lnTo>
                <a:close/>
              </a:path>
              <a:path w="6178550" h="2730500">
                <a:moveTo>
                  <a:pt x="227685" y="76200"/>
                </a:moveTo>
                <a:lnTo>
                  <a:pt x="202514" y="76200"/>
                </a:lnTo>
                <a:lnTo>
                  <a:pt x="211759" y="63500"/>
                </a:lnTo>
                <a:lnTo>
                  <a:pt x="237096" y="63500"/>
                </a:lnTo>
                <a:lnTo>
                  <a:pt x="227685" y="76200"/>
                </a:lnTo>
                <a:close/>
              </a:path>
              <a:path w="6178550" h="2730500">
                <a:moveTo>
                  <a:pt x="5976035" y="76200"/>
                </a:moveTo>
                <a:lnTo>
                  <a:pt x="5950864" y="76200"/>
                </a:lnTo>
                <a:lnTo>
                  <a:pt x="5941453" y="63500"/>
                </a:lnTo>
                <a:lnTo>
                  <a:pt x="5966790" y="63500"/>
                </a:lnTo>
                <a:lnTo>
                  <a:pt x="5976035" y="76200"/>
                </a:lnTo>
                <a:close/>
              </a:path>
              <a:path w="6178550" h="2730500">
                <a:moveTo>
                  <a:pt x="209562" y="88900"/>
                </a:moveTo>
                <a:lnTo>
                  <a:pt x="184505" y="88900"/>
                </a:lnTo>
                <a:lnTo>
                  <a:pt x="193433" y="76200"/>
                </a:lnTo>
                <a:lnTo>
                  <a:pt x="218681" y="76200"/>
                </a:lnTo>
                <a:lnTo>
                  <a:pt x="209562" y="88900"/>
                </a:lnTo>
                <a:close/>
              </a:path>
              <a:path w="6178550" h="2730500">
                <a:moveTo>
                  <a:pt x="5994044" y="88900"/>
                </a:moveTo>
                <a:lnTo>
                  <a:pt x="5968987" y="88900"/>
                </a:lnTo>
                <a:lnTo>
                  <a:pt x="5959868" y="76200"/>
                </a:lnTo>
                <a:lnTo>
                  <a:pt x="5985116" y="76200"/>
                </a:lnTo>
                <a:lnTo>
                  <a:pt x="5994044" y="88900"/>
                </a:lnTo>
                <a:close/>
              </a:path>
              <a:path w="6178550" h="2730500">
                <a:moveTo>
                  <a:pt x="183540" y="101600"/>
                </a:moveTo>
                <a:lnTo>
                  <a:pt x="167157" y="101600"/>
                </a:lnTo>
                <a:lnTo>
                  <a:pt x="175742" y="88900"/>
                </a:lnTo>
                <a:lnTo>
                  <a:pt x="192176" y="88900"/>
                </a:lnTo>
                <a:lnTo>
                  <a:pt x="183540" y="101600"/>
                </a:lnTo>
                <a:close/>
              </a:path>
              <a:path w="6178550" h="2730500">
                <a:moveTo>
                  <a:pt x="6011392" y="101600"/>
                </a:moveTo>
                <a:lnTo>
                  <a:pt x="5995009" y="101600"/>
                </a:lnTo>
                <a:lnTo>
                  <a:pt x="5986373" y="88900"/>
                </a:lnTo>
                <a:lnTo>
                  <a:pt x="6002807" y="88900"/>
                </a:lnTo>
                <a:lnTo>
                  <a:pt x="6011392" y="101600"/>
                </a:lnTo>
                <a:close/>
              </a:path>
              <a:path w="6178550" h="2730500">
                <a:moveTo>
                  <a:pt x="175183" y="114300"/>
                </a:moveTo>
                <a:lnTo>
                  <a:pt x="150495" y="114300"/>
                </a:lnTo>
                <a:lnTo>
                  <a:pt x="158737" y="101600"/>
                </a:lnTo>
                <a:lnTo>
                  <a:pt x="183654" y="101600"/>
                </a:lnTo>
                <a:lnTo>
                  <a:pt x="175183" y="114300"/>
                </a:lnTo>
                <a:close/>
              </a:path>
              <a:path w="6178550" h="2730500">
                <a:moveTo>
                  <a:pt x="6028055" y="114300"/>
                </a:moveTo>
                <a:lnTo>
                  <a:pt x="6003366" y="114300"/>
                </a:lnTo>
                <a:lnTo>
                  <a:pt x="5994895" y="101600"/>
                </a:lnTo>
                <a:lnTo>
                  <a:pt x="6019812" y="101600"/>
                </a:lnTo>
                <a:lnTo>
                  <a:pt x="6028055" y="114300"/>
                </a:lnTo>
                <a:close/>
              </a:path>
              <a:path w="6178550" h="2730500">
                <a:moveTo>
                  <a:pt x="143459" y="139700"/>
                </a:moveTo>
                <a:lnTo>
                  <a:pt x="126834" y="139700"/>
                </a:lnTo>
                <a:lnTo>
                  <a:pt x="134543" y="127000"/>
                </a:lnTo>
                <a:lnTo>
                  <a:pt x="142417" y="114300"/>
                </a:lnTo>
                <a:lnTo>
                  <a:pt x="167106" y="114300"/>
                </a:lnTo>
                <a:lnTo>
                  <a:pt x="158978" y="127000"/>
                </a:lnTo>
                <a:lnTo>
                  <a:pt x="151244" y="127000"/>
                </a:lnTo>
                <a:lnTo>
                  <a:pt x="143459" y="139700"/>
                </a:lnTo>
                <a:close/>
              </a:path>
              <a:path w="6178550" h="2730500">
                <a:moveTo>
                  <a:pt x="6051715" y="139700"/>
                </a:moveTo>
                <a:lnTo>
                  <a:pt x="6035090" y="139700"/>
                </a:lnTo>
                <a:lnTo>
                  <a:pt x="6027305" y="127000"/>
                </a:lnTo>
                <a:lnTo>
                  <a:pt x="6019571" y="127000"/>
                </a:lnTo>
                <a:lnTo>
                  <a:pt x="6011443" y="114300"/>
                </a:lnTo>
                <a:lnTo>
                  <a:pt x="6036132" y="114300"/>
                </a:lnTo>
                <a:lnTo>
                  <a:pt x="6044006" y="127000"/>
                </a:lnTo>
                <a:lnTo>
                  <a:pt x="6051715" y="139700"/>
                </a:lnTo>
                <a:close/>
              </a:path>
              <a:path w="6178550" h="2730500">
                <a:moveTo>
                  <a:pt x="121564" y="165100"/>
                </a:moveTo>
                <a:lnTo>
                  <a:pt x="104889" y="165100"/>
                </a:lnTo>
                <a:lnTo>
                  <a:pt x="112014" y="152400"/>
                </a:lnTo>
                <a:lnTo>
                  <a:pt x="119329" y="139700"/>
                </a:lnTo>
                <a:lnTo>
                  <a:pt x="136080" y="139700"/>
                </a:lnTo>
                <a:lnTo>
                  <a:pt x="128676" y="152400"/>
                </a:lnTo>
                <a:lnTo>
                  <a:pt x="121564" y="165100"/>
                </a:lnTo>
                <a:close/>
              </a:path>
              <a:path w="6178550" h="2730500">
                <a:moveTo>
                  <a:pt x="6073660" y="165100"/>
                </a:moveTo>
                <a:lnTo>
                  <a:pt x="6056985" y="165100"/>
                </a:lnTo>
                <a:lnTo>
                  <a:pt x="6049771" y="152400"/>
                </a:lnTo>
                <a:lnTo>
                  <a:pt x="6042469" y="139700"/>
                </a:lnTo>
                <a:lnTo>
                  <a:pt x="6059220" y="139700"/>
                </a:lnTo>
                <a:lnTo>
                  <a:pt x="6066536" y="152400"/>
                </a:lnTo>
                <a:lnTo>
                  <a:pt x="6073660" y="165100"/>
                </a:lnTo>
                <a:close/>
              </a:path>
              <a:path w="6178550" h="2730500">
                <a:moveTo>
                  <a:pt x="101384" y="190500"/>
                </a:moveTo>
                <a:lnTo>
                  <a:pt x="84747" y="190500"/>
                </a:lnTo>
                <a:lnTo>
                  <a:pt x="91262" y="177800"/>
                </a:lnTo>
                <a:lnTo>
                  <a:pt x="97967" y="165100"/>
                </a:lnTo>
                <a:lnTo>
                  <a:pt x="114731" y="165100"/>
                </a:lnTo>
                <a:lnTo>
                  <a:pt x="107911" y="177800"/>
                </a:lnTo>
                <a:lnTo>
                  <a:pt x="101384" y="190500"/>
                </a:lnTo>
                <a:close/>
              </a:path>
              <a:path w="6178550" h="2730500">
                <a:moveTo>
                  <a:pt x="6093802" y="190500"/>
                </a:moveTo>
                <a:lnTo>
                  <a:pt x="6077165" y="190500"/>
                </a:lnTo>
                <a:lnTo>
                  <a:pt x="6070549" y="177800"/>
                </a:lnTo>
                <a:lnTo>
                  <a:pt x="6063818" y="165100"/>
                </a:lnTo>
                <a:lnTo>
                  <a:pt x="6080582" y="165100"/>
                </a:lnTo>
                <a:lnTo>
                  <a:pt x="6087287" y="177800"/>
                </a:lnTo>
                <a:lnTo>
                  <a:pt x="6093802" y="190500"/>
                </a:lnTo>
                <a:close/>
              </a:path>
              <a:path w="6178550" h="2730500">
                <a:moveTo>
                  <a:pt x="71831" y="228600"/>
                </a:moveTo>
                <a:lnTo>
                  <a:pt x="60858" y="228600"/>
                </a:lnTo>
                <a:lnTo>
                  <a:pt x="66509" y="215900"/>
                </a:lnTo>
                <a:lnTo>
                  <a:pt x="72364" y="203200"/>
                </a:lnTo>
                <a:lnTo>
                  <a:pt x="78447" y="190500"/>
                </a:lnTo>
                <a:lnTo>
                  <a:pt x="95148" y="190500"/>
                </a:lnTo>
                <a:lnTo>
                  <a:pt x="88938" y="203200"/>
                </a:lnTo>
                <a:lnTo>
                  <a:pt x="83019" y="215900"/>
                </a:lnTo>
                <a:lnTo>
                  <a:pt x="77393" y="215900"/>
                </a:lnTo>
                <a:lnTo>
                  <a:pt x="71831" y="228600"/>
                </a:lnTo>
                <a:close/>
              </a:path>
              <a:path w="6178550" h="2730500">
                <a:moveTo>
                  <a:pt x="6117691" y="228600"/>
                </a:moveTo>
                <a:lnTo>
                  <a:pt x="6106718" y="228600"/>
                </a:lnTo>
                <a:lnTo>
                  <a:pt x="6101156" y="215900"/>
                </a:lnTo>
                <a:lnTo>
                  <a:pt x="6095530" y="215900"/>
                </a:lnTo>
                <a:lnTo>
                  <a:pt x="6089535" y="203200"/>
                </a:lnTo>
                <a:lnTo>
                  <a:pt x="6083401" y="190500"/>
                </a:lnTo>
                <a:lnTo>
                  <a:pt x="6100102" y="190500"/>
                </a:lnTo>
                <a:lnTo>
                  <a:pt x="6106185" y="203200"/>
                </a:lnTo>
                <a:lnTo>
                  <a:pt x="6112040" y="215900"/>
                </a:lnTo>
                <a:lnTo>
                  <a:pt x="6117691" y="228600"/>
                </a:lnTo>
                <a:close/>
              </a:path>
              <a:path w="6178550" h="2730500">
                <a:moveTo>
                  <a:pt x="47764" y="279400"/>
                </a:moveTo>
                <a:lnTo>
                  <a:pt x="36093" y="279400"/>
                </a:lnTo>
                <a:lnTo>
                  <a:pt x="40576" y="266700"/>
                </a:lnTo>
                <a:lnTo>
                  <a:pt x="45300" y="254000"/>
                </a:lnTo>
                <a:lnTo>
                  <a:pt x="50253" y="241300"/>
                </a:lnTo>
                <a:lnTo>
                  <a:pt x="55448" y="228600"/>
                </a:lnTo>
                <a:lnTo>
                  <a:pt x="71907" y="228600"/>
                </a:lnTo>
                <a:lnTo>
                  <a:pt x="66560" y="241300"/>
                </a:lnTo>
                <a:lnTo>
                  <a:pt x="61518" y="254000"/>
                </a:lnTo>
                <a:lnTo>
                  <a:pt x="56769" y="254000"/>
                </a:lnTo>
                <a:lnTo>
                  <a:pt x="52120" y="266700"/>
                </a:lnTo>
                <a:lnTo>
                  <a:pt x="47764" y="279400"/>
                </a:lnTo>
                <a:close/>
              </a:path>
              <a:path w="6178550" h="2730500">
                <a:moveTo>
                  <a:pt x="6142456" y="279400"/>
                </a:moveTo>
                <a:lnTo>
                  <a:pt x="6130785" y="279400"/>
                </a:lnTo>
                <a:lnTo>
                  <a:pt x="6126365" y="266700"/>
                </a:lnTo>
                <a:lnTo>
                  <a:pt x="6121781" y="254000"/>
                </a:lnTo>
                <a:lnTo>
                  <a:pt x="6117031" y="254000"/>
                </a:lnTo>
                <a:lnTo>
                  <a:pt x="6111913" y="241300"/>
                </a:lnTo>
                <a:lnTo>
                  <a:pt x="6106642" y="228600"/>
                </a:lnTo>
                <a:lnTo>
                  <a:pt x="6123101" y="228600"/>
                </a:lnTo>
                <a:lnTo>
                  <a:pt x="6128296" y="241300"/>
                </a:lnTo>
                <a:lnTo>
                  <a:pt x="6133249" y="254000"/>
                </a:lnTo>
                <a:lnTo>
                  <a:pt x="6137973" y="266700"/>
                </a:lnTo>
                <a:lnTo>
                  <a:pt x="6142456" y="279400"/>
                </a:lnTo>
                <a:close/>
              </a:path>
              <a:path w="6178550" h="2730500">
                <a:moveTo>
                  <a:pt x="24117" y="355600"/>
                </a:moveTo>
                <a:lnTo>
                  <a:pt x="11760" y="355600"/>
                </a:lnTo>
                <a:lnTo>
                  <a:pt x="14465" y="342900"/>
                </a:lnTo>
                <a:lnTo>
                  <a:pt x="24130" y="304800"/>
                </a:lnTo>
                <a:lnTo>
                  <a:pt x="31864" y="279400"/>
                </a:lnTo>
                <a:lnTo>
                  <a:pt x="47828" y="279400"/>
                </a:lnTo>
                <a:lnTo>
                  <a:pt x="43649" y="292100"/>
                </a:lnTo>
                <a:lnTo>
                  <a:pt x="39776" y="304800"/>
                </a:lnTo>
                <a:lnTo>
                  <a:pt x="36195" y="304800"/>
                </a:lnTo>
                <a:lnTo>
                  <a:pt x="32753" y="317500"/>
                </a:lnTo>
                <a:lnTo>
                  <a:pt x="29616" y="330200"/>
                </a:lnTo>
                <a:lnTo>
                  <a:pt x="26746" y="342900"/>
                </a:lnTo>
                <a:lnTo>
                  <a:pt x="24117" y="355600"/>
                </a:lnTo>
                <a:close/>
              </a:path>
              <a:path w="6178550" h="2730500">
                <a:moveTo>
                  <a:pt x="6166789" y="355600"/>
                </a:moveTo>
                <a:lnTo>
                  <a:pt x="6154432" y="355600"/>
                </a:lnTo>
                <a:lnTo>
                  <a:pt x="6151765" y="342900"/>
                </a:lnTo>
                <a:lnTo>
                  <a:pt x="6148882" y="330200"/>
                </a:lnTo>
                <a:lnTo>
                  <a:pt x="6145745" y="317500"/>
                </a:lnTo>
                <a:lnTo>
                  <a:pt x="6142355" y="304800"/>
                </a:lnTo>
                <a:lnTo>
                  <a:pt x="6138773" y="304800"/>
                </a:lnTo>
                <a:lnTo>
                  <a:pt x="6134849" y="292100"/>
                </a:lnTo>
                <a:lnTo>
                  <a:pt x="6130721" y="279400"/>
                </a:lnTo>
                <a:lnTo>
                  <a:pt x="6146685" y="279400"/>
                </a:lnTo>
                <a:lnTo>
                  <a:pt x="6157899" y="317500"/>
                </a:lnTo>
                <a:lnTo>
                  <a:pt x="6164084" y="342900"/>
                </a:lnTo>
                <a:lnTo>
                  <a:pt x="6166789" y="355600"/>
                </a:lnTo>
                <a:close/>
              </a:path>
              <a:path w="6178550" h="2730500">
                <a:moveTo>
                  <a:pt x="26784" y="2374900"/>
                </a:moveTo>
                <a:lnTo>
                  <a:pt x="11760" y="2374900"/>
                </a:lnTo>
                <a:lnTo>
                  <a:pt x="9334" y="2362200"/>
                </a:lnTo>
                <a:lnTo>
                  <a:pt x="3695" y="2324100"/>
                </a:lnTo>
                <a:lnTo>
                  <a:pt x="596" y="2286000"/>
                </a:lnTo>
                <a:lnTo>
                  <a:pt x="0" y="2260600"/>
                </a:lnTo>
                <a:lnTo>
                  <a:pt x="0" y="457200"/>
                </a:lnTo>
                <a:lnTo>
                  <a:pt x="1333" y="419100"/>
                </a:lnTo>
                <a:lnTo>
                  <a:pt x="5295" y="381000"/>
                </a:lnTo>
                <a:lnTo>
                  <a:pt x="9334" y="355600"/>
                </a:lnTo>
                <a:lnTo>
                  <a:pt x="24155" y="355600"/>
                </a:lnTo>
                <a:lnTo>
                  <a:pt x="21755" y="368300"/>
                </a:lnTo>
                <a:lnTo>
                  <a:pt x="19685" y="368300"/>
                </a:lnTo>
                <a:lnTo>
                  <a:pt x="17830" y="381000"/>
                </a:lnTo>
                <a:lnTo>
                  <a:pt x="16281" y="393700"/>
                </a:lnTo>
                <a:lnTo>
                  <a:pt x="14998" y="406400"/>
                </a:lnTo>
                <a:lnTo>
                  <a:pt x="13995" y="419100"/>
                </a:lnTo>
                <a:lnTo>
                  <a:pt x="13271" y="431800"/>
                </a:lnTo>
                <a:lnTo>
                  <a:pt x="12839" y="444500"/>
                </a:lnTo>
                <a:lnTo>
                  <a:pt x="12700" y="457200"/>
                </a:lnTo>
                <a:lnTo>
                  <a:pt x="12700" y="2260600"/>
                </a:lnTo>
                <a:lnTo>
                  <a:pt x="12852" y="2273300"/>
                </a:lnTo>
                <a:lnTo>
                  <a:pt x="13284" y="2286000"/>
                </a:lnTo>
                <a:lnTo>
                  <a:pt x="14008" y="2298700"/>
                </a:lnTo>
                <a:lnTo>
                  <a:pt x="15011" y="2311400"/>
                </a:lnTo>
                <a:lnTo>
                  <a:pt x="16294" y="2324100"/>
                </a:lnTo>
                <a:lnTo>
                  <a:pt x="17856" y="2336800"/>
                </a:lnTo>
                <a:lnTo>
                  <a:pt x="19685" y="2349500"/>
                </a:lnTo>
                <a:lnTo>
                  <a:pt x="21755" y="2349500"/>
                </a:lnTo>
                <a:lnTo>
                  <a:pt x="24155" y="2362200"/>
                </a:lnTo>
                <a:lnTo>
                  <a:pt x="26784" y="2374900"/>
                </a:lnTo>
                <a:close/>
              </a:path>
              <a:path w="6178550" h="2730500">
                <a:moveTo>
                  <a:pt x="6166789" y="2374900"/>
                </a:moveTo>
                <a:lnTo>
                  <a:pt x="6151765" y="2374900"/>
                </a:lnTo>
                <a:lnTo>
                  <a:pt x="6154432" y="2362200"/>
                </a:lnTo>
                <a:lnTo>
                  <a:pt x="6156794" y="2349500"/>
                </a:lnTo>
                <a:lnTo>
                  <a:pt x="6158865" y="2349500"/>
                </a:lnTo>
                <a:lnTo>
                  <a:pt x="6160719" y="2336800"/>
                </a:lnTo>
                <a:lnTo>
                  <a:pt x="6162268" y="2324100"/>
                </a:lnTo>
                <a:lnTo>
                  <a:pt x="6163551" y="2311400"/>
                </a:lnTo>
                <a:lnTo>
                  <a:pt x="6164554" y="2298700"/>
                </a:lnTo>
                <a:lnTo>
                  <a:pt x="6165278" y="2286000"/>
                </a:lnTo>
                <a:lnTo>
                  <a:pt x="6165710" y="2273300"/>
                </a:lnTo>
                <a:lnTo>
                  <a:pt x="6165849" y="2260600"/>
                </a:lnTo>
                <a:lnTo>
                  <a:pt x="6165849" y="457200"/>
                </a:lnTo>
                <a:lnTo>
                  <a:pt x="6165697" y="444500"/>
                </a:lnTo>
                <a:lnTo>
                  <a:pt x="6165265" y="431800"/>
                </a:lnTo>
                <a:lnTo>
                  <a:pt x="6164541" y="419100"/>
                </a:lnTo>
                <a:lnTo>
                  <a:pt x="6163538" y="406400"/>
                </a:lnTo>
                <a:lnTo>
                  <a:pt x="6162255" y="393700"/>
                </a:lnTo>
                <a:lnTo>
                  <a:pt x="6160693" y="381000"/>
                </a:lnTo>
                <a:lnTo>
                  <a:pt x="6158865" y="368300"/>
                </a:lnTo>
                <a:lnTo>
                  <a:pt x="6156794" y="368300"/>
                </a:lnTo>
                <a:lnTo>
                  <a:pt x="6154394" y="355600"/>
                </a:lnTo>
                <a:lnTo>
                  <a:pt x="6169215" y="355600"/>
                </a:lnTo>
                <a:lnTo>
                  <a:pt x="6171374" y="368300"/>
                </a:lnTo>
                <a:lnTo>
                  <a:pt x="6176175" y="406400"/>
                </a:lnTo>
                <a:lnTo>
                  <a:pt x="6178397" y="444500"/>
                </a:lnTo>
                <a:lnTo>
                  <a:pt x="6178549" y="457200"/>
                </a:lnTo>
                <a:lnTo>
                  <a:pt x="6178549" y="2260600"/>
                </a:lnTo>
                <a:lnTo>
                  <a:pt x="6177216" y="2298700"/>
                </a:lnTo>
                <a:lnTo>
                  <a:pt x="6173254" y="2336800"/>
                </a:lnTo>
                <a:lnTo>
                  <a:pt x="6169215" y="2362200"/>
                </a:lnTo>
                <a:lnTo>
                  <a:pt x="6166789" y="2374900"/>
                </a:lnTo>
                <a:close/>
              </a:path>
              <a:path w="6178550" h="2730500">
                <a:moveTo>
                  <a:pt x="47828" y="2438400"/>
                </a:moveTo>
                <a:lnTo>
                  <a:pt x="31864" y="2438400"/>
                </a:lnTo>
                <a:lnTo>
                  <a:pt x="27876" y="2425700"/>
                </a:lnTo>
                <a:lnTo>
                  <a:pt x="24130" y="2413000"/>
                </a:lnTo>
                <a:lnTo>
                  <a:pt x="20650" y="2400300"/>
                </a:lnTo>
                <a:lnTo>
                  <a:pt x="17424" y="2387600"/>
                </a:lnTo>
                <a:lnTo>
                  <a:pt x="14465" y="2374900"/>
                </a:lnTo>
                <a:lnTo>
                  <a:pt x="26746" y="2374900"/>
                </a:lnTo>
                <a:lnTo>
                  <a:pt x="29667" y="2387600"/>
                </a:lnTo>
                <a:lnTo>
                  <a:pt x="32804" y="2400300"/>
                </a:lnTo>
                <a:lnTo>
                  <a:pt x="36195" y="2413000"/>
                </a:lnTo>
                <a:lnTo>
                  <a:pt x="39776" y="2413000"/>
                </a:lnTo>
                <a:lnTo>
                  <a:pt x="43700" y="2425700"/>
                </a:lnTo>
                <a:lnTo>
                  <a:pt x="47828" y="2438400"/>
                </a:lnTo>
                <a:close/>
              </a:path>
              <a:path w="6178550" h="2730500">
                <a:moveTo>
                  <a:pt x="6146685" y="2438400"/>
                </a:moveTo>
                <a:lnTo>
                  <a:pt x="6130721" y="2438400"/>
                </a:lnTo>
                <a:lnTo>
                  <a:pt x="6134900" y="2425700"/>
                </a:lnTo>
                <a:lnTo>
                  <a:pt x="6138773" y="2413000"/>
                </a:lnTo>
                <a:lnTo>
                  <a:pt x="6142355" y="2413000"/>
                </a:lnTo>
                <a:lnTo>
                  <a:pt x="6145796" y="2400300"/>
                </a:lnTo>
                <a:lnTo>
                  <a:pt x="6148933" y="2387600"/>
                </a:lnTo>
                <a:lnTo>
                  <a:pt x="6151803" y="2374900"/>
                </a:lnTo>
                <a:lnTo>
                  <a:pt x="6164084" y="2374900"/>
                </a:lnTo>
                <a:lnTo>
                  <a:pt x="6161125" y="2387600"/>
                </a:lnTo>
                <a:lnTo>
                  <a:pt x="6157899" y="2400300"/>
                </a:lnTo>
                <a:lnTo>
                  <a:pt x="6154420" y="2413000"/>
                </a:lnTo>
                <a:lnTo>
                  <a:pt x="6150673" y="2425700"/>
                </a:lnTo>
                <a:lnTo>
                  <a:pt x="6146685" y="2438400"/>
                </a:lnTo>
                <a:close/>
              </a:path>
              <a:path w="6178550" h="2730500">
                <a:moveTo>
                  <a:pt x="71907" y="2489200"/>
                </a:moveTo>
                <a:lnTo>
                  <a:pt x="55448" y="2489200"/>
                </a:lnTo>
                <a:lnTo>
                  <a:pt x="50253" y="2476500"/>
                </a:lnTo>
                <a:lnTo>
                  <a:pt x="45300" y="2463800"/>
                </a:lnTo>
                <a:lnTo>
                  <a:pt x="40576" y="2451100"/>
                </a:lnTo>
                <a:lnTo>
                  <a:pt x="36093" y="2438400"/>
                </a:lnTo>
                <a:lnTo>
                  <a:pt x="47764" y="2438400"/>
                </a:lnTo>
                <a:lnTo>
                  <a:pt x="52184" y="2451100"/>
                </a:lnTo>
                <a:lnTo>
                  <a:pt x="56769" y="2463800"/>
                </a:lnTo>
                <a:lnTo>
                  <a:pt x="61518" y="2463800"/>
                </a:lnTo>
                <a:lnTo>
                  <a:pt x="66636" y="2476500"/>
                </a:lnTo>
                <a:lnTo>
                  <a:pt x="71907" y="2489200"/>
                </a:lnTo>
                <a:close/>
              </a:path>
              <a:path w="6178550" h="2730500">
                <a:moveTo>
                  <a:pt x="6123101" y="2489200"/>
                </a:moveTo>
                <a:lnTo>
                  <a:pt x="6106642" y="2489200"/>
                </a:lnTo>
                <a:lnTo>
                  <a:pt x="6111989" y="2476500"/>
                </a:lnTo>
                <a:lnTo>
                  <a:pt x="6117031" y="2463800"/>
                </a:lnTo>
                <a:lnTo>
                  <a:pt x="6121781" y="2463800"/>
                </a:lnTo>
                <a:lnTo>
                  <a:pt x="6126429" y="2451100"/>
                </a:lnTo>
                <a:lnTo>
                  <a:pt x="6130785" y="2438400"/>
                </a:lnTo>
                <a:lnTo>
                  <a:pt x="6142456" y="2438400"/>
                </a:lnTo>
                <a:lnTo>
                  <a:pt x="6137973" y="2451100"/>
                </a:lnTo>
                <a:lnTo>
                  <a:pt x="6133249" y="2463800"/>
                </a:lnTo>
                <a:lnTo>
                  <a:pt x="6128296" y="2476500"/>
                </a:lnTo>
                <a:lnTo>
                  <a:pt x="6123101" y="2489200"/>
                </a:lnTo>
                <a:close/>
              </a:path>
              <a:path w="6178550" h="2730500">
                <a:moveTo>
                  <a:pt x="95148" y="2527300"/>
                </a:moveTo>
                <a:lnTo>
                  <a:pt x="78447" y="2527300"/>
                </a:lnTo>
                <a:lnTo>
                  <a:pt x="72364" y="2514600"/>
                </a:lnTo>
                <a:lnTo>
                  <a:pt x="66509" y="2501900"/>
                </a:lnTo>
                <a:lnTo>
                  <a:pt x="60858" y="2489200"/>
                </a:lnTo>
                <a:lnTo>
                  <a:pt x="71831" y="2489200"/>
                </a:lnTo>
                <a:lnTo>
                  <a:pt x="77393" y="2501900"/>
                </a:lnTo>
                <a:lnTo>
                  <a:pt x="83019" y="2501900"/>
                </a:lnTo>
                <a:lnTo>
                  <a:pt x="89014" y="2514600"/>
                </a:lnTo>
                <a:lnTo>
                  <a:pt x="95148" y="2527300"/>
                </a:lnTo>
                <a:close/>
              </a:path>
              <a:path w="6178550" h="2730500">
                <a:moveTo>
                  <a:pt x="6100102" y="2527300"/>
                </a:moveTo>
                <a:lnTo>
                  <a:pt x="6083401" y="2527300"/>
                </a:lnTo>
                <a:lnTo>
                  <a:pt x="6089611" y="2514600"/>
                </a:lnTo>
                <a:lnTo>
                  <a:pt x="6095530" y="2501900"/>
                </a:lnTo>
                <a:lnTo>
                  <a:pt x="6101156" y="2501900"/>
                </a:lnTo>
                <a:lnTo>
                  <a:pt x="6106718" y="2489200"/>
                </a:lnTo>
                <a:lnTo>
                  <a:pt x="6117691" y="2489200"/>
                </a:lnTo>
                <a:lnTo>
                  <a:pt x="6112040" y="2501900"/>
                </a:lnTo>
                <a:lnTo>
                  <a:pt x="6106185" y="2514600"/>
                </a:lnTo>
                <a:lnTo>
                  <a:pt x="6100102" y="2527300"/>
                </a:lnTo>
                <a:close/>
              </a:path>
              <a:path w="6178550" h="2730500">
                <a:moveTo>
                  <a:pt x="114731" y="2552700"/>
                </a:moveTo>
                <a:lnTo>
                  <a:pt x="97967" y="2552700"/>
                </a:lnTo>
                <a:lnTo>
                  <a:pt x="91262" y="2540000"/>
                </a:lnTo>
                <a:lnTo>
                  <a:pt x="84747" y="2527300"/>
                </a:lnTo>
                <a:lnTo>
                  <a:pt x="101384" y="2527300"/>
                </a:lnTo>
                <a:lnTo>
                  <a:pt x="108000" y="2540000"/>
                </a:lnTo>
                <a:lnTo>
                  <a:pt x="114731" y="2552700"/>
                </a:lnTo>
                <a:close/>
              </a:path>
              <a:path w="6178550" h="2730500">
                <a:moveTo>
                  <a:pt x="6080582" y="2552700"/>
                </a:moveTo>
                <a:lnTo>
                  <a:pt x="6063818" y="2552700"/>
                </a:lnTo>
                <a:lnTo>
                  <a:pt x="6070638" y="2540000"/>
                </a:lnTo>
                <a:lnTo>
                  <a:pt x="6077165" y="2527300"/>
                </a:lnTo>
                <a:lnTo>
                  <a:pt x="6093802" y="2527300"/>
                </a:lnTo>
                <a:lnTo>
                  <a:pt x="6087287" y="2540000"/>
                </a:lnTo>
                <a:lnTo>
                  <a:pt x="6080582" y="2552700"/>
                </a:lnTo>
                <a:close/>
              </a:path>
              <a:path w="6178550" h="2730500">
                <a:moveTo>
                  <a:pt x="136080" y="2578100"/>
                </a:moveTo>
                <a:lnTo>
                  <a:pt x="119329" y="2578100"/>
                </a:lnTo>
                <a:lnTo>
                  <a:pt x="112014" y="2565400"/>
                </a:lnTo>
                <a:lnTo>
                  <a:pt x="104889" y="2552700"/>
                </a:lnTo>
                <a:lnTo>
                  <a:pt x="121564" y="2552700"/>
                </a:lnTo>
                <a:lnTo>
                  <a:pt x="128778" y="2565400"/>
                </a:lnTo>
                <a:lnTo>
                  <a:pt x="136080" y="2578100"/>
                </a:lnTo>
                <a:close/>
              </a:path>
              <a:path w="6178550" h="2730500">
                <a:moveTo>
                  <a:pt x="6059220" y="2578100"/>
                </a:moveTo>
                <a:lnTo>
                  <a:pt x="6042469" y="2578100"/>
                </a:lnTo>
                <a:lnTo>
                  <a:pt x="6049873" y="2565400"/>
                </a:lnTo>
                <a:lnTo>
                  <a:pt x="6056985" y="2552700"/>
                </a:lnTo>
                <a:lnTo>
                  <a:pt x="6073660" y="2552700"/>
                </a:lnTo>
                <a:lnTo>
                  <a:pt x="6066536" y="2565400"/>
                </a:lnTo>
                <a:lnTo>
                  <a:pt x="6059220" y="2578100"/>
                </a:lnTo>
                <a:close/>
              </a:path>
              <a:path w="6178550" h="2730500">
                <a:moveTo>
                  <a:pt x="167106" y="2603500"/>
                </a:moveTo>
                <a:lnTo>
                  <a:pt x="142417" y="2603500"/>
                </a:lnTo>
                <a:lnTo>
                  <a:pt x="134543" y="2590800"/>
                </a:lnTo>
                <a:lnTo>
                  <a:pt x="126834" y="2578100"/>
                </a:lnTo>
                <a:lnTo>
                  <a:pt x="143459" y="2578100"/>
                </a:lnTo>
                <a:lnTo>
                  <a:pt x="151244" y="2590800"/>
                </a:lnTo>
                <a:lnTo>
                  <a:pt x="158978" y="2590800"/>
                </a:lnTo>
                <a:lnTo>
                  <a:pt x="167106" y="2603500"/>
                </a:lnTo>
                <a:close/>
              </a:path>
              <a:path w="6178550" h="2730500">
                <a:moveTo>
                  <a:pt x="6036132" y="2603500"/>
                </a:moveTo>
                <a:lnTo>
                  <a:pt x="6011443" y="2603500"/>
                </a:lnTo>
                <a:lnTo>
                  <a:pt x="6019571" y="2590800"/>
                </a:lnTo>
                <a:lnTo>
                  <a:pt x="6027305" y="2590800"/>
                </a:lnTo>
                <a:lnTo>
                  <a:pt x="6035090" y="2578100"/>
                </a:lnTo>
                <a:lnTo>
                  <a:pt x="6051715" y="2578100"/>
                </a:lnTo>
                <a:lnTo>
                  <a:pt x="6044006" y="2590800"/>
                </a:lnTo>
                <a:lnTo>
                  <a:pt x="6036132" y="2603500"/>
                </a:lnTo>
                <a:close/>
              </a:path>
              <a:path w="6178550" h="2730500">
                <a:moveTo>
                  <a:pt x="183654" y="2616200"/>
                </a:moveTo>
                <a:lnTo>
                  <a:pt x="158737" y="2616200"/>
                </a:lnTo>
                <a:lnTo>
                  <a:pt x="150495" y="2603500"/>
                </a:lnTo>
                <a:lnTo>
                  <a:pt x="175183" y="2603500"/>
                </a:lnTo>
                <a:lnTo>
                  <a:pt x="183654" y="2616200"/>
                </a:lnTo>
                <a:close/>
              </a:path>
              <a:path w="6178550" h="2730500">
                <a:moveTo>
                  <a:pt x="6019812" y="2616200"/>
                </a:moveTo>
                <a:lnTo>
                  <a:pt x="5994895" y="2616200"/>
                </a:lnTo>
                <a:lnTo>
                  <a:pt x="6003366" y="2603500"/>
                </a:lnTo>
                <a:lnTo>
                  <a:pt x="6028055" y="2603500"/>
                </a:lnTo>
                <a:lnTo>
                  <a:pt x="6019812" y="2616200"/>
                </a:lnTo>
                <a:close/>
              </a:path>
              <a:path w="6178550" h="2730500">
                <a:moveTo>
                  <a:pt x="192176" y="2628900"/>
                </a:moveTo>
                <a:lnTo>
                  <a:pt x="175742" y="2628900"/>
                </a:lnTo>
                <a:lnTo>
                  <a:pt x="167157" y="2616200"/>
                </a:lnTo>
                <a:lnTo>
                  <a:pt x="183540" y="2616200"/>
                </a:lnTo>
                <a:lnTo>
                  <a:pt x="192176" y="2628900"/>
                </a:lnTo>
                <a:close/>
              </a:path>
              <a:path w="6178550" h="2730500">
                <a:moveTo>
                  <a:pt x="6002807" y="2628900"/>
                </a:moveTo>
                <a:lnTo>
                  <a:pt x="5986373" y="2628900"/>
                </a:lnTo>
                <a:lnTo>
                  <a:pt x="5995009" y="2616200"/>
                </a:lnTo>
                <a:lnTo>
                  <a:pt x="6011392" y="2616200"/>
                </a:lnTo>
                <a:lnTo>
                  <a:pt x="6002807" y="2628900"/>
                </a:lnTo>
                <a:close/>
              </a:path>
              <a:path w="6178550" h="2730500">
                <a:moveTo>
                  <a:pt x="209689" y="2641600"/>
                </a:moveTo>
                <a:lnTo>
                  <a:pt x="193433" y="2641600"/>
                </a:lnTo>
                <a:lnTo>
                  <a:pt x="184505" y="2628900"/>
                </a:lnTo>
                <a:lnTo>
                  <a:pt x="200723" y="2628900"/>
                </a:lnTo>
                <a:lnTo>
                  <a:pt x="209689" y="2641600"/>
                </a:lnTo>
                <a:close/>
              </a:path>
              <a:path w="6178550" h="2730500">
                <a:moveTo>
                  <a:pt x="218681" y="2641600"/>
                </a:moveTo>
                <a:lnTo>
                  <a:pt x="209689" y="2641600"/>
                </a:lnTo>
                <a:lnTo>
                  <a:pt x="209562" y="2628900"/>
                </a:lnTo>
                <a:lnTo>
                  <a:pt x="218681" y="2641600"/>
                </a:lnTo>
                <a:close/>
              </a:path>
              <a:path w="6178550" h="2730500">
                <a:moveTo>
                  <a:pt x="5968860" y="2641600"/>
                </a:moveTo>
                <a:lnTo>
                  <a:pt x="5959868" y="2641600"/>
                </a:lnTo>
                <a:lnTo>
                  <a:pt x="5968987" y="2628900"/>
                </a:lnTo>
                <a:lnTo>
                  <a:pt x="5968860" y="2641600"/>
                </a:lnTo>
                <a:close/>
              </a:path>
              <a:path w="6178550" h="2730500">
                <a:moveTo>
                  <a:pt x="5985116" y="2641600"/>
                </a:moveTo>
                <a:lnTo>
                  <a:pt x="5968860" y="2641600"/>
                </a:lnTo>
                <a:lnTo>
                  <a:pt x="5977826" y="2628900"/>
                </a:lnTo>
                <a:lnTo>
                  <a:pt x="5994044" y="2628900"/>
                </a:lnTo>
                <a:lnTo>
                  <a:pt x="5985116" y="2641600"/>
                </a:lnTo>
                <a:close/>
              </a:path>
              <a:path w="6178550" h="2730500">
                <a:moveTo>
                  <a:pt x="237096" y="2654300"/>
                </a:moveTo>
                <a:lnTo>
                  <a:pt x="211759" y="2654300"/>
                </a:lnTo>
                <a:lnTo>
                  <a:pt x="202514" y="2641600"/>
                </a:lnTo>
                <a:lnTo>
                  <a:pt x="227685" y="2641600"/>
                </a:lnTo>
                <a:lnTo>
                  <a:pt x="237096" y="2654300"/>
                </a:lnTo>
                <a:close/>
              </a:path>
              <a:path w="6178550" h="2730500">
                <a:moveTo>
                  <a:pt x="5966790" y="2654300"/>
                </a:moveTo>
                <a:lnTo>
                  <a:pt x="5941453" y="2654300"/>
                </a:lnTo>
                <a:lnTo>
                  <a:pt x="5950864" y="2641600"/>
                </a:lnTo>
                <a:lnTo>
                  <a:pt x="5976035" y="2641600"/>
                </a:lnTo>
                <a:lnTo>
                  <a:pt x="5966790" y="2654300"/>
                </a:lnTo>
                <a:close/>
              </a:path>
              <a:path w="6178550" h="2730500">
                <a:moveTo>
                  <a:pt x="256082" y="2667000"/>
                </a:moveTo>
                <a:lnTo>
                  <a:pt x="230695" y="2667000"/>
                </a:lnTo>
                <a:lnTo>
                  <a:pt x="221157" y="2654300"/>
                </a:lnTo>
                <a:lnTo>
                  <a:pt x="246380" y="2654300"/>
                </a:lnTo>
                <a:lnTo>
                  <a:pt x="256082" y="2667000"/>
                </a:lnTo>
                <a:close/>
              </a:path>
              <a:path w="6178550" h="2730500">
                <a:moveTo>
                  <a:pt x="5947854" y="2667000"/>
                </a:moveTo>
                <a:lnTo>
                  <a:pt x="5922467" y="2667000"/>
                </a:lnTo>
                <a:lnTo>
                  <a:pt x="5932170" y="2654300"/>
                </a:lnTo>
                <a:lnTo>
                  <a:pt x="5957392" y="2654300"/>
                </a:lnTo>
                <a:lnTo>
                  <a:pt x="5947854" y="2667000"/>
                </a:lnTo>
                <a:close/>
              </a:path>
              <a:path w="6178550" h="2730500">
                <a:moveTo>
                  <a:pt x="285559" y="2679700"/>
                </a:moveTo>
                <a:lnTo>
                  <a:pt x="250228" y="2679700"/>
                </a:lnTo>
                <a:lnTo>
                  <a:pt x="240385" y="2667000"/>
                </a:lnTo>
                <a:lnTo>
                  <a:pt x="275463" y="2667000"/>
                </a:lnTo>
                <a:lnTo>
                  <a:pt x="285559" y="2679700"/>
                </a:lnTo>
                <a:close/>
              </a:path>
              <a:path w="6178550" h="2730500">
                <a:moveTo>
                  <a:pt x="5928321" y="2679700"/>
                </a:moveTo>
                <a:lnTo>
                  <a:pt x="5892990" y="2679700"/>
                </a:lnTo>
                <a:lnTo>
                  <a:pt x="5903087" y="2667000"/>
                </a:lnTo>
                <a:lnTo>
                  <a:pt x="5938164" y="2667000"/>
                </a:lnTo>
                <a:lnTo>
                  <a:pt x="5928321" y="2679700"/>
                </a:lnTo>
                <a:close/>
              </a:path>
              <a:path w="6178550" h="2730500">
                <a:moveTo>
                  <a:pt x="316166" y="2692400"/>
                </a:moveTo>
                <a:lnTo>
                  <a:pt x="280543" y="2692400"/>
                </a:lnTo>
                <a:lnTo>
                  <a:pt x="270306" y="2679700"/>
                </a:lnTo>
                <a:lnTo>
                  <a:pt x="305701" y="2679700"/>
                </a:lnTo>
                <a:lnTo>
                  <a:pt x="316166" y="2692400"/>
                </a:lnTo>
                <a:close/>
              </a:path>
              <a:path w="6178550" h="2730500">
                <a:moveTo>
                  <a:pt x="5898007" y="2692400"/>
                </a:moveTo>
                <a:lnTo>
                  <a:pt x="5862383" y="2692400"/>
                </a:lnTo>
                <a:lnTo>
                  <a:pt x="5872848" y="2679700"/>
                </a:lnTo>
                <a:lnTo>
                  <a:pt x="5908243" y="2679700"/>
                </a:lnTo>
                <a:lnTo>
                  <a:pt x="5898007" y="2692400"/>
                </a:lnTo>
                <a:close/>
              </a:path>
              <a:path w="6178550" h="2730500">
                <a:moveTo>
                  <a:pt x="358546" y="2705100"/>
                </a:moveTo>
                <a:lnTo>
                  <a:pt x="312013" y="2705100"/>
                </a:lnTo>
                <a:lnTo>
                  <a:pt x="301409" y="2692400"/>
                </a:lnTo>
                <a:lnTo>
                  <a:pt x="347637" y="2692400"/>
                </a:lnTo>
                <a:lnTo>
                  <a:pt x="358546" y="2705100"/>
                </a:lnTo>
                <a:close/>
              </a:path>
              <a:path w="6178550" h="2730500">
                <a:moveTo>
                  <a:pt x="5866536" y="2705100"/>
                </a:moveTo>
                <a:lnTo>
                  <a:pt x="5820003" y="2705100"/>
                </a:lnTo>
                <a:lnTo>
                  <a:pt x="5830912" y="2692400"/>
                </a:lnTo>
                <a:lnTo>
                  <a:pt x="5877140" y="2692400"/>
                </a:lnTo>
                <a:lnTo>
                  <a:pt x="5866536" y="2705100"/>
                </a:lnTo>
                <a:close/>
              </a:path>
              <a:path w="6178550" h="2730500">
                <a:moveTo>
                  <a:pt x="459422" y="2717800"/>
                </a:moveTo>
                <a:lnTo>
                  <a:pt x="355612" y="2717800"/>
                </a:lnTo>
                <a:lnTo>
                  <a:pt x="344551" y="2705100"/>
                </a:lnTo>
                <a:lnTo>
                  <a:pt x="447725" y="2705100"/>
                </a:lnTo>
                <a:lnTo>
                  <a:pt x="459422" y="2717800"/>
                </a:lnTo>
                <a:close/>
              </a:path>
              <a:path w="6178550" h="2730500">
                <a:moveTo>
                  <a:pt x="5822937" y="2717800"/>
                </a:moveTo>
                <a:lnTo>
                  <a:pt x="5719127" y="2717800"/>
                </a:lnTo>
                <a:lnTo>
                  <a:pt x="5730824" y="2705100"/>
                </a:lnTo>
                <a:lnTo>
                  <a:pt x="5833998" y="2705100"/>
                </a:lnTo>
                <a:lnTo>
                  <a:pt x="5822937" y="2717800"/>
                </a:lnTo>
                <a:close/>
              </a:path>
              <a:path w="6178550" h="2730500">
                <a:moveTo>
                  <a:pt x="5719241" y="2730500"/>
                </a:moveTo>
                <a:lnTo>
                  <a:pt x="459308" y="2730500"/>
                </a:lnTo>
                <a:lnTo>
                  <a:pt x="447484" y="2717800"/>
                </a:lnTo>
                <a:lnTo>
                  <a:pt x="5731065" y="2717800"/>
                </a:lnTo>
                <a:lnTo>
                  <a:pt x="5719241" y="2730500"/>
                </a:lnTo>
                <a:close/>
              </a:path>
            </a:pathLst>
          </a:custGeom>
          <a:solidFill>
            <a:srgbClr val="293E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31875" y="3524503"/>
            <a:ext cx="5367655" cy="1854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7620">
              <a:lnSpc>
                <a:spcPct val="150000"/>
              </a:lnSpc>
              <a:spcBef>
                <a:spcPts val="100"/>
              </a:spcBef>
            </a:pPr>
            <a:r>
              <a:rPr dirty="0" sz="2000" b="1">
                <a:latin typeface="宋体"/>
                <a:cs typeface="宋体"/>
              </a:rPr>
              <a:t>循环语句</a:t>
            </a:r>
            <a:r>
              <a:rPr dirty="0" sz="2000" spc="-5">
                <a:latin typeface="宋体"/>
                <a:cs typeface="宋体"/>
              </a:rPr>
              <a:t>：重复执行一条或多条语句，Python</a:t>
            </a:r>
            <a:r>
              <a:rPr dirty="0" sz="2000">
                <a:latin typeface="宋体"/>
                <a:cs typeface="宋体"/>
              </a:rPr>
              <a:t>的 </a:t>
            </a:r>
            <a:r>
              <a:rPr dirty="0" sz="2000">
                <a:latin typeface="宋体"/>
                <a:cs typeface="宋体"/>
              </a:rPr>
              <a:t>循环语句包括</a:t>
            </a:r>
            <a:r>
              <a:rPr dirty="0" sz="2000" spc="-5">
                <a:latin typeface="宋体"/>
                <a:cs typeface="宋体"/>
              </a:rPr>
              <a:t>while</a:t>
            </a:r>
            <a:r>
              <a:rPr dirty="0" sz="2000">
                <a:latin typeface="宋体"/>
                <a:cs typeface="宋体"/>
              </a:rPr>
              <a:t>循环和</a:t>
            </a:r>
            <a:r>
              <a:rPr dirty="0" sz="2000" spc="-5">
                <a:latin typeface="宋体"/>
                <a:cs typeface="宋体"/>
              </a:rPr>
              <a:t>for</a:t>
            </a:r>
            <a:r>
              <a:rPr dirty="0" sz="2000">
                <a:latin typeface="宋体"/>
                <a:cs typeface="宋体"/>
              </a:rPr>
              <a:t>循环</a:t>
            </a:r>
            <a:r>
              <a:rPr dirty="0" sz="2000" spc="5">
                <a:latin typeface="宋体"/>
                <a:cs typeface="宋体"/>
              </a:rPr>
              <a:t>。</a:t>
            </a:r>
            <a:endParaRPr sz="2000">
              <a:latin typeface="宋体"/>
              <a:cs typeface="宋体"/>
            </a:endParaRPr>
          </a:p>
          <a:p>
            <a:pPr marL="12700" marR="5080">
              <a:lnSpc>
                <a:spcPct val="150000"/>
              </a:lnSpc>
            </a:pPr>
            <a:r>
              <a:rPr dirty="0" sz="2000" b="1">
                <a:latin typeface="宋体"/>
                <a:cs typeface="宋体"/>
              </a:rPr>
              <a:t>循环结构逻辑</a:t>
            </a:r>
            <a:r>
              <a:rPr dirty="0" sz="2000">
                <a:latin typeface="宋体"/>
                <a:cs typeface="宋体"/>
              </a:rPr>
              <a:t>：若符合条件，则反复执行循环</a:t>
            </a:r>
            <a:r>
              <a:rPr dirty="0" sz="2000">
                <a:latin typeface="宋体"/>
                <a:cs typeface="宋体"/>
              </a:rPr>
              <a:t>体 </a:t>
            </a:r>
            <a:r>
              <a:rPr dirty="0" sz="2000">
                <a:latin typeface="宋体"/>
                <a:cs typeface="宋体"/>
              </a:rPr>
              <a:t>中的语句，若不符合条件，则退出循环</a:t>
            </a:r>
            <a:r>
              <a:rPr dirty="0" sz="2000" spc="5">
                <a:latin typeface="宋体"/>
                <a:cs typeface="宋体"/>
              </a:rPr>
              <a:t>。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96468" y="1243583"/>
            <a:ext cx="10799445" cy="1260475"/>
          </a:xfrm>
          <a:custGeom>
            <a:avLst/>
            <a:gdLst/>
            <a:ahLst/>
            <a:cxnLst/>
            <a:rect l="l" t="t" r="r" b="b"/>
            <a:pathLst>
              <a:path w="10799445" h="1260475">
                <a:moveTo>
                  <a:pt x="10590276" y="1260347"/>
                </a:moveTo>
                <a:lnTo>
                  <a:pt x="208787" y="1260347"/>
                </a:lnTo>
                <a:lnTo>
                  <a:pt x="160894" y="1254736"/>
                </a:lnTo>
                <a:lnTo>
                  <a:pt x="116888" y="1238889"/>
                </a:lnTo>
                <a:lnTo>
                  <a:pt x="78050" y="1214062"/>
                </a:lnTo>
                <a:lnTo>
                  <a:pt x="45661" y="1181509"/>
                </a:lnTo>
                <a:lnTo>
                  <a:pt x="21002" y="1142484"/>
                </a:lnTo>
                <a:lnTo>
                  <a:pt x="5355" y="1098241"/>
                </a:lnTo>
                <a:lnTo>
                  <a:pt x="0" y="1050035"/>
                </a:lnTo>
                <a:lnTo>
                  <a:pt x="0" y="210311"/>
                </a:lnTo>
                <a:lnTo>
                  <a:pt x="5355" y="162180"/>
                </a:lnTo>
                <a:lnTo>
                  <a:pt x="21002" y="117987"/>
                </a:lnTo>
                <a:lnTo>
                  <a:pt x="45661" y="78987"/>
                </a:lnTo>
                <a:lnTo>
                  <a:pt x="78050" y="46434"/>
                </a:lnTo>
                <a:lnTo>
                  <a:pt x="116888" y="21582"/>
                </a:lnTo>
                <a:lnTo>
                  <a:pt x="160894" y="5686"/>
                </a:lnTo>
                <a:lnTo>
                  <a:pt x="208787" y="0"/>
                </a:lnTo>
                <a:lnTo>
                  <a:pt x="10590276" y="0"/>
                </a:lnTo>
                <a:lnTo>
                  <a:pt x="10638169" y="5686"/>
                </a:lnTo>
                <a:lnTo>
                  <a:pt x="10682175" y="21582"/>
                </a:lnTo>
                <a:lnTo>
                  <a:pt x="10721013" y="46434"/>
                </a:lnTo>
                <a:lnTo>
                  <a:pt x="10753402" y="78987"/>
                </a:lnTo>
                <a:lnTo>
                  <a:pt x="10778061" y="117987"/>
                </a:lnTo>
                <a:lnTo>
                  <a:pt x="10793708" y="162180"/>
                </a:lnTo>
                <a:lnTo>
                  <a:pt x="10799064" y="210311"/>
                </a:lnTo>
                <a:lnTo>
                  <a:pt x="10799064" y="1050035"/>
                </a:lnTo>
                <a:lnTo>
                  <a:pt x="10793708" y="1098241"/>
                </a:lnTo>
                <a:lnTo>
                  <a:pt x="10778061" y="1142484"/>
                </a:lnTo>
                <a:lnTo>
                  <a:pt x="10753402" y="1181509"/>
                </a:lnTo>
                <a:lnTo>
                  <a:pt x="10721013" y="1214062"/>
                </a:lnTo>
                <a:lnTo>
                  <a:pt x="10682175" y="1238889"/>
                </a:lnTo>
                <a:lnTo>
                  <a:pt x="10638169" y="1254736"/>
                </a:lnTo>
                <a:lnTo>
                  <a:pt x="10590276" y="1260347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014730" y="1360728"/>
            <a:ext cx="9932035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在财务工作中，经常会涉及到大量重复计算，如预算编制、费用分配等等，那么Python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能 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否帮助我们减少这种重复工作呢</a:t>
            </a:r>
            <a:r>
              <a:rPr dirty="0" sz="2000" spc="5">
                <a:solidFill>
                  <a:srgbClr val="FFFFFF"/>
                </a:solidFill>
                <a:latin typeface="宋体"/>
                <a:cs typeface="宋体"/>
              </a:rPr>
              <a:t>？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807452" y="2778251"/>
            <a:ext cx="3212592" cy="37719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76755" y="2267711"/>
            <a:ext cx="1335405" cy="1945005"/>
          </a:xfrm>
          <a:custGeom>
            <a:avLst/>
            <a:gdLst/>
            <a:ahLst/>
            <a:cxnLst/>
            <a:rect l="l" t="t" r="r" b="b"/>
            <a:pathLst>
              <a:path w="1335405" h="1945004">
                <a:moveTo>
                  <a:pt x="0" y="0"/>
                </a:moveTo>
                <a:lnTo>
                  <a:pt x="1335024" y="0"/>
                </a:lnTo>
                <a:lnTo>
                  <a:pt x="1335024" y="1944624"/>
                </a:lnTo>
                <a:lnTo>
                  <a:pt x="0" y="1944624"/>
                </a:lnTo>
                <a:lnTo>
                  <a:pt x="0" y="0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476755" y="2363635"/>
            <a:ext cx="1335405" cy="1671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24485" marR="316865">
              <a:lnSpc>
                <a:spcPct val="100000"/>
              </a:lnSpc>
              <a:spcBef>
                <a:spcPts val="100"/>
              </a:spcBef>
            </a:pPr>
            <a:r>
              <a:rPr dirty="0" sz="5400">
                <a:solidFill>
                  <a:srgbClr val="EBEBEB"/>
                </a:solidFill>
                <a:latin typeface="宋体"/>
                <a:cs typeface="宋体"/>
              </a:rPr>
              <a:t>目 录</a:t>
            </a:r>
            <a:endParaRPr sz="5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92491" y="2279535"/>
            <a:ext cx="1304925" cy="1891664"/>
          </a:xfrm>
          <a:custGeom>
            <a:avLst/>
            <a:gdLst/>
            <a:ahLst/>
            <a:cxnLst/>
            <a:rect l="l" t="t" r="r" b="b"/>
            <a:pathLst>
              <a:path w="1304925" h="1891664">
                <a:moveTo>
                  <a:pt x="1304302" y="1891055"/>
                </a:moveTo>
                <a:lnTo>
                  <a:pt x="0" y="1891055"/>
                </a:lnTo>
                <a:lnTo>
                  <a:pt x="0" y="0"/>
                </a:lnTo>
                <a:lnTo>
                  <a:pt x="1304302" y="0"/>
                </a:lnTo>
                <a:lnTo>
                  <a:pt x="1304302" y="9525"/>
                </a:lnTo>
                <a:lnTo>
                  <a:pt x="19050" y="9525"/>
                </a:lnTo>
                <a:lnTo>
                  <a:pt x="9525" y="19050"/>
                </a:lnTo>
                <a:lnTo>
                  <a:pt x="19050" y="19050"/>
                </a:lnTo>
                <a:lnTo>
                  <a:pt x="19050" y="1872005"/>
                </a:lnTo>
                <a:lnTo>
                  <a:pt x="9525" y="1872005"/>
                </a:lnTo>
                <a:lnTo>
                  <a:pt x="19050" y="1881530"/>
                </a:lnTo>
                <a:lnTo>
                  <a:pt x="1304302" y="1881530"/>
                </a:lnTo>
                <a:lnTo>
                  <a:pt x="1304302" y="1891055"/>
                </a:lnTo>
                <a:close/>
              </a:path>
              <a:path w="1304925" h="1891664">
                <a:moveTo>
                  <a:pt x="19050" y="19050"/>
                </a:moveTo>
                <a:lnTo>
                  <a:pt x="9525" y="19050"/>
                </a:lnTo>
                <a:lnTo>
                  <a:pt x="19050" y="9525"/>
                </a:lnTo>
                <a:lnTo>
                  <a:pt x="19050" y="19050"/>
                </a:lnTo>
                <a:close/>
              </a:path>
              <a:path w="1304925" h="1891664">
                <a:moveTo>
                  <a:pt x="1285252" y="19050"/>
                </a:moveTo>
                <a:lnTo>
                  <a:pt x="19050" y="19050"/>
                </a:lnTo>
                <a:lnTo>
                  <a:pt x="19050" y="9525"/>
                </a:lnTo>
                <a:lnTo>
                  <a:pt x="1285252" y="9525"/>
                </a:lnTo>
                <a:lnTo>
                  <a:pt x="1285252" y="19050"/>
                </a:lnTo>
                <a:close/>
              </a:path>
              <a:path w="1304925" h="1891664">
                <a:moveTo>
                  <a:pt x="1285252" y="1881530"/>
                </a:moveTo>
                <a:lnTo>
                  <a:pt x="1285252" y="9525"/>
                </a:lnTo>
                <a:lnTo>
                  <a:pt x="1294777" y="19050"/>
                </a:lnTo>
                <a:lnTo>
                  <a:pt x="1304302" y="19050"/>
                </a:lnTo>
                <a:lnTo>
                  <a:pt x="1304302" y="1872005"/>
                </a:lnTo>
                <a:lnTo>
                  <a:pt x="1294777" y="1872005"/>
                </a:lnTo>
                <a:lnTo>
                  <a:pt x="1285252" y="1881530"/>
                </a:lnTo>
                <a:close/>
              </a:path>
              <a:path w="1304925" h="1891664">
                <a:moveTo>
                  <a:pt x="1304302" y="19050"/>
                </a:moveTo>
                <a:lnTo>
                  <a:pt x="1294777" y="19050"/>
                </a:lnTo>
                <a:lnTo>
                  <a:pt x="1285252" y="9525"/>
                </a:lnTo>
                <a:lnTo>
                  <a:pt x="1304302" y="9525"/>
                </a:lnTo>
                <a:lnTo>
                  <a:pt x="1304302" y="19050"/>
                </a:lnTo>
                <a:close/>
              </a:path>
              <a:path w="1304925" h="1891664">
                <a:moveTo>
                  <a:pt x="19050" y="1881530"/>
                </a:moveTo>
                <a:lnTo>
                  <a:pt x="9525" y="1872005"/>
                </a:lnTo>
                <a:lnTo>
                  <a:pt x="19050" y="1872005"/>
                </a:lnTo>
                <a:lnTo>
                  <a:pt x="19050" y="1881530"/>
                </a:lnTo>
                <a:close/>
              </a:path>
              <a:path w="1304925" h="1891664">
                <a:moveTo>
                  <a:pt x="1285252" y="1881530"/>
                </a:moveTo>
                <a:lnTo>
                  <a:pt x="19050" y="1881530"/>
                </a:lnTo>
                <a:lnTo>
                  <a:pt x="19050" y="1872005"/>
                </a:lnTo>
                <a:lnTo>
                  <a:pt x="1285252" y="1872005"/>
                </a:lnTo>
                <a:lnTo>
                  <a:pt x="1285252" y="1881530"/>
                </a:lnTo>
                <a:close/>
              </a:path>
              <a:path w="1304925" h="1891664">
                <a:moveTo>
                  <a:pt x="1304302" y="1881530"/>
                </a:moveTo>
                <a:lnTo>
                  <a:pt x="1285252" y="1881530"/>
                </a:lnTo>
                <a:lnTo>
                  <a:pt x="1294777" y="1872005"/>
                </a:lnTo>
                <a:lnTo>
                  <a:pt x="1304302" y="1872005"/>
                </a:lnTo>
                <a:lnTo>
                  <a:pt x="1304302" y="1881530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201767" y="3632"/>
            <a:ext cx="0" cy="6854825"/>
          </a:xfrm>
          <a:custGeom>
            <a:avLst/>
            <a:gdLst/>
            <a:ahLst/>
            <a:cxnLst/>
            <a:rect l="l" t="t" r="r" b="b"/>
            <a:pathLst>
              <a:path w="0" h="6854825">
                <a:moveTo>
                  <a:pt x="0" y="0"/>
                </a:moveTo>
                <a:lnTo>
                  <a:pt x="0" y="6854367"/>
                </a:lnTo>
              </a:path>
            </a:pathLst>
          </a:custGeom>
          <a:ln w="22225">
            <a:solidFill>
              <a:srgbClr val="2E5B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853940" y="1119505"/>
            <a:ext cx="704850" cy="704215"/>
          </a:xfrm>
          <a:custGeom>
            <a:avLst/>
            <a:gdLst/>
            <a:ahLst/>
            <a:cxnLst/>
            <a:rect l="l" t="t" r="r" b="b"/>
            <a:pathLst>
              <a:path w="704850" h="704214">
                <a:moveTo>
                  <a:pt x="352742" y="704215"/>
                </a:moveTo>
                <a:lnTo>
                  <a:pt x="304961" y="701000"/>
                </a:lnTo>
                <a:lnTo>
                  <a:pt x="259128" y="691637"/>
                </a:lnTo>
                <a:lnTo>
                  <a:pt x="215659" y="676544"/>
                </a:lnTo>
                <a:lnTo>
                  <a:pt x="174972" y="656141"/>
                </a:lnTo>
                <a:lnTo>
                  <a:pt x="137487" y="630848"/>
                </a:lnTo>
                <a:lnTo>
                  <a:pt x="103622" y="601084"/>
                </a:lnTo>
                <a:lnTo>
                  <a:pt x="73875" y="567382"/>
                </a:lnTo>
                <a:lnTo>
                  <a:pt x="48520" y="529991"/>
                </a:lnTo>
                <a:lnTo>
                  <a:pt x="28037" y="489404"/>
                </a:lnTo>
                <a:lnTo>
                  <a:pt x="12845" y="446041"/>
                </a:lnTo>
                <a:lnTo>
                  <a:pt x="3360" y="400326"/>
                </a:lnTo>
                <a:lnTo>
                  <a:pt x="0" y="352679"/>
                </a:lnTo>
                <a:lnTo>
                  <a:pt x="3360" y="304769"/>
                </a:lnTo>
                <a:lnTo>
                  <a:pt x="12845" y="258834"/>
                </a:lnTo>
                <a:lnTo>
                  <a:pt x="28037" y="215292"/>
                </a:lnTo>
                <a:lnTo>
                  <a:pt x="48520" y="174561"/>
                </a:lnTo>
                <a:lnTo>
                  <a:pt x="73875" y="137059"/>
                </a:lnTo>
                <a:lnTo>
                  <a:pt x="103685" y="103201"/>
                </a:lnTo>
                <a:lnTo>
                  <a:pt x="137595" y="73366"/>
                </a:lnTo>
                <a:lnTo>
                  <a:pt x="175046" y="48073"/>
                </a:lnTo>
                <a:lnTo>
                  <a:pt x="215702" y="27670"/>
                </a:lnTo>
                <a:lnTo>
                  <a:pt x="259148" y="12577"/>
                </a:lnTo>
                <a:lnTo>
                  <a:pt x="304968" y="3214"/>
                </a:lnTo>
                <a:lnTo>
                  <a:pt x="352742" y="0"/>
                </a:lnTo>
                <a:lnTo>
                  <a:pt x="400522" y="3214"/>
                </a:lnTo>
                <a:lnTo>
                  <a:pt x="446353" y="12580"/>
                </a:lnTo>
                <a:lnTo>
                  <a:pt x="489815" y="27679"/>
                </a:lnTo>
                <a:lnTo>
                  <a:pt x="530488" y="48094"/>
                </a:lnTo>
                <a:lnTo>
                  <a:pt x="567951" y="73407"/>
                </a:lnTo>
                <a:lnTo>
                  <a:pt x="601782" y="103201"/>
                </a:lnTo>
                <a:lnTo>
                  <a:pt x="631483" y="136945"/>
                </a:lnTo>
                <a:lnTo>
                  <a:pt x="656776" y="174392"/>
                </a:lnTo>
                <a:lnTo>
                  <a:pt x="677179" y="215051"/>
                </a:lnTo>
                <a:lnTo>
                  <a:pt x="692272" y="258503"/>
                </a:lnTo>
                <a:lnTo>
                  <a:pt x="701635" y="304328"/>
                </a:lnTo>
                <a:lnTo>
                  <a:pt x="704850" y="352107"/>
                </a:lnTo>
                <a:lnTo>
                  <a:pt x="701635" y="399886"/>
                </a:lnTo>
                <a:lnTo>
                  <a:pt x="692272" y="445711"/>
                </a:lnTo>
                <a:lnTo>
                  <a:pt x="677179" y="489163"/>
                </a:lnTo>
                <a:lnTo>
                  <a:pt x="656776" y="529822"/>
                </a:lnTo>
                <a:lnTo>
                  <a:pt x="631483" y="567269"/>
                </a:lnTo>
                <a:lnTo>
                  <a:pt x="601719" y="601084"/>
                </a:lnTo>
                <a:lnTo>
                  <a:pt x="567843" y="630889"/>
                </a:lnTo>
                <a:lnTo>
                  <a:pt x="530415" y="656162"/>
                </a:lnTo>
                <a:lnTo>
                  <a:pt x="489772" y="676553"/>
                </a:lnTo>
                <a:lnTo>
                  <a:pt x="446333" y="691639"/>
                </a:lnTo>
                <a:lnTo>
                  <a:pt x="400516" y="701000"/>
                </a:lnTo>
                <a:lnTo>
                  <a:pt x="352742" y="704215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5079619" y="1308989"/>
            <a:ext cx="2540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01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853940" y="2480310"/>
            <a:ext cx="704850" cy="704215"/>
          </a:xfrm>
          <a:custGeom>
            <a:avLst/>
            <a:gdLst/>
            <a:ahLst/>
            <a:cxnLst/>
            <a:rect l="l" t="t" r="r" b="b"/>
            <a:pathLst>
              <a:path w="704850" h="704214">
                <a:moveTo>
                  <a:pt x="352742" y="704214"/>
                </a:moveTo>
                <a:lnTo>
                  <a:pt x="304961" y="701000"/>
                </a:lnTo>
                <a:lnTo>
                  <a:pt x="259126" y="691637"/>
                </a:lnTo>
                <a:lnTo>
                  <a:pt x="215655" y="676544"/>
                </a:lnTo>
                <a:lnTo>
                  <a:pt x="174965" y="656141"/>
                </a:lnTo>
                <a:lnTo>
                  <a:pt x="137477" y="630848"/>
                </a:lnTo>
                <a:lnTo>
                  <a:pt x="103685" y="601171"/>
                </a:lnTo>
                <a:lnTo>
                  <a:pt x="73875" y="567408"/>
                </a:lnTo>
                <a:lnTo>
                  <a:pt x="48520" y="530029"/>
                </a:lnTo>
                <a:lnTo>
                  <a:pt x="28037" y="489457"/>
                </a:lnTo>
                <a:lnTo>
                  <a:pt x="12845" y="446115"/>
                </a:lnTo>
                <a:lnTo>
                  <a:pt x="3360" y="400424"/>
                </a:lnTo>
                <a:lnTo>
                  <a:pt x="0" y="352806"/>
                </a:lnTo>
                <a:lnTo>
                  <a:pt x="3360" y="304866"/>
                </a:lnTo>
                <a:lnTo>
                  <a:pt x="12845" y="258908"/>
                </a:lnTo>
                <a:lnTo>
                  <a:pt x="28037" y="215346"/>
                </a:lnTo>
                <a:lnTo>
                  <a:pt x="48520" y="174599"/>
                </a:lnTo>
                <a:lnTo>
                  <a:pt x="73875" y="137084"/>
                </a:lnTo>
                <a:lnTo>
                  <a:pt x="103685" y="103217"/>
                </a:lnTo>
                <a:lnTo>
                  <a:pt x="137609" y="73366"/>
                </a:lnTo>
                <a:lnTo>
                  <a:pt x="175055" y="48073"/>
                </a:lnTo>
                <a:lnTo>
                  <a:pt x="215708" y="27670"/>
                </a:lnTo>
                <a:lnTo>
                  <a:pt x="259151" y="12577"/>
                </a:lnTo>
                <a:lnTo>
                  <a:pt x="304969" y="3214"/>
                </a:lnTo>
                <a:lnTo>
                  <a:pt x="352742" y="0"/>
                </a:lnTo>
                <a:lnTo>
                  <a:pt x="400523" y="3214"/>
                </a:lnTo>
                <a:lnTo>
                  <a:pt x="446355" y="12580"/>
                </a:lnTo>
                <a:lnTo>
                  <a:pt x="489819" y="27681"/>
                </a:lnTo>
                <a:lnTo>
                  <a:pt x="530495" y="48099"/>
                </a:lnTo>
                <a:lnTo>
                  <a:pt x="567961" y="73416"/>
                </a:lnTo>
                <a:lnTo>
                  <a:pt x="601719" y="103130"/>
                </a:lnTo>
                <a:lnTo>
                  <a:pt x="631483" y="136945"/>
                </a:lnTo>
                <a:lnTo>
                  <a:pt x="656776" y="174392"/>
                </a:lnTo>
                <a:lnTo>
                  <a:pt x="677179" y="215051"/>
                </a:lnTo>
                <a:lnTo>
                  <a:pt x="692272" y="258503"/>
                </a:lnTo>
                <a:lnTo>
                  <a:pt x="701635" y="304328"/>
                </a:lnTo>
                <a:lnTo>
                  <a:pt x="704850" y="352107"/>
                </a:lnTo>
                <a:lnTo>
                  <a:pt x="701635" y="399886"/>
                </a:lnTo>
                <a:lnTo>
                  <a:pt x="692272" y="445711"/>
                </a:lnTo>
                <a:lnTo>
                  <a:pt x="677179" y="489163"/>
                </a:lnTo>
                <a:lnTo>
                  <a:pt x="656776" y="529822"/>
                </a:lnTo>
                <a:lnTo>
                  <a:pt x="631483" y="567269"/>
                </a:lnTo>
                <a:lnTo>
                  <a:pt x="601719" y="601084"/>
                </a:lnTo>
                <a:lnTo>
                  <a:pt x="567829" y="630899"/>
                </a:lnTo>
                <a:lnTo>
                  <a:pt x="530405" y="656167"/>
                </a:lnTo>
                <a:lnTo>
                  <a:pt x="489766" y="676555"/>
                </a:lnTo>
                <a:lnTo>
                  <a:pt x="446330" y="691640"/>
                </a:lnTo>
                <a:lnTo>
                  <a:pt x="400515" y="701001"/>
                </a:lnTo>
                <a:lnTo>
                  <a:pt x="352742" y="704214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5079619" y="2669794"/>
            <a:ext cx="2540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02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853940" y="3840479"/>
            <a:ext cx="704850" cy="704215"/>
          </a:xfrm>
          <a:custGeom>
            <a:avLst/>
            <a:gdLst/>
            <a:ahLst/>
            <a:cxnLst/>
            <a:rect l="l" t="t" r="r" b="b"/>
            <a:pathLst>
              <a:path w="704850" h="704214">
                <a:moveTo>
                  <a:pt x="352742" y="704215"/>
                </a:moveTo>
                <a:lnTo>
                  <a:pt x="304963" y="701000"/>
                </a:lnTo>
                <a:lnTo>
                  <a:pt x="259135" y="691637"/>
                </a:lnTo>
                <a:lnTo>
                  <a:pt x="215676" y="676543"/>
                </a:lnTo>
                <a:lnTo>
                  <a:pt x="175004" y="656139"/>
                </a:lnTo>
                <a:lnTo>
                  <a:pt x="137534" y="630844"/>
                </a:lnTo>
                <a:lnTo>
                  <a:pt x="103685" y="601076"/>
                </a:lnTo>
                <a:lnTo>
                  <a:pt x="73875" y="567256"/>
                </a:lnTo>
                <a:lnTo>
                  <a:pt x="48520" y="529803"/>
                </a:lnTo>
                <a:lnTo>
                  <a:pt x="28037" y="489136"/>
                </a:lnTo>
                <a:lnTo>
                  <a:pt x="12845" y="445674"/>
                </a:lnTo>
                <a:lnTo>
                  <a:pt x="3360" y="399837"/>
                </a:lnTo>
                <a:lnTo>
                  <a:pt x="0" y="352044"/>
                </a:lnTo>
                <a:lnTo>
                  <a:pt x="3360" y="304279"/>
                </a:lnTo>
                <a:lnTo>
                  <a:pt x="12845" y="258467"/>
                </a:lnTo>
                <a:lnTo>
                  <a:pt x="28037" y="215025"/>
                </a:lnTo>
                <a:lnTo>
                  <a:pt x="48520" y="174373"/>
                </a:lnTo>
                <a:lnTo>
                  <a:pt x="73875" y="136933"/>
                </a:lnTo>
                <a:lnTo>
                  <a:pt x="103685" y="103122"/>
                </a:lnTo>
                <a:lnTo>
                  <a:pt x="137534" y="73361"/>
                </a:lnTo>
                <a:lnTo>
                  <a:pt x="175004" y="48070"/>
                </a:lnTo>
                <a:lnTo>
                  <a:pt x="215676" y="27669"/>
                </a:lnTo>
                <a:lnTo>
                  <a:pt x="259135" y="12577"/>
                </a:lnTo>
                <a:lnTo>
                  <a:pt x="304963" y="3214"/>
                </a:lnTo>
                <a:lnTo>
                  <a:pt x="352742" y="0"/>
                </a:lnTo>
                <a:lnTo>
                  <a:pt x="400521" y="3214"/>
                </a:lnTo>
                <a:lnTo>
                  <a:pt x="446346" y="12577"/>
                </a:lnTo>
                <a:lnTo>
                  <a:pt x="489798" y="27670"/>
                </a:lnTo>
                <a:lnTo>
                  <a:pt x="530457" y="48073"/>
                </a:lnTo>
                <a:lnTo>
                  <a:pt x="567904" y="73366"/>
                </a:lnTo>
                <a:lnTo>
                  <a:pt x="601719" y="103130"/>
                </a:lnTo>
                <a:lnTo>
                  <a:pt x="631483" y="136945"/>
                </a:lnTo>
                <a:lnTo>
                  <a:pt x="656776" y="174392"/>
                </a:lnTo>
                <a:lnTo>
                  <a:pt x="677179" y="215051"/>
                </a:lnTo>
                <a:lnTo>
                  <a:pt x="692272" y="258503"/>
                </a:lnTo>
                <a:lnTo>
                  <a:pt x="701635" y="304328"/>
                </a:lnTo>
                <a:lnTo>
                  <a:pt x="704850" y="352107"/>
                </a:lnTo>
                <a:lnTo>
                  <a:pt x="701635" y="399886"/>
                </a:lnTo>
                <a:lnTo>
                  <a:pt x="692272" y="445711"/>
                </a:lnTo>
                <a:lnTo>
                  <a:pt x="677179" y="489163"/>
                </a:lnTo>
                <a:lnTo>
                  <a:pt x="656776" y="529822"/>
                </a:lnTo>
                <a:lnTo>
                  <a:pt x="631483" y="567269"/>
                </a:lnTo>
                <a:lnTo>
                  <a:pt x="601719" y="601084"/>
                </a:lnTo>
                <a:lnTo>
                  <a:pt x="567904" y="630848"/>
                </a:lnTo>
                <a:lnTo>
                  <a:pt x="530457" y="656141"/>
                </a:lnTo>
                <a:lnTo>
                  <a:pt x="489798" y="676544"/>
                </a:lnTo>
                <a:lnTo>
                  <a:pt x="446346" y="691637"/>
                </a:lnTo>
                <a:lnTo>
                  <a:pt x="400521" y="701000"/>
                </a:lnTo>
                <a:lnTo>
                  <a:pt x="352742" y="704215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5079619" y="4029964"/>
            <a:ext cx="2540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03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853944" y="5201284"/>
            <a:ext cx="704850" cy="704215"/>
          </a:xfrm>
          <a:custGeom>
            <a:avLst/>
            <a:gdLst/>
            <a:ahLst/>
            <a:cxnLst/>
            <a:rect l="l" t="t" r="r" b="b"/>
            <a:pathLst>
              <a:path w="704850" h="704214">
                <a:moveTo>
                  <a:pt x="352738" y="704214"/>
                </a:moveTo>
                <a:lnTo>
                  <a:pt x="304958" y="701000"/>
                </a:lnTo>
                <a:lnTo>
                  <a:pt x="259130" y="691637"/>
                </a:lnTo>
                <a:lnTo>
                  <a:pt x="215670" y="676544"/>
                </a:lnTo>
                <a:lnTo>
                  <a:pt x="174996" y="656141"/>
                </a:lnTo>
                <a:lnTo>
                  <a:pt x="137524" y="630848"/>
                </a:lnTo>
                <a:lnTo>
                  <a:pt x="103674" y="601084"/>
                </a:lnTo>
                <a:lnTo>
                  <a:pt x="73862" y="567269"/>
                </a:lnTo>
                <a:lnTo>
                  <a:pt x="48506" y="529822"/>
                </a:lnTo>
                <a:lnTo>
                  <a:pt x="28023" y="489163"/>
                </a:lnTo>
                <a:lnTo>
                  <a:pt x="12833" y="445711"/>
                </a:lnTo>
                <a:lnTo>
                  <a:pt x="3352" y="399886"/>
                </a:lnTo>
                <a:lnTo>
                  <a:pt x="0" y="352107"/>
                </a:lnTo>
                <a:lnTo>
                  <a:pt x="3365" y="304328"/>
                </a:lnTo>
                <a:lnTo>
                  <a:pt x="12853" y="258503"/>
                </a:lnTo>
                <a:lnTo>
                  <a:pt x="28046" y="215051"/>
                </a:lnTo>
                <a:lnTo>
                  <a:pt x="48528" y="174392"/>
                </a:lnTo>
                <a:lnTo>
                  <a:pt x="73881" y="136945"/>
                </a:lnTo>
                <a:lnTo>
                  <a:pt x="103690" y="103130"/>
                </a:lnTo>
                <a:lnTo>
                  <a:pt x="137537" y="73366"/>
                </a:lnTo>
                <a:lnTo>
                  <a:pt x="175004" y="48073"/>
                </a:lnTo>
                <a:lnTo>
                  <a:pt x="215675" y="27670"/>
                </a:lnTo>
                <a:lnTo>
                  <a:pt x="259132" y="12577"/>
                </a:lnTo>
                <a:lnTo>
                  <a:pt x="304959" y="3214"/>
                </a:lnTo>
                <a:lnTo>
                  <a:pt x="352738" y="0"/>
                </a:lnTo>
                <a:lnTo>
                  <a:pt x="400516" y="3214"/>
                </a:lnTo>
                <a:lnTo>
                  <a:pt x="446342" y="12577"/>
                </a:lnTo>
                <a:lnTo>
                  <a:pt x="489795" y="27671"/>
                </a:lnTo>
                <a:lnTo>
                  <a:pt x="530456" y="48075"/>
                </a:lnTo>
                <a:lnTo>
                  <a:pt x="567905" y="73370"/>
                </a:lnTo>
                <a:lnTo>
                  <a:pt x="601722" y="103138"/>
                </a:lnTo>
                <a:lnTo>
                  <a:pt x="631487" y="136958"/>
                </a:lnTo>
                <a:lnTo>
                  <a:pt x="656781" y="174411"/>
                </a:lnTo>
                <a:lnTo>
                  <a:pt x="677184" y="215078"/>
                </a:lnTo>
                <a:lnTo>
                  <a:pt x="692275" y="258540"/>
                </a:lnTo>
                <a:lnTo>
                  <a:pt x="701634" y="304377"/>
                </a:lnTo>
                <a:lnTo>
                  <a:pt x="704841" y="352170"/>
                </a:lnTo>
                <a:lnTo>
                  <a:pt x="701621" y="399935"/>
                </a:lnTo>
                <a:lnTo>
                  <a:pt x="692255" y="445747"/>
                </a:lnTo>
                <a:lnTo>
                  <a:pt x="677161" y="489189"/>
                </a:lnTo>
                <a:lnTo>
                  <a:pt x="656759" y="529841"/>
                </a:lnTo>
                <a:lnTo>
                  <a:pt x="631468" y="567281"/>
                </a:lnTo>
                <a:lnTo>
                  <a:pt x="601706" y="601092"/>
                </a:lnTo>
                <a:lnTo>
                  <a:pt x="567893" y="630853"/>
                </a:lnTo>
                <a:lnTo>
                  <a:pt x="530448" y="656144"/>
                </a:lnTo>
                <a:lnTo>
                  <a:pt x="489790" y="676545"/>
                </a:lnTo>
                <a:lnTo>
                  <a:pt x="446340" y="691637"/>
                </a:lnTo>
                <a:lnTo>
                  <a:pt x="400516" y="701000"/>
                </a:lnTo>
                <a:lnTo>
                  <a:pt x="352738" y="704214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5079619" y="5390769"/>
            <a:ext cx="2540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04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5930900" y="1257300"/>
            <a:ext cx="155829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while</a:t>
            </a:r>
            <a:r>
              <a:rPr dirty="0" sz="2400" spc="-90" b="1">
                <a:solidFill>
                  <a:srgbClr val="2E5B50"/>
                </a:solidFill>
                <a:latin typeface="宋体"/>
                <a:cs typeface="宋体"/>
              </a:rPr>
              <a:t> </a:t>
            </a: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循</a:t>
            </a:r>
            <a:r>
              <a:rPr dirty="0" sz="2400" spc="-10" b="1">
                <a:solidFill>
                  <a:srgbClr val="2E5B50"/>
                </a:solidFill>
                <a:latin typeface="宋体"/>
                <a:cs typeface="宋体"/>
              </a:rPr>
              <a:t>环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930900" y="2618104"/>
            <a:ext cx="125095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for</a:t>
            </a:r>
            <a:r>
              <a:rPr dirty="0" sz="2400" spc="-90" b="1">
                <a:solidFill>
                  <a:srgbClr val="2E5B50"/>
                </a:solidFill>
                <a:latin typeface="宋体"/>
                <a:cs typeface="宋体"/>
              </a:rPr>
              <a:t> </a:t>
            </a: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循</a:t>
            </a:r>
            <a:r>
              <a:rPr dirty="0" sz="2400" spc="-10" b="1">
                <a:solidFill>
                  <a:srgbClr val="2E5B50"/>
                </a:solidFill>
                <a:latin typeface="宋体"/>
                <a:cs typeface="宋体"/>
              </a:rPr>
              <a:t>环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930900" y="3977640"/>
            <a:ext cx="12484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嵌套循</a:t>
            </a:r>
            <a:r>
              <a:rPr dirty="0" sz="2400" spc="-10" b="1">
                <a:solidFill>
                  <a:srgbClr val="2E5B50"/>
                </a:solidFill>
                <a:latin typeface="宋体"/>
                <a:cs typeface="宋体"/>
              </a:rPr>
              <a:t>环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930900" y="5338445"/>
            <a:ext cx="12484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跳转语</a:t>
            </a:r>
            <a:r>
              <a:rPr dirty="0" sz="2400" spc="-10" b="1">
                <a:solidFill>
                  <a:srgbClr val="2E5B50"/>
                </a:solidFill>
                <a:latin typeface="宋体"/>
                <a:cs typeface="宋体"/>
              </a:rPr>
              <a:t>句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5444" y="2106167"/>
            <a:ext cx="2127885" cy="2646045"/>
          </a:xfrm>
          <a:prstGeom prst="rect">
            <a:avLst/>
          </a:prstGeom>
          <a:solidFill>
            <a:srgbClr val="F1F1F1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9300"/>
              </a:lnSpc>
            </a:pPr>
            <a:r>
              <a:rPr dirty="0" sz="16600" spc="-35" b="1">
                <a:solidFill>
                  <a:srgbClr val="205657"/>
                </a:solidFill>
                <a:latin typeface="宋体"/>
                <a:cs typeface="宋体"/>
              </a:rPr>
              <a:t>01</a:t>
            </a:r>
            <a:endParaRPr sz="166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848108" y="2909912"/>
            <a:ext cx="3857625" cy="9398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="1">
                <a:solidFill>
                  <a:srgbClr val="2E5B50"/>
                </a:solidFill>
                <a:latin typeface="宋体"/>
                <a:cs typeface="宋体"/>
              </a:rPr>
              <a:t>while</a:t>
            </a:r>
            <a:r>
              <a:rPr dirty="0" spc="-85" b="1">
                <a:solidFill>
                  <a:srgbClr val="2E5B50"/>
                </a:solidFill>
                <a:latin typeface="宋体"/>
                <a:cs typeface="宋体"/>
              </a:rPr>
              <a:t> </a:t>
            </a:r>
            <a:r>
              <a:rPr dirty="0" b="1">
                <a:solidFill>
                  <a:srgbClr val="2E5B50"/>
                </a:solidFill>
                <a:latin typeface="宋体"/>
                <a:cs typeface="宋体"/>
              </a:rPr>
              <a:t>循</a:t>
            </a:r>
            <a:r>
              <a:rPr dirty="0" spc="-25" b="1">
                <a:solidFill>
                  <a:srgbClr val="2E5B50"/>
                </a:solidFill>
                <a:latin typeface="宋体"/>
                <a:cs typeface="宋体"/>
              </a:rPr>
              <a:t>环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2"/>
            <a:ext cx="203200" cy="609600"/>
          </a:xfrm>
          <a:custGeom>
            <a:avLst/>
            <a:gdLst/>
            <a:ahLst/>
            <a:cxnLst/>
            <a:rect l="l" t="t" r="r" b="b"/>
            <a:pathLst>
              <a:path w="203200" h="609600">
                <a:moveTo>
                  <a:pt x="0" y="0"/>
                </a:moveTo>
                <a:lnTo>
                  <a:pt x="202692" y="0"/>
                </a:lnTo>
                <a:lnTo>
                  <a:pt x="202692" y="609599"/>
                </a:lnTo>
                <a:lnTo>
                  <a:pt x="0" y="609599"/>
                </a:lnTo>
                <a:lnTo>
                  <a:pt x="0" y="0"/>
                </a:lnTo>
                <a:close/>
              </a:path>
            </a:pathLst>
          </a:custGeom>
          <a:solidFill>
            <a:srgbClr val="20565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1940" y="217411"/>
            <a:ext cx="155829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while</a:t>
            </a:r>
            <a:r>
              <a:rPr dirty="0" sz="2400" spc="-90" b="1">
                <a:solidFill>
                  <a:srgbClr val="2E5B50"/>
                </a:solidFill>
                <a:latin typeface="宋体"/>
                <a:cs typeface="宋体"/>
              </a:rPr>
              <a:t> </a:t>
            </a: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循</a:t>
            </a:r>
            <a:r>
              <a:rPr dirty="0" sz="2400" spc="-10" b="1">
                <a:solidFill>
                  <a:srgbClr val="2E5B50"/>
                </a:solidFill>
                <a:latin typeface="宋体"/>
                <a:cs typeface="宋体"/>
              </a:rPr>
              <a:t>环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96468" y="1243583"/>
            <a:ext cx="10799445" cy="756285"/>
          </a:xfrm>
          <a:custGeom>
            <a:avLst/>
            <a:gdLst/>
            <a:ahLst/>
            <a:cxnLst/>
            <a:rect l="l" t="t" r="r" b="b"/>
            <a:pathLst>
              <a:path w="10799445" h="756285">
                <a:moveTo>
                  <a:pt x="10674096" y="755903"/>
                </a:moveTo>
                <a:lnTo>
                  <a:pt x="124968" y="755903"/>
                </a:lnTo>
                <a:lnTo>
                  <a:pt x="76234" y="746289"/>
                </a:lnTo>
                <a:lnTo>
                  <a:pt x="36395" y="719489"/>
                </a:lnTo>
                <a:lnTo>
                  <a:pt x="9600" y="679655"/>
                </a:lnTo>
                <a:lnTo>
                  <a:pt x="0" y="630935"/>
                </a:lnTo>
                <a:lnTo>
                  <a:pt x="0" y="126491"/>
                </a:lnTo>
                <a:lnTo>
                  <a:pt x="9600" y="77377"/>
                </a:lnTo>
                <a:lnTo>
                  <a:pt x="36395" y="37252"/>
                </a:lnTo>
                <a:lnTo>
                  <a:pt x="76234" y="10123"/>
                </a:lnTo>
                <a:lnTo>
                  <a:pt x="124968" y="0"/>
                </a:lnTo>
                <a:lnTo>
                  <a:pt x="10674096" y="0"/>
                </a:lnTo>
                <a:lnTo>
                  <a:pt x="10722829" y="10123"/>
                </a:lnTo>
                <a:lnTo>
                  <a:pt x="10762668" y="37252"/>
                </a:lnTo>
                <a:lnTo>
                  <a:pt x="10789463" y="77377"/>
                </a:lnTo>
                <a:lnTo>
                  <a:pt x="10799064" y="126491"/>
                </a:lnTo>
                <a:lnTo>
                  <a:pt x="10799064" y="630935"/>
                </a:lnTo>
                <a:lnTo>
                  <a:pt x="10789463" y="679655"/>
                </a:lnTo>
                <a:lnTo>
                  <a:pt x="10762668" y="719489"/>
                </a:lnTo>
                <a:lnTo>
                  <a:pt x="10722829" y="746289"/>
                </a:lnTo>
                <a:lnTo>
                  <a:pt x="10674096" y="755903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4744" y="1490509"/>
            <a:ext cx="727392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5" b="1">
                <a:solidFill>
                  <a:srgbClr val="FFFFFF"/>
                </a:solidFill>
                <a:latin typeface="宋体"/>
                <a:cs typeface="宋体"/>
              </a:rPr>
              <a:t>while</a:t>
            </a:r>
            <a:r>
              <a:rPr dirty="0" sz="2000" b="1">
                <a:solidFill>
                  <a:srgbClr val="FFFFFF"/>
                </a:solidFill>
                <a:latin typeface="宋体"/>
                <a:cs typeface="宋体"/>
              </a:rPr>
              <a:t>循环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：只要条件满足就不断循环，条件不满足时退出循环</a:t>
            </a:r>
            <a:r>
              <a:rPr dirty="0" sz="2000" spc="5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88848" y="5227320"/>
            <a:ext cx="10807065" cy="1209040"/>
          </a:xfrm>
          <a:custGeom>
            <a:avLst/>
            <a:gdLst/>
            <a:ahLst/>
            <a:cxnLst/>
            <a:rect l="l" t="t" r="r" b="b"/>
            <a:pathLst>
              <a:path w="10807065" h="1209039">
                <a:moveTo>
                  <a:pt x="10605516" y="1208531"/>
                </a:moveTo>
                <a:lnTo>
                  <a:pt x="201167" y="1208531"/>
                </a:lnTo>
                <a:lnTo>
                  <a:pt x="154920" y="1203394"/>
                </a:lnTo>
                <a:lnTo>
                  <a:pt x="112478" y="1188360"/>
                </a:lnTo>
                <a:lnTo>
                  <a:pt x="75060" y="1164646"/>
                </a:lnTo>
                <a:lnTo>
                  <a:pt x="43885" y="1133471"/>
                </a:lnTo>
                <a:lnTo>
                  <a:pt x="20171" y="1096053"/>
                </a:lnTo>
                <a:lnTo>
                  <a:pt x="5137" y="1053611"/>
                </a:lnTo>
                <a:lnTo>
                  <a:pt x="0" y="1007363"/>
                </a:lnTo>
                <a:lnTo>
                  <a:pt x="0" y="201167"/>
                </a:lnTo>
                <a:lnTo>
                  <a:pt x="5137" y="154873"/>
                </a:lnTo>
                <a:lnTo>
                  <a:pt x="20171" y="112400"/>
                </a:lnTo>
                <a:lnTo>
                  <a:pt x="43885" y="74967"/>
                </a:lnTo>
                <a:lnTo>
                  <a:pt x="75060" y="43792"/>
                </a:lnTo>
                <a:lnTo>
                  <a:pt x="112478" y="20094"/>
                </a:lnTo>
                <a:lnTo>
                  <a:pt x="154920" y="5090"/>
                </a:lnTo>
                <a:lnTo>
                  <a:pt x="201167" y="0"/>
                </a:lnTo>
                <a:lnTo>
                  <a:pt x="10605516" y="0"/>
                </a:lnTo>
                <a:lnTo>
                  <a:pt x="10651763" y="5090"/>
                </a:lnTo>
                <a:lnTo>
                  <a:pt x="10694205" y="20094"/>
                </a:lnTo>
                <a:lnTo>
                  <a:pt x="10731623" y="43792"/>
                </a:lnTo>
                <a:lnTo>
                  <a:pt x="10762798" y="74967"/>
                </a:lnTo>
                <a:lnTo>
                  <a:pt x="10786512" y="112400"/>
                </a:lnTo>
                <a:lnTo>
                  <a:pt x="10801546" y="154873"/>
                </a:lnTo>
                <a:lnTo>
                  <a:pt x="10806684" y="201167"/>
                </a:lnTo>
                <a:lnTo>
                  <a:pt x="10806684" y="1007363"/>
                </a:lnTo>
                <a:lnTo>
                  <a:pt x="10801546" y="1053611"/>
                </a:lnTo>
                <a:lnTo>
                  <a:pt x="10786512" y="1096053"/>
                </a:lnTo>
                <a:lnTo>
                  <a:pt x="10762798" y="1133471"/>
                </a:lnTo>
                <a:lnTo>
                  <a:pt x="10731623" y="1164646"/>
                </a:lnTo>
                <a:lnTo>
                  <a:pt x="10694205" y="1188360"/>
                </a:lnTo>
                <a:lnTo>
                  <a:pt x="10651763" y="1203394"/>
                </a:lnTo>
                <a:lnTo>
                  <a:pt x="10605516" y="12085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60831" y="5164835"/>
            <a:ext cx="731520" cy="379730"/>
          </a:xfrm>
          <a:custGeom>
            <a:avLst/>
            <a:gdLst/>
            <a:ahLst/>
            <a:cxnLst/>
            <a:rect l="l" t="t" r="r" b="b"/>
            <a:pathLst>
              <a:path w="731519" h="379729">
                <a:moveTo>
                  <a:pt x="667512" y="379475"/>
                </a:moveTo>
                <a:lnTo>
                  <a:pt x="62484" y="379475"/>
                </a:lnTo>
                <a:lnTo>
                  <a:pt x="38220" y="374427"/>
                </a:lnTo>
                <a:lnTo>
                  <a:pt x="18321" y="360773"/>
                </a:lnTo>
                <a:lnTo>
                  <a:pt x="4882" y="340469"/>
                </a:lnTo>
                <a:lnTo>
                  <a:pt x="0" y="315467"/>
                </a:lnTo>
                <a:lnTo>
                  <a:pt x="0" y="64008"/>
                </a:lnTo>
                <a:lnTo>
                  <a:pt x="4882" y="39078"/>
                </a:lnTo>
                <a:lnTo>
                  <a:pt x="18321" y="18797"/>
                </a:lnTo>
                <a:lnTo>
                  <a:pt x="38220" y="5120"/>
                </a:lnTo>
                <a:lnTo>
                  <a:pt x="62484" y="0"/>
                </a:lnTo>
                <a:lnTo>
                  <a:pt x="667512" y="0"/>
                </a:lnTo>
                <a:lnTo>
                  <a:pt x="692513" y="5120"/>
                </a:lnTo>
                <a:lnTo>
                  <a:pt x="712817" y="18797"/>
                </a:lnTo>
                <a:lnTo>
                  <a:pt x="726471" y="39078"/>
                </a:lnTo>
                <a:lnTo>
                  <a:pt x="731520" y="64008"/>
                </a:lnTo>
                <a:lnTo>
                  <a:pt x="731520" y="315467"/>
                </a:lnTo>
                <a:lnTo>
                  <a:pt x="726471" y="340469"/>
                </a:lnTo>
                <a:lnTo>
                  <a:pt x="712817" y="360773"/>
                </a:lnTo>
                <a:lnTo>
                  <a:pt x="692513" y="374427"/>
                </a:lnTo>
                <a:lnTo>
                  <a:pt x="667512" y="379475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697318" y="5109457"/>
            <a:ext cx="7210425" cy="1065530"/>
          </a:xfrm>
          <a:prstGeom prst="rect">
            <a:avLst/>
          </a:prstGeom>
        </p:spPr>
        <p:txBody>
          <a:bodyPr wrap="square" lIns="0" tIns="9525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50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注意</a:t>
            </a:r>
            <a:endParaRPr sz="1800">
              <a:latin typeface="宋体"/>
              <a:cs typeface="宋体"/>
            </a:endParaRPr>
          </a:p>
          <a:p>
            <a:pPr marL="593725" indent="-28638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593725" algn="l"/>
                <a:tab pos="594360" algn="l"/>
              </a:tabLst>
            </a:pPr>
            <a:r>
              <a:rPr dirty="0" sz="1600">
                <a:latin typeface="宋体"/>
                <a:cs typeface="宋体"/>
              </a:rPr>
              <a:t>变量</a:t>
            </a:r>
            <a:r>
              <a:rPr dirty="0" sz="1600" spc="-5">
                <a:latin typeface="宋体"/>
                <a:cs typeface="宋体"/>
              </a:rPr>
              <a:t>i</a:t>
            </a:r>
            <a:r>
              <a:rPr dirty="0" sz="1600">
                <a:latin typeface="宋体"/>
                <a:cs typeface="宋体"/>
              </a:rPr>
              <a:t>增加到</a:t>
            </a:r>
            <a:r>
              <a:rPr dirty="0" sz="1600" spc="-5">
                <a:latin typeface="宋体"/>
                <a:cs typeface="宋体"/>
              </a:rPr>
              <a:t>5</a:t>
            </a:r>
            <a:r>
              <a:rPr dirty="0" sz="1600">
                <a:latin typeface="宋体"/>
                <a:cs typeface="宋体"/>
              </a:rPr>
              <a:t>时，不再满足</a:t>
            </a:r>
            <a:r>
              <a:rPr dirty="0" sz="1600" spc="-5">
                <a:latin typeface="宋体"/>
                <a:cs typeface="宋体"/>
              </a:rPr>
              <a:t>while</a:t>
            </a:r>
            <a:r>
              <a:rPr dirty="0" sz="1600">
                <a:latin typeface="宋体"/>
                <a:cs typeface="宋体"/>
              </a:rPr>
              <a:t>条件，退出循环</a:t>
            </a:r>
            <a:r>
              <a:rPr dirty="0" sz="1600" spc="-5">
                <a:latin typeface="宋体"/>
                <a:cs typeface="宋体"/>
              </a:rPr>
              <a:t>；</a:t>
            </a:r>
            <a:endParaRPr sz="1600">
              <a:latin typeface="宋体"/>
              <a:cs typeface="宋体"/>
            </a:endParaRPr>
          </a:p>
          <a:p>
            <a:pPr marL="593725" indent="-286385">
              <a:lnSpc>
                <a:spcPct val="100000"/>
              </a:lnSpc>
              <a:spcBef>
                <a:spcPts val="960"/>
              </a:spcBef>
              <a:buFont typeface="Arial"/>
              <a:buChar char="•"/>
              <a:tabLst>
                <a:tab pos="593725" algn="l"/>
                <a:tab pos="594360" algn="l"/>
              </a:tabLst>
            </a:pPr>
            <a:r>
              <a:rPr dirty="0" sz="1600">
                <a:latin typeface="宋体"/>
                <a:cs typeface="宋体"/>
              </a:rPr>
              <a:t>缺少更新表达式或条件表达式永远满足</a:t>
            </a:r>
            <a:r>
              <a:rPr dirty="0" sz="1600" spc="-5">
                <a:latin typeface="宋体"/>
                <a:cs typeface="宋体"/>
              </a:rPr>
              <a:t>(</a:t>
            </a:r>
            <a:r>
              <a:rPr dirty="0" sz="1600">
                <a:latin typeface="宋体"/>
                <a:cs typeface="宋体"/>
              </a:rPr>
              <a:t>比如</a:t>
            </a:r>
            <a:r>
              <a:rPr dirty="0" sz="1600" spc="-5">
                <a:latin typeface="宋体"/>
                <a:cs typeface="宋体"/>
              </a:rPr>
              <a:t>：while</a:t>
            </a:r>
            <a:r>
              <a:rPr dirty="0" sz="1600" spc="-65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1=1)</a:t>
            </a:r>
            <a:r>
              <a:rPr dirty="0" sz="1600">
                <a:latin typeface="宋体"/>
                <a:cs typeface="宋体"/>
              </a:rPr>
              <a:t>会引起死循环</a:t>
            </a:r>
            <a:r>
              <a:rPr dirty="0" sz="1600" spc="-5">
                <a:latin typeface="宋体"/>
                <a:cs typeface="宋体"/>
              </a:rPr>
              <a:t>。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96468" y="2351532"/>
            <a:ext cx="10799445" cy="2524125"/>
          </a:xfrm>
          <a:custGeom>
            <a:avLst/>
            <a:gdLst/>
            <a:ahLst/>
            <a:cxnLst/>
            <a:rect l="l" t="t" r="r" b="b"/>
            <a:pathLst>
              <a:path w="10799445" h="2524125">
                <a:moveTo>
                  <a:pt x="10378440" y="2523744"/>
                </a:moveTo>
                <a:lnTo>
                  <a:pt x="420623" y="2523744"/>
                </a:lnTo>
                <a:lnTo>
                  <a:pt x="371466" y="2520942"/>
                </a:lnTo>
                <a:lnTo>
                  <a:pt x="323986" y="2512687"/>
                </a:lnTo>
                <a:lnTo>
                  <a:pt x="278501" y="2499294"/>
                </a:lnTo>
                <a:lnTo>
                  <a:pt x="235325" y="2481079"/>
                </a:lnTo>
                <a:lnTo>
                  <a:pt x="194775" y="2458358"/>
                </a:lnTo>
                <a:lnTo>
                  <a:pt x="157164" y="2431445"/>
                </a:lnTo>
                <a:lnTo>
                  <a:pt x="122810" y="2400657"/>
                </a:lnTo>
                <a:lnTo>
                  <a:pt x="92027" y="2366308"/>
                </a:lnTo>
                <a:lnTo>
                  <a:pt x="65132" y="2328715"/>
                </a:lnTo>
                <a:lnTo>
                  <a:pt x="42438" y="2288192"/>
                </a:lnTo>
                <a:lnTo>
                  <a:pt x="24263" y="2245056"/>
                </a:lnTo>
                <a:lnTo>
                  <a:pt x="10921" y="2199621"/>
                </a:lnTo>
                <a:lnTo>
                  <a:pt x="2728" y="2152204"/>
                </a:lnTo>
                <a:lnTo>
                  <a:pt x="0" y="2103120"/>
                </a:lnTo>
                <a:lnTo>
                  <a:pt x="0" y="420624"/>
                </a:lnTo>
                <a:lnTo>
                  <a:pt x="2728" y="371663"/>
                </a:lnTo>
                <a:lnTo>
                  <a:pt x="10921" y="324350"/>
                </a:lnTo>
                <a:lnTo>
                  <a:pt x="24263" y="279001"/>
                </a:lnTo>
                <a:lnTo>
                  <a:pt x="42438" y="235932"/>
                </a:lnTo>
                <a:lnTo>
                  <a:pt x="65132" y="195457"/>
                </a:lnTo>
                <a:lnTo>
                  <a:pt x="92027" y="157892"/>
                </a:lnTo>
                <a:lnTo>
                  <a:pt x="122810" y="123553"/>
                </a:lnTo>
                <a:lnTo>
                  <a:pt x="157164" y="92755"/>
                </a:lnTo>
                <a:lnTo>
                  <a:pt x="194775" y="65814"/>
                </a:lnTo>
                <a:lnTo>
                  <a:pt x="235325" y="43045"/>
                </a:lnTo>
                <a:lnTo>
                  <a:pt x="278501" y="24763"/>
                </a:lnTo>
                <a:lnTo>
                  <a:pt x="323986" y="11285"/>
                </a:lnTo>
                <a:lnTo>
                  <a:pt x="371466" y="2925"/>
                </a:lnTo>
                <a:lnTo>
                  <a:pt x="420623" y="0"/>
                </a:lnTo>
                <a:lnTo>
                  <a:pt x="10378440" y="0"/>
                </a:lnTo>
                <a:lnTo>
                  <a:pt x="10427597" y="2925"/>
                </a:lnTo>
                <a:lnTo>
                  <a:pt x="10475077" y="11285"/>
                </a:lnTo>
                <a:lnTo>
                  <a:pt x="10520562" y="24763"/>
                </a:lnTo>
                <a:lnTo>
                  <a:pt x="10563738" y="43045"/>
                </a:lnTo>
                <a:lnTo>
                  <a:pt x="10604288" y="65814"/>
                </a:lnTo>
                <a:lnTo>
                  <a:pt x="10641899" y="92755"/>
                </a:lnTo>
                <a:lnTo>
                  <a:pt x="10676253" y="123553"/>
                </a:lnTo>
                <a:lnTo>
                  <a:pt x="10707036" y="157892"/>
                </a:lnTo>
                <a:lnTo>
                  <a:pt x="10733931" y="195457"/>
                </a:lnTo>
                <a:lnTo>
                  <a:pt x="10756625" y="235932"/>
                </a:lnTo>
                <a:lnTo>
                  <a:pt x="10774800" y="279001"/>
                </a:lnTo>
                <a:lnTo>
                  <a:pt x="10788142" y="324350"/>
                </a:lnTo>
                <a:lnTo>
                  <a:pt x="10796335" y="371663"/>
                </a:lnTo>
                <a:lnTo>
                  <a:pt x="10799064" y="420624"/>
                </a:lnTo>
                <a:lnTo>
                  <a:pt x="10799064" y="2103120"/>
                </a:lnTo>
                <a:lnTo>
                  <a:pt x="10796335" y="2152204"/>
                </a:lnTo>
                <a:lnTo>
                  <a:pt x="10788142" y="2199621"/>
                </a:lnTo>
                <a:lnTo>
                  <a:pt x="10774800" y="2245056"/>
                </a:lnTo>
                <a:lnTo>
                  <a:pt x="10756625" y="2288192"/>
                </a:lnTo>
                <a:lnTo>
                  <a:pt x="10733931" y="2328715"/>
                </a:lnTo>
                <a:lnTo>
                  <a:pt x="10707036" y="2366308"/>
                </a:lnTo>
                <a:lnTo>
                  <a:pt x="10676253" y="2400657"/>
                </a:lnTo>
                <a:lnTo>
                  <a:pt x="10641899" y="2431445"/>
                </a:lnTo>
                <a:lnTo>
                  <a:pt x="10604288" y="2458358"/>
                </a:lnTo>
                <a:lnTo>
                  <a:pt x="10563738" y="2481079"/>
                </a:lnTo>
                <a:lnTo>
                  <a:pt x="10520562" y="2499294"/>
                </a:lnTo>
                <a:lnTo>
                  <a:pt x="10475077" y="2512687"/>
                </a:lnTo>
                <a:lnTo>
                  <a:pt x="10427597" y="2520942"/>
                </a:lnTo>
                <a:lnTo>
                  <a:pt x="10378440" y="252374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89609" y="2345664"/>
            <a:ext cx="10812780" cy="2527300"/>
          </a:xfrm>
          <a:custGeom>
            <a:avLst/>
            <a:gdLst/>
            <a:ahLst/>
            <a:cxnLst/>
            <a:rect l="l" t="t" r="r" b="b"/>
            <a:pathLst>
              <a:path w="10812780" h="2527300">
                <a:moveTo>
                  <a:pt x="10492549" y="12700"/>
                </a:moveTo>
                <a:lnTo>
                  <a:pt x="320230" y="12700"/>
                </a:lnTo>
                <a:lnTo>
                  <a:pt x="330517" y="0"/>
                </a:lnTo>
                <a:lnTo>
                  <a:pt x="10482262" y="0"/>
                </a:lnTo>
                <a:lnTo>
                  <a:pt x="10492549" y="12700"/>
                </a:lnTo>
                <a:close/>
              </a:path>
              <a:path w="10812780" h="2527300">
                <a:moveTo>
                  <a:pt x="323316" y="25400"/>
                </a:moveTo>
                <a:lnTo>
                  <a:pt x="280136" y="25400"/>
                </a:lnTo>
                <a:lnTo>
                  <a:pt x="290004" y="12700"/>
                </a:lnTo>
                <a:lnTo>
                  <a:pt x="333451" y="12700"/>
                </a:lnTo>
                <a:lnTo>
                  <a:pt x="323316" y="25400"/>
                </a:lnTo>
                <a:close/>
              </a:path>
              <a:path w="10812780" h="2527300">
                <a:moveTo>
                  <a:pt x="10532643" y="25400"/>
                </a:moveTo>
                <a:lnTo>
                  <a:pt x="10489463" y="25400"/>
                </a:lnTo>
                <a:lnTo>
                  <a:pt x="10479328" y="12700"/>
                </a:lnTo>
                <a:lnTo>
                  <a:pt x="10522775" y="12700"/>
                </a:lnTo>
                <a:lnTo>
                  <a:pt x="10532643" y="25400"/>
                </a:lnTo>
                <a:close/>
              </a:path>
              <a:path w="10812780" h="2527300">
                <a:moveTo>
                  <a:pt x="274967" y="38100"/>
                </a:moveTo>
                <a:lnTo>
                  <a:pt x="241833" y="38100"/>
                </a:lnTo>
                <a:lnTo>
                  <a:pt x="251231" y="25400"/>
                </a:lnTo>
                <a:lnTo>
                  <a:pt x="284568" y="25400"/>
                </a:lnTo>
                <a:lnTo>
                  <a:pt x="274967" y="38100"/>
                </a:lnTo>
                <a:close/>
              </a:path>
              <a:path w="10812780" h="2527300">
                <a:moveTo>
                  <a:pt x="10570946" y="38100"/>
                </a:moveTo>
                <a:lnTo>
                  <a:pt x="10537812" y="38100"/>
                </a:lnTo>
                <a:lnTo>
                  <a:pt x="10528211" y="25400"/>
                </a:lnTo>
                <a:lnTo>
                  <a:pt x="10561548" y="25400"/>
                </a:lnTo>
                <a:lnTo>
                  <a:pt x="10570946" y="38100"/>
                </a:lnTo>
                <a:close/>
              </a:path>
              <a:path w="10812780" h="2527300">
                <a:moveTo>
                  <a:pt x="247269" y="50800"/>
                </a:moveTo>
                <a:lnTo>
                  <a:pt x="223418" y="50800"/>
                </a:lnTo>
                <a:lnTo>
                  <a:pt x="232562" y="38100"/>
                </a:lnTo>
                <a:lnTo>
                  <a:pt x="256527" y="38100"/>
                </a:lnTo>
                <a:lnTo>
                  <a:pt x="247269" y="50800"/>
                </a:lnTo>
                <a:close/>
              </a:path>
              <a:path w="10812780" h="2527300">
                <a:moveTo>
                  <a:pt x="10589361" y="50800"/>
                </a:moveTo>
                <a:lnTo>
                  <a:pt x="10565511" y="50800"/>
                </a:lnTo>
                <a:lnTo>
                  <a:pt x="10556252" y="38100"/>
                </a:lnTo>
                <a:lnTo>
                  <a:pt x="10580217" y="38100"/>
                </a:lnTo>
                <a:lnTo>
                  <a:pt x="10589361" y="50800"/>
                </a:lnTo>
                <a:close/>
              </a:path>
              <a:path w="10812780" h="2527300">
                <a:moveTo>
                  <a:pt x="220675" y="63500"/>
                </a:moveTo>
                <a:lnTo>
                  <a:pt x="196811" y="63500"/>
                </a:lnTo>
                <a:lnTo>
                  <a:pt x="205549" y="50800"/>
                </a:lnTo>
                <a:lnTo>
                  <a:pt x="229552" y="50800"/>
                </a:lnTo>
                <a:lnTo>
                  <a:pt x="220675" y="63500"/>
                </a:lnTo>
                <a:close/>
              </a:path>
              <a:path w="10812780" h="2527300">
                <a:moveTo>
                  <a:pt x="10615968" y="63500"/>
                </a:moveTo>
                <a:lnTo>
                  <a:pt x="10592104" y="63500"/>
                </a:lnTo>
                <a:lnTo>
                  <a:pt x="10583227" y="50800"/>
                </a:lnTo>
                <a:lnTo>
                  <a:pt x="10607230" y="50800"/>
                </a:lnTo>
                <a:lnTo>
                  <a:pt x="10615968" y="63500"/>
                </a:lnTo>
                <a:close/>
              </a:path>
              <a:path w="10812780" h="2527300">
                <a:moveTo>
                  <a:pt x="203606" y="76200"/>
                </a:moveTo>
                <a:lnTo>
                  <a:pt x="179781" y="76200"/>
                </a:lnTo>
                <a:lnTo>
                  <a:pt x="188226" y="63500"/>
                </a:lnTo>
                <a:lnTo>
                  <a:pt x="212204" y="63500"/>
                </a:lnTo>
                <a:lnTo>
                  <a:pt x="203606" y="76200"/>
                </a:lnTo>
                <a:close/>
              </a:path>
              <a:path w="10812780" h="2527300">
                <a:moveTo>
                  <a:pt x="10632998" y="76200"/>
                </a:moveTo>
                <a:lnTo>
                  <a:pt x="10609173" y="76200"/>
                </a:lnTo>
                <a:lnTo>
                  <a:pt x="10600575" y="63500"/>
                </a:lnTo>
                <a:lnTo>
                  <a:pt x="10624553" y="63500"/>
                </a:lnTo>
                <a:lnTo>
                  <a:pt x="10632998" y="76200"/>
                </a:lnTo>
                <a:close/>
              </a:path>
              <a:path w="10812780" h="2527300">
                <a:moveTo>
                  <a:pt x="187071" y="88900"/>
                </a:moveTo>
                <a:lnTo>
                  <a:pt x="163347" y="88900"/>
                </a:lnTo>
                <a:lnTo>
                  <a:pt x="171488" y="76200"/>
                </a:lnTo>
                <a:lnTo>
                  <a:pt x="195389" y="76200"/>
                </a:lnTo>
                <a:lnTo>
                  <a:pt x="187071" y="88900"/>
                </a:lnTo>
                <a:close/>
              </a:path>
              <a:path w="10812780" h="2527300">
                <a:moveTo>
                  <a:pt x="10649432" y="88900"/>
                </a:moveTo>
                <a:lnTo>
                  <a:pt x="10625696" y="88900"/>
                </a:lnTo>
                <a:lnTo>
                  <a:pt x="10617390" y="76200"/>
                </a:lnTo>
                <a:lnTo>
                  <a:pt x="10641291" y="76200"/>
                </a:lnTo>
                <a:lnTo>
                  <a:pt x="10649432" y="88900"/>
                </a:lnTo>
                <a:close/>
              </a:path>
              <a:path w="10812780" h="2527300">
                <a:moveTo>
                  <a:pt x="163385" y="101600"/>
                </a:moveTo>
                <a:lnTo>
                  <a:pt x="147535" y="101600"/>
                </a:lnTo>
                <a:lnTo>
                  <a:pt x="155359" y="88900"/>
                </a:lnTo>
                <a:lnTo>
                  <a:pt x="171246" y="88900"/>
                </a:lnTo>
                <a:lnTo>
                  <a:pt x="163385" y="101600"/>
                </a:lnTo>
                <a:close/>
              </a:path>
              <a:path w="10812780" h="2527300">
                <a:moveTo>
                  <a:pt x="10665244" y="101600"/>
                </a:moveTo>
                <a:lnTo>
                  <a:pt x="10649394" y="101600"/>
                </a:lnTo>
                <a:lnTo>
                  <a:pt x="10641533" y="88900"/>
                </a:lnTo>
                <a:lnTo>
                  <a:pt x="10657420" y="88900"/>
                </a:lnTo>
                <a:lnTo>
                  <a:pt x="10665244" y="101600"/>
                </a:lnTo>
                <a:close/>
              </a:path>
              <a:path w="10812780" h="2527300">
                <a:moveTo>
                  <a:pt x="148348" y="114300"/>
                </a:moveTo>
                <a:lnTo>
                  <a:pt x="132372" y="114300"/>
                </a:lnTo>
                <a:lnTo>
                  <a:pt x="139865" y="101600"/>
                </a:lnTo>
                <a:lnTo>
                  <a:pt x="155905" y="101600"/>
                </a:lnTo>
                <a:lnTo>
                  <a:pt x="148348" y="114300"/>
                </a:lnTo>
                <a:close/>
              </a:path>
              <a:path w="10812780" h="2527300">
                <a:moveTo>
                  <a:pt x="10680407" y="114300"/>
                </a:moveTo>
                <a:lnTo>
                  <a:pt x="10664418" y="114300"/>
                </a:lnTo>
                <a:lnTo>
                  <a:pt x="10656874" y="101600"/>
                </a:lnTo>
                <a:lnTo>
                  <a:pt x="10672914" y="101600"/>
                </a:lnTo>
                <a:lnTo>
                  <a:pt x="10680407" y="114300"/>
                </a:lnTo>
                <a:close/>
              </a:path>
              <a:path w="10812780" h="2527300">
                <a:moveTo>
                  <a:pt x="127025" y="139700"/>
                </a:moveTo>
                <a:lnTo>
                  <a:pt x="110909" y="139700"/>
                </a:lnTo>
                <a:lnTo>
                  <a:pt x="117881" y="127000"/>
                </a:lnTo>
                <a:lnTo>
                  <a:pt x="125044" y="114300"/>
                </a:lnTo>
                <a:lnTo>
                  <a:pt x="148462" y="114300"/>
                </a:lnTo>
                <a:lnTo>
                  <a:pt x="141084" y="127000"/>
                </a:lnTo>
                <a:lnTo>
                  <a:pt x="134073" y="127000"/>
                </a:lnTo>
                <a:lnTo>
                  <a:pt x="127025" y="139700"/>
                </a:lnTo>
                <a:close/>
              </a:path>
              <a:path w="10812780" h="2527300">
                <a:moveTo>
                  <a:pt x="10701870" y="139700"/>
                </a:moveTo>
                <a:lnTo>
                  <a:pt x="10685754" y="139700"/>
                </a:lnTo>
                <a:lnTo>
                  <a:pt x="10678706" y="127000"/>
                </a:lnTo>
                <a:lnTo>
                  <a:pt x="10671695" y="127000"/>
                </a:lnTo>
                <a:lnTo>
                  <a:pt x="10664317" y="114300"/>
                </a:lnTo>
                <a:lnTo>
                  <a:pt x="10687735" y="114300"/>
                </a:lnTo>
                <a:lnTo>
                  <a:pt x="10694885" y="127000"/>
                </a:lnTo>
                <a:lnTo>
                  <a:pt x="10701870" y="139700"/>
                </a:lnTo>
                <a:close/>
              </a:path>
              <a:path w="10812780" h="2527300">
                <a:moveTo>
                  <a:pt x="113652" y="152400"/>
                </a:moveTo>
                <a:lnTo>
                  <a:pt x="97485" y="152400"/>
                </a:lnTo>
                <a:lnTo>
                  <a:pt x="104101" y="139700"/>
                </a:lnTo>
                <a:lnTo>
                  <a:pt x="120357" y="139700"/>
                </a:lnTo>
                <a:lnTo>
                  <a:pt x="113652" y="152400"/>
                </a:lnTo>
                <a:close/>
              </a:path>
              <a:path w="10812780" h="2527300">
                <a:moveTo>
                  <a:pt x="10715282" y="152400"/>
                </a:moveTo>
                <a:lnTo>
                  <a:pt x="10699127" y="152400"/>
                </a:lnTo>
                <a:lnTo>
                  <a:pt x="10692422" y="139700"/>
                </a:lnTo>
                <a:lnTo>
                  <a:pt x="10708678" y="139700"/>
                </a:lnTo>
                <a:lnTo>
                  <a:pt x="10715282" y="152400"/>
                </a:lnTo>
                <a:close/>
              </a:path>
              <a:path w="10812780" h="2527300">
                <a:moveTo>
                  <a:pt x="94945" y="177800"/>
                </a:moveTo>
                <a:lnTo>
                  <a:pt x="78765" y="177800"/>
                </a:lnTo>
                <a:lnTo>
                  <a:pt x="84823" y="165100"/>
                </a:lnTo>
                <a:lnTo>
                  <a:pt x="91059" y="152400"/>
                </a:lnTo>
                <a:lnTo>
                  <a:pt x="107340" y="152400"/>
                </a:lnTo>
                <a:lnTo>
                  <a:pt x="101003" y="165100"/>
                </a:lnTo>
                <a:lnTo>
                  <a:pt x="94945" y="177800"/>
                </a:lnTo>
                <a:close/>
              </a:path>
              <a:path w="10812780" h="2527300">
                <a:moveTo>
                  <a:pt x="10734014" y="177800"/>
                </a:moveTo>
                <a:lnTo>
                  <a:pt x="10717834" y="177800"/>
                </a:lnTo>
                <a:lnTo>
                  <a:pt x="10711688" y="165100"/>
                </a:lnTo>
                <a:lnTo>
                  <a:pt x="10705439" y="152400"/>
                </a:lnTo>
                <a:lnTo>
                  <a:pt x="10721721" y="152400"/>
                </a:lnTo>
                <a:lnTo>
                  <a:pt x="10727956" y="165100"/>
                </a:lnTo>
                <a:lnTo>
                  <a:pt x="10734014" y="177800"/>
                </a:lnTo>
                <a:close/>
              </a:path>
              <a:path w="10812780" h="2527300">
                <a:moveTo>
                  <a:pt x="77914" y="203200"/>
                </a:moveTo>
                <a:lnTo>
                  <a:pt x="61810" y="203200"/>
                </a:lnTo>
                <a:lnTo>
                  <a:pt x="67259" y="190500"/>
                </a:lnTo>
                <a:lnTo>
                  <a:pt x="72910" y="177800"/>
                </a:lnTo>
                <a:lnTo>
                  <a:pt x="89166" y="177800"/>
                </a:lnTo>
                <a:lnTo>
                  <a:pt x="83400" y="190500"/>
                </a:lnTo>
                <a:lnTo>
                  <a:pt x="77914" y="203200"/>
                </a:lnTo>
                <a:close/>
              </a:path>
              <a:path w="10812780" h="2527300">
                <a:moveTo>
                  <a:pt x="10750969" y="203200"/>
                </a:moveTo>
                <a:lnTo>
                  <a:pt x="10734865" y="203200"/>
                </a:lnTo>
                <a:lnTo>
                  <a:pt x="10729302" y="190500"/>
                </a:lnTo>
                <a:lnTo>
                  <a:pt x="10723613" y="177800"/>
                </a:lnTo>
                <a:lnTo>
                  <a:pt x="10739869" y="177800"/>
                </a:lnTo>
                <a:lnTo>
                  <a:pt x="10745520" y="190500"/>
                </a:lnTo>
                <a:lnTo>
                  <a:pt x="10750969" y="203200"/>
                </a:lnTo>
                <a:close/>
              </a:path>
              <a:path w="10812780" h="2527300">
                <a:moveTo>
                  <a:pt x="53505" y="241300"/>
                </a:moveTo>
                <a:lnTo>
                  <a:pt x="42100" y="241300"/>
                </a:lnTo>
                <a:lnTo>
                  <a:pt x="46710" y="228600"/>
                </a:lnTo>
                <a:lnTo>
                  <a:pt x="51536" y="215900"/>
                </a:lnTo>
                <a:lnTo>
                  <a:pt x="56565" y="203200"/>
                </a:lnTo>
                <a:lnTo>
                  <a:pt x="72707" y="203200"/>
                </a:lnTo>
                <a:lnTo>
                  <a:pt x="67538" y="215900"/>
                </a:lnTo>
                <a:lnTo>
                  <a:pt x="62649" y="228600"/>
                </a:lnTo>
                <a:lnTo>
                  <a:pt x="58051" y="228600"/>
                </a:lnTo>
                <a:lnTo>
                  <a:pt x="53505" y="241300"/>
                </a:lnTo>
                <a:close/>
              </a:path>
              <a:path w="10812780" h="2527300">
                <a:moveTo>
                  <a:pt x="10770679" y="241300"/>
                </a:moveTo>
                <a:lnTo>
                  <a:pt x="10759274" y="241300"/>
                </a:lnTo>
                <a:lnTo>
                  <a:pt x="10754728" y="228600"/>
                </a:lnTo>
                <a:lnTo>
                  <a:pt x="10750130" y="228600"/>
                </a:lnTo>
                <a:lnTo>
                  <a:pt x="10745165" y="215900"/>
                </a:lnTo>
                <a:lnTo>
                  <a:pt x="10740072" y="203200"/>
                </a:lnTo>
                <a:lnTo>
                  <a:pt x="10756214" y="203200"/>
                </a:lnTo>
                <a:lnTo>
                  <a:pt x="10761243" y="215900"/>
                </a:lnTo>
                <a:lnTo>
                  <a:pt x="10766069" y="228600"/>
                </a:lnTo>
                <a:lnTo>
                  <a:pt x="10770679" y="241300"/>
                </a:lnTo>
                <a:close/>
              </a:path>
              <a:path w="10812780" h="2527300">
                <a:moveTo>
                  <a:pt x="37807" y="279400"/>
                </a:moveTo>
                <a:lnTo>
                  <a:pt x="25908" y="279400"/>
                </a:lnTo>
                <a:lnTo>
                  <a:pt x="29616" y="266700"/>
                </a:lnTo>
                <a:lnTo>
                  <a:pt x="33553" y="254000"/>
                </a:lnTo>
                <a:lnTo>
                  <a:pt x="37719" y="241300"/>
                </a:lnTo>
                <a:lnTo>
                  <a:pt x="53581" y="241300"/>
                </a:lnTo>
                <a:lnTo>
                  <a:pt x="49250" y="254000"/>
                </a:lnTo>
                <a:lnTo>
                  <a:pt x="45275" y="254000"/>
                </a:lnTo>
                <a:lnTo>
                  <a:pt x="41402" y="266700"/>
                </a:lnTo>
                <a:lnTo>
                  <a:pt x="37807" y="279400"/>
                </a:lnTo>
                <a:close/>
              </a:path>
              <a:path w="10812780" h="2527300">
                <a:moveTo>
                  <a:pt x="10786872" y="279400"/>
                </a:moveTo>
                <a:lnTo>
                  <a:pt x="10774972" y="279400"/>
                </a:lnTo>
                <a:lnTo>
                  <a:pt x="10771314" y="266700"/>
                </a:lnTo>
                <a:lnTo>
                  <a:pt x="10767504" y="254000"/>
                </a:lnTo>
                <a:lnTo>
                  <a:pt x="10763529" y="254000"/>
                </a:lnTo>
                <a:lnTo>
                  <a:pt x="10759198" y="241300"/>
                </a:lnTo>
                <a:lnTo>
                  <a:pt x="10775061" y="241300"/>
                </a:lnTo>
                <a:lnTo>
                  <a:pt x="10779226" y="254000"/>
                </a:lnTo>
                <a:lnTo>
                  <a:pt x="10783163" y="266700"/>
                </a:lnTo>
                <a:lnTo>
                  <a:pt x="10786872" y="279400"/>
                </a:lnTo>
                <a:close/>
              </a:path>
              <a:path w="10812780" h="2527300">
                <a:moveTo>
                  <a:pt x="23291" y="330200"/>
                </a:moveTo>
                <a:lnTo>
                  <a:pt x="10934" y="330200"/>
                </a:lnTo>
                <a:lnTo>
                  <a:pt x="13436" y="317500"/>
                </a:lnTo>
                <a:lnTo>
                  <a:pt x="16192" y="304800"/>
                </a:lnTo>
                <a:lnTo>
                  <a:pt x="19189" y="292100"/>
                </a:lnTo>
                <a:lnTo>
                  <a:pt x="22428" y="279400"/>
                </a:lnTo>
                <a:lnTo>
                  <a:pt x="37858" y="279400"/>
                </a:lnTo>
                <a:lnTo>
                  <a:pt x="34442" y="292100"/>
                </a:lnTo>
                <a:lnTo>
                  <a:pt x="31343" y="292100"/>
                </a:lnTo>
                <a:lnTo>
                  <a:pt x="28397" y="304800"/>
                </a:lnTo>
                <a:lnTo>
                  <a:pt x="25717" y="317500"/>
                </a:lnTo>
                <a:lnTo>
                  <a:pt x="23291" y="330200"/>
                </a:lnTo>
                <a:close/>
              </a:path>
              <a:path w="10812780" h="2527300">
                <a:moveTo>
                  <a:pt x="10801845" y="330200"/>
                </a:moveTo>
                <a:lnTo>
                  <a:pt x="10789488" y="330200"/>
                </a:lnTo>
                <a:lnTo>
                  <a:pt x="10787024" y="317500"/>
                </a:lnTo>
                <a:lnTo>
                  <a:pt x="10784344" y="304800"/>
                </a:lnTo>
                <a:lnTo>
                  <a:pt x="10781436" y="292100"/>
                </a:lnTo>
                <a:lnTo>
                  <a:pt x="10778337" y="292100"/>
                </a:lnTo>
                <a:lnTo>
                  <a:pt x="10774921" y="279400"/>
                </a:lnTo>
                <a:lnTo>
                  <a:pt x="10790351" y="279400"/>
                </a:lnTo>
                <a:lnTo>
                  <a:pt x="10793590" y="292100"/>
                </a:lnTo>
                <a:lnTo>
                  <a:pt x="10796587" y="304800"/>
                </a:lnTo>
                <a:lnTo>
                  <a:pt x="10799343" y="317500"/>
                </a:lnTo>
                <a:lnTo>
                  <a:pt x="10801845" y="330200"/>
                </a:lnTo>
                <a:close/>
              </a:path>
              <a:path w="10812780" h="2527300">
                <a:moveTo>
                  <a:pt x="13906" y="393700"/>
                </a:moveTo>
                <a:lnTo>
                  <a:pt x="1244" y="393700"/>
                </a:lnTo>
                <a:lnTo>
                  <a:pt x="2197" y="381000"/>
                </a:lnTo>
                <a:lnTo>
                  <a:pt x="3429" y="368300"/>
                </a:lnTo>
                <a:lnTo>
                  <a:pt x="4914" y="355600"/>
                </a:lnTo>
                <a:lnTo>
                  <a:pt x="6667" y="342900"/>
                </a:lnTo>
                <a:lnTo>
                  <a:pt x="8674" y="330200"/>
                </a:lnTo>
                <a:lnTo>
                  <a:pt x="23329" y="330200"/>
                </a:lnTo>
                <a:lnTo>
                  <a:pt x="21094" y="342900"/>
                </a:lnTo>
                <a:lnTo>
                  <a:pt x="19189" y="342900"/>
                </a:lnTo>
                <a:lnTo>
                  <a:pt x="17462" y="355600"/>
                </a:lnTo>
                <a:lnTo>
                  <a:pt x="16014" y="368300"/>
                </a:lnTo>
                <a:lnTo>
                  <a:pt x="14833" y="381000"/>
                </a:lnTo>
                <a:lnTo>
                  <a:pt x="13906" y="393700"/>
                </a:lnTo>
                <a:close/>
              </a:path>
              <a:path w="10812780" h="2527300">
                <a:moveTo>
                  <a:pt x="10811535" y="393700"/>
                </a:moveTo>
                <a:lnTo>
                  <a:pt x="10798873" y="393700"/>
                </a:lnTo>
                <a:lnTo>
                  <a:pt x="10797933" y="381000"/>
                </a:lnTo>
                <a:lnTo>
                  <a:pt x="10796739" y="368300"/>
                </a:lnTo>
                <a:lnTo>
                  <a:pt x="10795292" y="355600"/>
                </a:lnTo>
                <a:lnTo>
                  <a:pt x="10793590" y="342900"/>
                </a:lnTo>
                <a:lnTo>
                  <a:pt x="10791685" y="342900"/>
                </a:lnTo>
                <a:lnTo>
                  <a:pt x="10789450" y="330200"/>
                </a:lnTo>
                <a:lnTo>
                  <a:pt x="10804105" y="330200"/>
                </a:lnTo>
                <a:lnTo>
                  <a:pt x="10806112" y="342900"/>
                </a:lnTo>
                <a:lnTo>
                  <a:pt x="10807865" y="355600"/>
                </a:lnTo>
                <a:lnTo>
                  <a:pt x="10809351" y="368300"/>
                </a:lnTo>
                <a:lnTo>
                  <a:pt x="10810570" y="381000"/>
                </a:lnTo>
                <a:lnTo>
                  <a:pt x="10811535" y="393700"/>
                </a:lnTo>
                <a:close/>
              </a:path>
              <a:path w="10812780" h="2527300">
                <a:moveTo>
                  <a:pt x="12700" y="2108200"/>
                </a:moveTo>
                <a:lnTo>
                  <a:pt x="0" y="2108200"/>
                </a:lnTo>
                <a:lnTo>
                  <a:pt x="0" y="419100"/>
                </a:lnTo>
                <a:lnTo>
                  <a:pt x="139" y="406400"/>
                </a:lnTo>
                <a:lnTo>
                  <a:pt x="558" y="393700"/>
                </a:lnTo>
                <a:lnTo>
                  <a:pt x="13246" y="393700"/>
                </a:lnTo>
                <a:lnTo>
                  <a:pt x="12827" y="406400"/>
                </a:lnTo>
                <a:lnTo>
                  <a:pt x="12700" y="419100"/>
                </a:lnTo>
                <a:lnTo>
                  <a:pt x="12700" y="2108200"/>
                </a:lnTo>
                <a:close/>
              </a:path>
              <a:path w="10812780" h="2527300">
                <a:moveTo>
                  <a:pt x="10812780" y="2108200"/>
                </a:moveTo>
                <a:lnTo>
                  <a:pt x="10800080" y="2108200"/>
                </a:lnTo>
                <a:lnTo>
                  <a:pt x="10800080" y="419100"/>
                </a:lnTo>
                <a:lnTo>
                  <a:pt x="10799940" y="406400"/>
                </a:lnTo>
                <a:lnTo>
                  <a:pt x="10799533" y="393700"/>
                </a:lnTo>
                <a:lnTo>
                  <a:pt x="10812221" y="393700"/>
                </a:lnTo>
                <a:lnTo>
                  <a:pt x="10812640" y="406400"/>
                </a:lnTo>
                <a:lnTo>
                  <a:pt x="10812780" y="419100"/>
                </a:lnTo>
                <a:lnTo>
                  <a:pt x="10812780" y="2108200"/>
                </a:lnTo>
                <a:close/>
              </a:path>
              <a:path w="10812780" h="2527300">
                <a:moveTo>
                  <a:pt x="21132" y="2184400"/>
                </a:moveTo>
                <a:lnTo>
                  <a:pt x="6667" y="2184400"/>
                </a:lnTo>
                <a:lnTo>
                  <a:pt x="4914" y="2171700"/>
                </a:lnTo>
                <a:lnTo>
                  <a:pt x="1244" y="2133600"/>
                </a:lnTo>
                <a:lnTo>
                  <a:pt x="139" y="2108200"/>
                </a:lnTo>
                <a:lnTo>
                  <a:pt x="12827" y="2108200"/>
                </a:lnTo>
                <a:lnTo>
                  <a:pt x="13246" y="2120900"/>
                </a:lnTo>
                <a:lnTo>
                  <a:pt x="13919" y="2133600"/>
                </a:lnTo>
                <a:lnTo>
                  <a:pt x="14846" y="2146300"/>
                </a:lnTo>
                <a:lnTo>
                  <a:pt x="16040" y="2159000"/>
                </a:lnTo>
                <a:lnTo>
                  <a:pt x="17487" y="2171700"/>
                </a:lnTo>
                <a:lnTo>
                  <a:pt x="19151" y="2171700"/>
                </a:lnTo>
                <a:lnTo>
                  <a:pt x="21132" y="2184400"/>
                </a:lnTo>
                <a:close/>
              </a:path>
              <a:path w="10812780" h="2527300">
                <a:moveTo>
                  <a:pt x="10806112" y="2184400"/>
                </a:moveTo>
                <a:lnTo>
                  <a:pt x="10791647" y="2184400"/>
                </a:lnTo>
                <a:lnTo>
                  <a:pt x="10793628" y="2171700"/>
                </a:lnTo>
                <a:lnTo>
                  <a:pt x="10795292" y="2171700"/>
                </a:lnTo>
                <a:lnTo>
                  <a:pt x="10796765" y="2159000"/>
                </a:lnTo>
                <a:lnTo>
                  <a:pt x="10797946" y="2146300"/>
                </a:lnTo>
                <a:lnTo>
                  <a:pt x="10798873" y="2133600"/>
                </a:lnTo>
                <a:lnTo>
                  <a:pt x="10799546" y="2120900"/>
                </a:lnTo>
                <a:lnTo>
                  <a:pt x="10799953" y="2108200"/>
                </a:lnTo>
                <a:lnTo>
                  <a:pt x="10812640" y="2108200"/>
                </a:lnTo>
                <a:lnTo>
                  <a:pt x="10810570" y="2146300"/>
                </a:lnTo>
                <a:lnTo>
                  <a:pt x="10807865" y="2171700"/>
                </a:lnTo>
                <a:lnTo>
                  <a:pt x="10806112" y="2184400"/>
                </a:lnTo>
                <a:close/>
              </a:path>
              <a:path w="10812780" h="2527300">
                <a:moveTo>
                  <a:pt x="34493" y="2235200"/>
                </a:moveTo>
                <a:lnTo>
                  <a:pt x="19189" y="2235200"/>
                </a:lnTo>
                <a:lnTo>
                  <a:pt x="16192" y="2222500"/>
                </a:lnTo>
                <a:lnTo>
                  <a:pt x="13436" y="2209800"/>
                </a:lnTo>
                <a:lnTo>
                  <a:pt x="10934" y="2197100"/>
                </a:lnTo>
                <a:lnTo>
                  <a:pt x="8674" y="2184400"/>
                </a:lnTo>
                <a:lnTo>
                  <a:pt x="21094" y="2184400"/>
                </a:lnTo>
                <a:lnTo>
                  <a:pt x="23329" y="2197100"/>
                </a:lnTo>
                <a:lnTo>
                  <a:pt x="25755" y="2209800"/>
                </a:lnTo>
                <a:lnTo>
                  <a:pt x="28435" y="2222500"/>
                </a:lnTo>
                <a:lnTo>
                  <a:pt x="31292" y="2222500"/>
                </a:lnTo>
                <a:lnTo>
                  <a:pt x="34493" y="2235200"/>
                </a:lnTo>
                <a:close/>
              </a:path>
              <a:path w="10812780" h="2527300">
                <a:moveTo>
                  <a:pt x="10793590" y="2235200"/>
                </a:moveTo>
                <a:lnTo>
                  <a:pt x="10778286" y="2235200"/>
                </a:lnTo>
                <a:lnTo>
                  <a:pt x="10781487" y="2222500"/>
                </a:lnTo>
                <a:lnTo>
                  <a:pt x="10784344" y="2222500"/>
                </a:lnTo>
                <a:lnTo>
                  <a:pt x="10787062" y="2209800"/>
                </a:lnTo>
                <a:lnTo>
                  <a:pt x="10789488" y="2197100"/>
                </a:lnTo>
                <a:lnTo>
                  <a:pt x="10791685" y="2184400"/>
                </a:lnTo>
                <a:lnTo>
                  <a:pt x="10804105" y="2184400"/>
                </a:lnTo>
                <a:lnTo>
                  <a:pt x="10801845" y="2197100"/>
                </a:lnTo>
                <a:lnTo>
                  <a:pt x="10799343" y="2209800"/>
                </a:lnTo>
                <a:lnTo>
                  <a:pt x="10796587" y="2222500"/>
                </a:lnTo>
                <a:lnTo>
                  <a:pt x="10793590" y="2235200"/>
                </a:lnTo>
                <a:close/>
              </a:path>
              <a:path w="10812780" h="2527300">
                <a:moveTo>
                  <a:pt x="31343" y="2222500"/>
                </a:moveTo>
                <a:lnTo>
                  <a:pt x="28435" y="2222500"/>
                </a:lnTo>
                <a:lnTo>
                  <a:pt x="28397" y="2209800"/>
                </a:lnTo>
                <a:lnTo>
                  <a:pt x="31343" y="2222500"/>
                </a:lnTo>
                <a:close/>
              </a:path>
              <a:path w="10812780" h="2527300">
                <a:moveTo>
                  <a:pt x="10784344" y="2222500"/>
                </a:moveTo>
                <a:lnTo>
                  <a:pt x="10781436" y="2222500"/>
                </a:lnTo>
                <a:lnTo>
                  <a:pt x="10784382" y="2209800"/>
                </a:lnTo>
                <a:lnTo>
                  <a:pt x="10784344" y="2222500"/>
                </a:lnTo>
                <a:close/>
              </a:path>
              <a:path w="10812780" h="2527300">
                <a:moveTo>
                  <a:pt x="49314" y="2273300"/>
                </a:moveTo>
                <a:lnTo>
                  <a:pt x="33553" y="2273300"/>
                </a:lnTo>
                <a:lnTo>
                  <a:pt x="29616" y="2260600"/>
                </a:lnTo>
                <a:lnTo>
                  <a:pt x="25908" y="2247900"/>
                </a:lnTo>
                <a:lnTo>
                  <a:pt x="22428" y="2235200"/>
                </a:lnTo>
                <a:lnTo>
                  <a:pt x="34442" y="2235200"/>
                </a:lnTo>
                <a:lnTo>
                  <a:pt x="37858" y="2247900"/>
                </a:lnTo>
                <a:lnTo>
                  <a:pt x="41452" y="2260600"/>
                </a:lnTo>
                <a:lnTo>
                  <a:pt x="45224" y="2260600"/>
                </a:lnTo>
                <a:lnTo>
                  <a:pt x="49314" y="2273300"/>
                </a:lnTo>
                <a:close/>
              </a:path>
              <a:path w="10812780" h="2527300">
                <a:moveTo>
                  <a:pt x="10779226" y="2273300"/>
                </a:moveTo>
                <a:lnTo>
                  <a:pt x="10763453" y="2273300"/>
                </a:lnTo>
                <a:lnTo>
                  <a:pt x="10767555" y="2260600"/>
                </a:lnTo>
                <a:lnTo>
                  <a:pt x="10771314" y="2260600"/>
                </a:lnTo>
                <a:lnTo>
                  <a:pt x="10774972" y="2247900"/>
                </a:lnTo>
                <a:lnTo>
                  <a:pt x="10778337" y="2235200"/>
                </a:lnTo>
                <a:lnTo>
                  <a:pt x="10790351" y="2235200"/>
                </a:lnTo>
                <a:lnTo>
                  <a:pt x="10786872" y="2247900"/>
                </a:lnTo>
                <a:lnTo>
                  <a:pt x="10783163" y="2260600"/>
                </a:lnTo>
                <a:lnTo>
                  <a:pt x="10779226" y="2273300"/>
                </a:lnTo>
                <a:close/>
              </a:path>
              <a:path w="10812780" h="2527300">
                <a:moveTo>
                  <a:pt x="67614" y="2311400"/>
                </a:moveTo>
                <a:lnTo>
                  <a:pt x="51536" y="2311400"/>
                </a:lnTo>
                <a:lnTo>
                  <a:pt x="46710" y="2298700"/>
                </a:lnTo>
                <a:lnTo>
                  <a:pt x="42100" y="2286000"/>
                </a:lnTo>
                <a:lnTo>
                  <a:pt x="37719" y="2273300"/>
                </a:lnTo>
                <a:lnTo>
                  <a:pt x="49250" y="2273300"/>
                </a:lnTo>
                <a:lnTo>
                  <a:pt x="53581" y="2286000"/>
                </a:lnTo>
                <a:lnTo>
                  <a:pt x="57975" y="2286000"/>
                </a:lnTo>
                <a:lnTo>
                  <a:pt x="62725" y="2298700"/>
                </a:lnTo>
                <a:lnTo>
                  <a:pt x="67614" y="2311400"/>
                </a:lnTo>
                <a:close/>
              </a:path>
              <a:path w="10812780" h="2527300">
                <a:moveTo>
                  <a:pt x="10761243" y="2311400"/>
                </a:moveTo>
                <a:lnTo>
                  <a:pt x="10745165" y="2311400"/>
                </a:lnTo>
                <a:lnTo>
                  <a:pt x="10750130" y="2298700"/>
                </a:lnTo>
                <a:lnTo>
                  <a:pt x="10754804" y="2286000"/>
                </a:lnTo>
                <a:lnTo>
                  <a:pt x="10759198" y="2286000"/>
                </a:lnTo>
                <a:lnTo>
                  <a:pt x="10763529" y="2273300"/>
                </a:lnTo>
                <a:lnTo>
                  <a:pt x="10775061" y="2273300"/>
                </a:lnTo>
                <a:lnTo>
                  <a:pt x="10770679" y="2286000"/>
                </a:lnTo>
                <a:lnTo>
                  <a:pt x="10766069" y="2298700"/>
                </a:lnTo>
                <a:lnTo>
                  <a:pt x="10761243" y="2311400"/>
                </a:lnTo>
                <a:close/>
              </a:path>
              <a:path w="10812780" h="2527300">
                <a:moveTo>
                  <a:pt x="83477" y="2336800"/>
                </a:moveTo>
                <a:lnTo>
                  <a:pt x="67259" y="2336800"/>
                </a:lnTo>
                <a:lnTo>
                  <a:pt x="61810" y="2324100"/>
                </a:lnTo>
                <a:lnTo>
                  <a:pt x="56565" y="2311400"/>
                </a:lnTo>
                <a:lnTo>
                  <a:pt x="72618" y="2311400"/>
                </a:lnTo>
                <a:lnTo>
                  <a:pt x="77990" y="2324100"/>
                </a:lnTo>
                <a:lnTo>
                  <a:pt x="83477" y="2336800"/>
                </a:lnTo>
                <a:close/>
              </a:path>
              <a:path w="10812780" h="2527300">
                <a:moveTo>
                  <a:pt x="10745520" y="2336800"/>
                </a:moveTo>
                <a:lnTo>
                  <a:pt x="10729302" y="2336800"/>
                </a:lnTo>
                <a:lnTo>
                  <a:pt x="10734865" y="2324100"/>
                </a:lnTo>
                <a:lnTo>
                  <a:pt x="10740161" y="2311400"/>
                </a:lnTo>
                <a:lnTo>
                  <a:pt x="10756214" y="2311400"/>
                </a:lnTo>
                <a:lnTo>
                  <a:pt x="10750969" y="2324100"/>
                </a:lnTo>
                <a:lnTo>
                  <a:pt x="10745520" y="2336800"/>
                </a:lnTo>
                <a:close/>
              </a:path>
              <a:path w="10812780" h="2527300">
                <a:moveTo>
                  <a:pt x="101092" y="2362200"/>
                </a:moveTo>
                <a:lnTo>
                  <a:pt x="84823" y="2362200"/>
                </a:lnTo>
                <a:lnTo>
                  <a:pt x="78765" y="2349500"/>
                </a:lnTo>
                <a:lnTo>
                  <a:pt x="72910" y="2336800"/>
                </a:lnTo>
                <a:lnTo>
                  <a:pt x="89077" y="2336800"/>
                </a:lnTo>
                <a:lnTo>
                  <a:pt x="95034" y="2349500"/>
                </a:lnTo>
                <a:lnTo>
                  <a:pt x="101092" y="2362200"/>
                </a:lnTo>
                <a:close/>
              </a:path>
              <a:path w="10812780" h="2527300">
                <a:moveTo>
                  <a:pt x="10727956" y="2362200"/>
                </a:moveTo>
                <a:lnTo>
                  <a:pt x="10711688" y="2362200"/>
                </a:lnTo>
                <a:lnTo>
                  <a:pt x="10717834" y="2349500"/>
                </a:lnTo>
                <a:lnTo>
                  <a:pt x="10723702" y="2336800"/>
                </a:lnTo>
                <a:lnTo>
                  <a:pt x="10739869" y="2336800"/>
                </a:lnTo>
                <a:lnTo>
                  <a:pt x="10734014" y="2349500"/>
                </a:lnTo>
                <a:lnTo>
                  <a:pt x="10727956" y="2362200"/>
                </a:lnTo>
                <a:close/>
              </a:path>
              <a:path w="10812780" h="2527300">
                <a:moveTo>
                  <a:pt x="120357" y="2387600"/>
                </a:moveTo>
                <a:lnTo>
                  <a:pt x="104101" y="2387600"/>
                </a:lnTo>
                <a:lnTo>
                  <a:pt x="97485" y="2374900"/>
                </a:lnTo>
                <a:lnTo>
                  <a:pt x="91059" y="2362200"/>
                </a:lnTo>
                <a:lnTo>
                  <a:pt x="107238" y="2362200"/>
                </a:lnTo>
                <a:lnTo>
                  <a:pt x="113753" y="2374900"/>
                </a:lnTo>
                <a:lnTo>
                  <a:pt x="120357" y="2387600"/>
                </a:lnTo>
                <a:close/>
              </a:path>
              <a:path w="10812780" h="2527300">
                <a:moveTo>
                  <a:pt x="10708678" y="2387600"/>
                </a:moveTo>
                <a:lnTo>
                  <a:pt x="10692422" y="2387600"/>
                </a:lnTo>
                <a:lnTo>
                  <a:pt x="10699127" y="2374900"/>
                </a:lnTo>
                <a:lnTo>
                  <a:pt x="10705541" y="2362200"/>
                </a:lnTo>
                <a:lnTo>
                  <a:pt x="10721721" y="2362200"/>
                </a:lnTo>
                <a:lnTo>
                  <a:pt x="10715282" y="2374900"/>
                </a:lnTo>
                <a:lnTo>
                  <a:pt x="10708678" y="2387600"/>
                </a:lnTo>
                <a:close/>
              </a:path>
              <a:path w="10812780" h="2527300">
                <a:moveTo>
                  <a:pt x="134073" y="2400300"/>
                </a:moveTo>
                <a:lnTo>
                  <a:pt x="117881" y="2400300"/>
                </a:lnTo>
                <a:lnTo>
                  <a:pt x="110909" y="2387600"/>
                </a:lnTo>
                <a:lnTo>
                  <a:pt x="127025" y="2387600"/>
                </a:lnTo>
                <a:lnTo>
                  <a:pt x="134073" y="2400300"/>
                </a:lnTo>
                <a:close/>
              </a:path>
              <a:path w="10812780" h="2527300">
                <a:moveTo>
                  <a:pt x="10694885" y="2400300"/>
                </a:moveTo>
                <a:lnTo>
                  <a:pt x="10678706" y="2400300"/>
                </a:lnTo>
                <a:lnTo>
                  <a:pt x="10685754" y="2387600"/>
                </a:lnTo>
                <a:lnTo>
                  <a:pt x="10701870" y="2387600"/>
                </a:lnTo>
                <a:lnTo>
                  <a:pt x="10694885" y="2400300"/>
                </a:lnTo>
                <a:close/>
              </a:path>
              <a:path w="10812780" h="2527300">
                <a:moveTo>
                  <a:pt x="148462" y="2413000"/>
                </a:moveTo>
                <a:lnTo>
                  <a:pt x="132372" y="2413000"/>
                </a:lnTo>
                <a:lnTo>
                  <a:pt x="125044" y="2400300"/>
                </a:lnTo>
                <a:lnTo>
                  <a:pt x="141084" y="2400300"/>
                </a:lnTo>
                <a:lnTo>
                  <a:pt x="148462" y="2413000"/>
                </a:lnTo>
                <a:close/>
              </a:path>
              <a:path w="10812780" h="2527300">
                <a:moveTo>
                  <a:pt x="10680407" y="2413000"/>
                </a:moveTo>
                <a:lnTo>
                  <a:pt x="10664317" y="2413000"/>
                </a:lnTo>
                <a:lnTo>
                  <a:pt x="10671695" y="2400300"/>
                </a:lnTo>
                <a:lnTo>
                  <a:pt x="10687735" y="2400300"/>
                </a:lnTo>
                <a:lnTo>
                  <a:pt x="10680407" y="2413000"/>
                </a:lnTo>
                <a:close/>
              </a:path>
              <a:path w="10812780" h="2527300">
                <a:moveTo>
                  <a:pt x="179146" y="2438400"/>
                </a:moveTo>
                <a:lnTo>
                  <a:pt x="155359" y="2438400"/>
                </a:lnTo>
                <a:lnTo>
                  <a:pt x="147535" y="2425700"/>
                </a:lnTo>
                <a:lnTo>
                  <a:pt x="139865" y="2413000"/>
                </a:lnTo>
                <a:lnTo>
                  <a:pt x="155790" y="2413000"/>
                </a:lnTo>
                <a:lnTo>
                  <a:pt x="163499" y="2425700"/>
                </a:lnTo>
                <a:lnTo>
                  <a:pt x="171132" y="2425700"/>
                </a:lnTo>
                <a:lnTo>
                  <a:pt x="179146" y="2438400"/>
                </a:lnTo>
                <a:close/>
              </a:path>
              <a:path w="10812780" h="2527300">
                <a:moveTo>
                  <a:pt x="10657420" y="2438400"/>
                </a:moveTo>
                <a:lnTo>
                  <a:pt x="10633633" y="2438400"/>
                </a:lnTo>
                <a:lnTo>
                  <a:pt x="10641647" y="2425700"/>
                </a:lnTo>
                <a:lnTo>
                  <a:pt x="10649280" y="2425700"/>
                </a:lnTo>
                <a:lnTo>
                  <a:pt x="10656989" y="2413000"/>
                </a:lnTo>
                <a:lnTo>
                  <a:pt x="10672914" y="2413000"/>
                </a:lnTo>
                <a:lnTo>
                  <a:pt x="10665244" y="2425700"/>
                </a:lnTo>
                <a:lnTo>
                  <a:pt x="10657420" y="2438400"/>
                </a:lnTo>
                <a:close/>
              </a:path>
              <a:path w="10812780" h="2527300">
                <a:moveTo>
                  <a:pt x="195389" y="2451100"/>
                </a:moveTo>
                <a:lnTo>
                  <a:pt x="171488" y="2451100"/>
                </a:lnTo>
                <a:lnTo>
                  <a:pt x="163347" y="2438400"/>
                </a:lnTo>
                <a:lnTo>
                  <a:pt x="187071" y="2438400"/>
                </a:lnTo>
                <a:lnTo>
                  <a:pt x="195389" y="2451100"/>
                </a:lnTo>
                <a:close/>
              </a:path>
              <a:path w="10812780" h="2527300">
                <a:moveTo>
                  <a:pt x="10641291" y="2451100"/>
                </a:moveTo>
                <a:lnTo>
                  <a:pt x="10617390" y="2451100"/>
                </a:lnTo>
                <a:lnTo>
                  <a:pt x="10625696" y="2438400"/>
                </a:lnTo>
                <a:lnTo>
                  <a:pt x="10649432" y="2438400"/>
                </a:lnTo>
                <a:lnTo>
                  <a:pt x="10641291" y="2451100"/>
                </a:lnTo>
                <a:close/>
              </a:path>
              <a:path w="10812780" h="2527300">
                <a:moveTo>
                  <a:pt x="220814" y="2463800"/>
                </a:moveTo>
                <a:lnTo>
                  <a:pt x="196811" y="2463800"/>
                </a:lnTo>
                <a:lnTo>
                  <a:pt x="188226" y="2451100"/>
                </a:lnTo>
                <a:lnTo>
                  <a:pt x="212077" y="2451100"/>
                </a:lnTo>
                <a:lnTo>
                  <a:pt x="220814" y="2463800"/>
                </a:lnTo>
                <a:close/>
              </a:path>
              <a:path w="10812780" h="2527300">
                <a:moveTo>
                  <a:pt x="10615968" y="2463800"/>
                </a:moveTo>
                <a:lnTo>
                  <a:pt x="10591965" y="2463800"/>
                </a:lnTo>
                <a:lnTo>
                  <a:pt x="10600702" y="2451100"/>
                </a:lnTo>
                <a:lnTo>
                  <a:pt x="10624553" y="2451100"/>
                </a:lnTo>
                <a:lnTo>
                  <a:pt x="10615968" y="2463800"/>
                </a:lnTo>
                <a:close/>
              </a:path>
              <a:path w="10812780" h="2527300">
                <a:moveTo>
                  <a:pt x="238417" y="2476500"/>
                </a:moveTo>
                <a:lnTo>
                  <a:pt x="214414" y="2476500"/>
                </a:lnTo>
                <a:lnTo>
                  <a:pt x="205549" y="2463800"/>
                </a:lnTo>
                <a:lnTo>
                  <a:pt x="229412" y="2463800"/>
                </a:lnTo>
                <a:lnTo>
                  <a:pt x="238417" y="2476500"/>
                </a:lnTo>
                <a:close/>
              </a:path>
              <a:path w="10812780" h="2527300">
                <a:moveTo>
                  <a:pt x="10598365" y="2476500"/>
                </a:moveTo>
                <a:lnTo>
                  <a:pt x="10574362" y="2476500"/>
                </a:lnTo>
                <a:lnTo>
                  <a:pt x="10583367" y="2463800"/>
                </a:lnTo>
                <a:lnTo>
                  <a:pt x="10607230" y="2463800"/>
                </a:lnTo>
                <a:lnTo>
                  <a:pt x="10598365" y="2476500"/>
                </a:lnTo>
                <a:close/>
              </a:path>
              <a:path w="10812780" h="2527300">
                <a:moveTo>
                  <a:pt x="265760" y="2489200"/>
                </a:moveTo>
                <a:lnTo>
                  <a:pt x="232562" y="2489200"/>
                </a:lnTo>
                <a:lnTo>
                  <a:pt x="223418" y="2476500"/>
                </a:lnTo>
                <a:lnTo>
                  <a:pt x="256387" y="2476500"/>
                </a:lnTo>
                <a:lnTo>
                  <a:pt x="265760" y="2489200"/>
                </a:lnTo>
                <a:close/>
              </a:path>
              <a:path w="10812780" h="2527300">
                <a:moveTo>
                  <a:pt x="10580217" y="2489200"/>
                </a:moveTo>
                <a:lnTo>
                  <a:pt x="10547019" y="2489200"/>
                </a:lnTo>
                <a:lnTo>
                  <a:pt x="10556392" y="2476500"/>
                </a:lnTo>
                <a:lnTo>
                  <a:pt x="10589361" y="2476500"/>
                </a:lnTo>
                <a:lnTo>
                  <a:pt x="10580217" y="2489200"/>
                </a:lnTo>
                <a:close/>
              </a:path>
              <a:path w="10812780" h="2527300">
                <a:moveTo>
                  <a:pt x="303822" y="2501900"/>
                </a:moveTo>
                <a:lnTo>
                  <a:pt x="260743" y="2501900"/>
                </a:lnTo>
                <a:lnTo>
                  <a:pt x="251231" y="2489200"/>
                </a:lnTo>
                <a:lnTo>
                  <a:pt x="293992" y="2489200"/>
                </a:lnTo>
                <a:lnTo>
                  <a:pt x="303822" y="2501900"/>
                </a:lnTo>
                <a:close/>
              </a:path>
              <a:path w="10812780" h="2527300">
                <a:moveTo>
                  <a:pt x="10552036" y="2501900"/>
                </a:moveTo>
                <a:lnTo>
                  <a:pt x="10508957" y="2501900"/>
                </a:lnTo>
                <a:lnTo>
                  <a:pt x="10518787" y="2489200"/>
                </a:lnTo>
                <a:lnTo>
                  <a:pt x="10561548" y="2489200"/>
                </a:lnTo>
                <a:lnTo>
                  <a:pt x="10552036" y="2501900"/>
                </a:lnTo>
                <a:close/>
              </a:path>
              <a:path w="10812780" h="2527300">
                <a:moveTo>
                  <a:pt x="343509" y="2514600"/>
                </a:moveTo>
                <a:lnTo>
                  <a:pt x="299974" y="2514600"/>
                </a:lnTo>
                <a:lnTo>
                  <a:pt x="290004" y="2501900"/>
                </a:lnTo>
                <a:lnTo>
                  <a:pt x="333298" y="2501900"/>
                </a:lnTo>
                <a:lnTo>
                  <a:pt x="343509" y="2514600"/>
                </a:lnTo>
                <a:close/>
              </a:path>
              <a:path w="10812780" h="2527300">
                <a:moveTo>
                  <a:pt x="10512806" y="2514600"/>
                </a:moveTo>
                <a:lnTo>
                  <a:pt x="10469257" y="2514600"/>
                </a:lnTo>
                <a:lnTo>
                  <a:pt x="10479481" y="2501900"/>
                </a:lnTo>
                <a:lnTo>
                  <a:pt x="10522775" y="2501900"/>
                </a:lnTo>
                <a:lnTo>
                  <a:pt x="10512806" y="2514600"/>
                </a:lnTo>
                <a:close/>
              </a:path>
              <a:path w="10812780" h="2527300">
                <a:moveTo>
                  <a:pt x="10471886" y="2527300"/>
                </a:moveTo>
                <a:lnTo>
                  <a:pt x="340893" y="2527300"/>
                </a:lnTo>
                <a:lnTo>
                  <a:pt x="330517" y="2514600"/>
                </a:lnTo>
                <a:lnTo>
                  <a:pt x="10482262" y="2514600"/>
                </a:lnTo>
                <a:lnTo>
                  <a:pt x="10471886" y="2527300"/>
                </a:lnTo>
                <a:close/>
              </a:path>
            </a:pathLst>
          </a:custGeom>
          <a:solidFill>
            <a:srgbClr val="293E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134744" y="2506738"/>
            <a:ext cx="6089650" cy="2082800"/>
          </a:xfrm>
          <a:prstGeom prst="rect">
            <a:avLst/>
          </a:prstGeom>
        </p:spPr>
        <p:txBody>
          <a:bodyPr wrap="square" lIns="0" tIns="1498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dirty="0" sz="1800" b="1">
                <a:latin typeface="宋体"/>
                <a:cs typeface="宋体"/>
              </a:rPr>
              <a:t>while循环标准写法(三个要件</a:t>
            </a:r>
            <a:r>
              <a:rPr dirty="0" sz="1800" spc="-5" b="1">
                <a:latin typeface="宋体"/>
                <a:cs typeface="宋体"/>
              </a:rPr>
              <a:t>)：</a:t>
            </a:r>
            <a:endParaRPr sz="1800">
              <a:latin typeface="宋体"/>
              <a:cs typeface="宋体"/>
            </a:endParaRPr>
          </a:p>
          <a:p>
            <a:pPr marL="12700" marR="5080">
              <a:lnSpc>
                <a:spcPct val="150000"/>
              </a:lnSpc>
            </a:pPr>
            <a:r>
              <a:rPr dirty="0" sz="1800" b="1">
                <a:latin typeface="宋体"/>
                <a:cs typeface="宋体"/>
              </a:rPr>
              <a:t>i</a:t>
            </a:r>
            <a:r>
              <a:rPr dirty="0" sz="1800" spc="-20" b="1">
                <a:latin typeface="宋体"/>
                <a:cs typeface="宋体"/>
              </a:rPr>
              <a:t> </a:t>
            </a:r>
            <a:r>
              <a:rPr dirty="0" sz="1800" b="1">
                <a:latin typeface="宋体"/>
                <a:cs typeface="宋体"/>
              </a:rPr>
              <a:t>=</a:t>
            </a:r>
            <a:r>
              <a:rPr dirty="0" sz="1800" spc="-15" b="1">
                <a:latin typeface="宋体"/>
                <a:cs typeface="宋体"/>
              </a:rPr>
              <a:t> </a:t>
            </a:r>
            <a:r>
              <a:rPr dirty="0" sz="1800" b="1">
                <a:latin typeface="宋体"/>
                <a:cs typeface="宋体"/>
              </a:rPr>
              <a:t>0</a:t>
            </a:r>
            <a:r>
              <a:rPr dirty="0" sz="1800" spc="860" b="1">
                <a:latin typeface="宋体"/>
                <a:cs typeface="宋体"/>
              </a:rPr>
              <a:t> </a:t>
            </a:r>
            <a:r>
              <a:rPr dirty="0" sz="1800">
                <a:latin typeface="宋体"/>
                <a:cs typeface="宋体"/>
              </a:rPr>
              <a:t>#</a:t>
            </a:r>
            <a:r>
              <a:rPr dirty="0" sz="1800" spc="-20">
                <a:latin typeface="宋体"/>
                <a:cs typeface="宋体"/>
              </a:rPr>
              <a:t> </a:t>
            </a:r>
            <a:r>
              <a:rPr dirty="0" sz="1800">
                <a:latin typeface="宋体"/>
                <a:cs typeface="宋体"/>
              </a:rPr>
              <a:t>初始化表达式：通过初始化表达式初始化一个变量  </a:t>
            </a:r>
            <a:r>
              <a:rPr dirty="0" sz="1800" b="1">
                <a:latin typeface="宋体"/>
                <a:cs typeface="宋体"/>
              </a:rPr>
              <a:t>while</a:t>
            </a:r>
            <a:r>
              <a:rPr dirty="0" sz="1800" spc="-10" b="1">
                <a:latin typeface="宋体"/>
                <a:cs typeface="宋体"/>
              </a:rPr>
              <a:t> </a:t>
            </a:r>
            <a:r>
              <a:rPr dirty="0" sz="1800" b="1">
                <a:latin typeface="宋体"/>
                <a:cs typeface="宋体"/>
              </a:rPr>
              <a:t>i</a:t>
            </a:r>
            <a:r>
              <a:rPr dirty="0" sz="1800" spc="-5" b="1">
                <a:latin typeface="宋体"/>
                <a:cs typeface="宋体"/>
              </a:rPr>
              <a:t> </a:t>
            </a:r>
            <a:r>
              <a:rPr dirty="0" sz="1800" b="1">
                <a:latin typeface="宋体"/>
                <a:cs typeface="宋体"/>
              </a:rPr>
              <a:t>&lt;</a:t>
            </a:r>
            <a:r>
              <a:rPr dirty="0" sz="1800" spc="-5" b="1">
                <a:latin typeface="宋体"/>
                <a:cs typeface="宋体"/>
              </a:rPr>
              <a:t> </a:t>
            </a:r>
            <a:r>
              <a:rPr dirty="0" sz="1800" b="1">
                <a:latin typeface="宋体"/>
                <a:cs typeface="宋体"/>
              </a:rPr>
              <a:t>5:</a:t>
            </a:r>
            <a:r>
              <a:rPr dirty="0" sz="1800" spc="880" b="1">
                <a:latin typeface="宋体"/>
                <a:cs typeface="宋体"/>
              </a:rPr>
              <a:t> </a:t>
            </a:r>
            <a:r>
              <a:rPr dirty="0" sz="1800">
                <a:latin typeface="宋体"/>
                <a:cs typeface="宋体"/>
              </a:rPr>
              <a:t>#</a:t>
            </a:r>
            <a:r>
              <a:rPr dirty="0" sz="1800" spc="-10">
                <a:latin typeface="宋体"/>
                <a:cs typeface="宋体"/>
              </a:rPr>
              <a:t> </a:t>
            </a:r>
            <a:r>
              <a:rPr dirty="0" sz="1800">
                <a:latin typeface="宋体"/>
                <a:cs typeface="宋体"/>
              </a:rPr>
              <a:t>条件表达式：用来设置循环执行的条件</a:t>
            </a:r>
            <a:endParaRPr sz="1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dirty="0" sz="1800">
                <a:latin typeface="宋体"/>
                <a:cs typeface="宋体"/>
              </a:rPr>
              <a:t>    </a:t>
            </a:r>
            <a:r>
              <a:rPr dirty="0" sz="1800" b="1">
                <a:latin typeface="宋体"/>
                <a:cs typeface="宋体"/>
              </a:rPr>
              <a:t>print(i)</a:t>
            </a:r>
            <a:endParaRPr sz="1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dirty="0" sz="1800">
                <a:latin typeface="宋体"/>
                <a:cs typeface="宋体"/>
              </a:rPr>
              <a:t>    </a:t>
            </a:r>
            <a:r>
              <a:rPr dirty="0" sz="1800" b="1">
                <a:latin typeface="宋体"/>
                <a:cs typeface="宋体"/>
              </a:rPr>
              <a:t>i</a:t>
            </a:r>
            <a:r>
              <a:rPr dirty="0" sz="1800" spc="-5" b="1">
                <a:latin typeface="宋体"/>
                <a:cs typeface="宋体"/>
              </a:rPr>
              <a:t> </a:t>
            </a:r>
            <a:r>
              <a:rPr dirty="0" sz="1800" b="1">
                <a:latin typeface="宋体"/>
                <a:cs typeface="宋体"/>
              </a:rPr>
              <a:t>+=</a:t>
            </a:r>
            <a:r>
              <a:rPr dirty="0" sz="1800" spc="-5" b="1">
                <a:latin typeface="宋体"/>
                <a:cs typeface="宋体"/>
              </a:rPr>
              <a:t> </a:t>
            </a:r>
            <a:r>
              <a:rPr dirty="0" sz="1800" b="1">
                <a:latin typeface="宋体"/>
                <a:cs typeface="宋体"/>
              </a:rPr>
              <a:t>1</a:t>
            </a:r>
            <a:r>
              <a:rPr dirty="0" sz="1800" spc="880" b="1">
                <a:latin typeface="宋体"/>
                <a:cs typeface="宋体"/>
              </a:rPr>
              <a:t> </a:t>
            </a:r>
            <a:r>
              <a:rPr dirty="0" sz="1800">
                <a:latin typeface="宋体"/>
                <a:cs typeface="宋体"/>
              </a:rPr>
              <a:t>#</a:t>
            </a:r>
            <a:r>
              <a:rPr dirty="0" sz="1800" spc="-5">
                <a:latin typeface="宋体"/>
                <a:cs typeface="宋体"/>
              </a:rPr>
              <a:t> </a:t>
            </a:r>
            <a:r>
              <a:rPr dirty="0" sz="1800">
                <a:latin typeface="宋体"/>
                <a:cs typeface="宋体"/>
              </a:rPr>
              <a:t>更新表达式：修改初始化变量的值</a:t>
            </a:r>
            <a:endParaRPr sz="1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2"/>
            <a:ext cx="203200" cy="609600"/>
          </a:xfrm>
          <a:custGeom>
            <a:avLst/>
            <a:gdLst/>
            <a:ahLst/>
            <a:cxnLst/>
            <a:rect l="l" t="t" r="r" b="b"/>
            <a:pathLst>
              <a:path w="203200" h="609600">
                <a:moveTo>
                  <a:pt x="0" y="0"/>
                </a:moveTo>
                <a:lnTo>
                  <a:pt x="202692" y="0"/>
                </a:lnTo>
                <a:lnTo>
                  <a:pt x="202692" y="609599"/>
                </a:lnTo>
                <a:lnTo>
                  <a:pt x="0" y="609599"/>
                </a:lnTo>
                <a:lnTo>
                  <a:pt x="0" y="0"/>
                </a:lnTo>
                <a:close/>
              </a:path>
            </a:pathLst>
          </a:custGeom>
          <a:solidFill>
            <a:srgbClr val="20565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1940" y="217411"/>
            <a:ext cx="278130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else</a:t>
            </a: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在循环中的应</a:t>
            </a:r>
            <a:r>
              <a:rPr dirty="0" sz="2400" spc="-10" b="1">
                <a:solidFill>
                  <a:srgbClr val="2E5B50"/>
                </a:solidFill>
                <a:latin typeface="宋体"/>
                <a:cs typeface="宋体"/>
              </a:rPr>
              <a:t>用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96468" y="1243583"/>
            <a:ext cx="10799445" cy="1260475"/>
          </a:xfrm>
          <a:custGeom>
            <a:avLst/>
            <a:gdLst/>
            <a:ahLst/>
            <a:cxnLst/>
            <a:rect l="l" t="t" r="r" b="b"/>
            <a:pathLst>
              <a:path w="10799445" h="1260475">
                <a:moveTo>
                  <a:pt x="10590276" y="1260347"/>
                </a:moveTo>
                <a:lnTo>
                  <a:pt x="208787" y="1260347"/>
                </a:lnTo>
                <a:lnTo>
                  <a:pt x="160894" y="1254736"/>
                </a:lnTo>
                <a:lnTo>
                  <a:pt x="116888" y="1238889"/>
                </a:lnTo>
                <a:lnTo>
                  <a:pt x="78050" y="1214062"/>
                </a:lnTo>
                <a:lnTo>
                  <a:pt x="45661" y="1181509"/>
                </a:lnTo>
                <a:lnTo>
                  <a:pt x="21002" y="1142484"/>
                </a:lnTo>
                <a:lnTo>
                  <a:pt x="5355" y="1098241"/>
                </a:lnTo>
                <a:lnTo>
                  <a:pt x="0" y="1050035"/>
                </a:lnTo>
                <a:lnTo>
                  <a:pt x="0" y="210311"/>
                </a:lnTo>
                <a:lnTo>
                  <a:pt x="5355" y="162180"/>
                </a:lnTo>
                <a:lnTo>
                  <a:pt x="21002" y="117987"/>
                </a:lnTo>
                <a:lnTo>
                  <a:pt x="45661" y="78987"/>
                </a:lnTo>
                <a:lnTo>
                  <a:pt x="78050" y="46434"/>
                </a:lnTo>
                <a:lnTo>
                  <a:pt x="116888" y="21582"/>
                </a:lnTo>
                <a:lnTo>
                  <a:pt x="160894" y="5686"/>
                </a:lnTo>
                <a:lnTo>
                  <a:pt x="208787" y="0"/>
                </a:lnTo>
                <a:lnTo>
                  <a:pt x="10590276" y="0"/>
                </a:lnTo>
                <a:lnTo>
                  <a:pt x="10638169" y="5686"/>
                </a:lnTo>
                <a:lnTo>
                  <a:pt x="10682175" y="21582"/>
                </a:lnTo>
                <a:lnTo>
                  <a:pt x="10721013" y="46434"/>
                </a:lnTo>
                <a:lnTo>
                  <a:pt x="10753402" y="78987"/>
                </a:lnTo>
                <a:lnTo>
                  <a:pt x="10778061" y="117987"/>
                </a:lnTo>
                <a:lnTo>
                  <a:pt x="10793708" y="162180"/>
                </a:lnTo>
                <a:lnTo>
                  <a:pt x="10799064" y="210311"/>
                </a:lnTo>
                <a:lnTo>
                  <a:pt x="10799064" y="1050035"/>
                </a:lnTo>
                <a:lnTo>
                  <a:pt x="10793708" y="1098241"/>
                </a:lnTo>
                <a:lnTo>
                  <a:pt x="10778061" y="1142484"/>
                </a:lnTo>
                <a:lnTo>
                  <a:pt x="10753402" y="1181509"/>
                </a:lnTo>
                <a:lnTo>
                  <a:pt x="10721013" y="1214062"/>
                </a:lnTo>
                <a:lnTo>
                  <a:pt x="10682175" y="1238889"/>
                </a:lnTo>
                <a:lnTo>
                  <a:pt x="10638169" y="1254736"/>
                </a:lnTo>
                <a:lnTo>
                  <a:pt x="10590276" y="1260347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62940" y="2993135"/>
            <a:ext cx="4467225" cy="3275329"/>
          </a:xfrm>
          <a:custGeom>
            <a:avLst/>
            <a:gdLst/>
            <a:ahLst/>
            <a:cxnLst/>
            <a:rect l="l" t="t" r="r" b="b"/>
            <a:pathLst>
              <a:path w="4467225" h="3275329">
                <a:moveTo>
                  <a:pt x="3921252" y="3275076"/>
                </a:moveTo>
                <a:lnTo>
                  <a:pt x="545591" y="3275076"/>
                </a:lnTo>
                <a:lnTo>
                  <a:pt x="498529" y="3272958"/>
                </a:lnTo>
                <a:lnTo>
                  <a:pt x="452575" y="3266954"/>
                </a:lnTo>
                <a:lnTo>
                  <a:pt x="407895" y="3257227"/>
                </a:lnTo>
                <a:lnTo>
                  <a:pt x="364651" y="3243940"/>
                </a:lnTo>
                <a:lnTo>
                  <a:pt x="323009" y="3227254"/>
                </a:lnTo>
                <a:lnTo>
                  <a:pt x="283133" y="3207333"/>
                </a:lnTo>
                <a:lnTo>
                  <a:pt x="245185" y="3184339"/>
                </a:lnTo>
                <a:lnTo>
                  <a:pt x="209331" y="3158435"/>
                </a:lnTo>
                <a:lnTo>
                  <a:pt x="175734" y="3129784"/>
                </a:lnTo>
                <a:lnTo>
                  <a:pt x="144559" y="3098548"/>
                </a:lnTo>
                <a:lnTo>
                  <a:pt x="115969" y="3064891"/>
                </a:lnTo>
                <a:lnTo>
                  <a:pt x="90128" y="3028974"/>
                </a:lnTo>
                <a:lnTo>
                  <a:pt x="67200" y="2990960"/>
                </a:lnTo>
                <a:lnTo>
                  <a:pt x="47350" y="2951013"/>
                </a:lnTo>
                <a:lnTo>
                  <a:pt x="30741" y="2909294"/>
                </a:lnTo>
                <a:lnTo>
                  <a:pt x="17538" y="2865966"/>
                </a:lnTo>
                <a:lnTo>
                  <a:pt x="7904" y="2821193"/>
                </a:lnTo>
                <a:lnTo>
                  <a:pt x="2003" y="2775137"/>
                </a:lnTo>
                <a:lnTo>
                  <a:pt x="0" y="2727960"/>
                </a:lnTo>
                <a:lnTo>
                  <a:pt x="0" y="545591"/>
                </a:lnTo>
                <a:lnTo>
                  <a:pt x="2003" y="498472"/>
                </a:lnTo>
                <a:lnTo>
                  <a:pt x="7904" y="452467"/>
                </a:lnTo>
                <a:lnTo>
                  <a:pt x="17538" y="407743"/>
                </a:lnTo>
                <a:lnTo>
                  <a:pt x="30741" y="364461"/>
                </a:lnTo>
                <a:lnTo>
                  <a:pt x="47350" y="322788"/>
                </a:lnTo>
                <a:lnTo>
                  <a:pt x="67200" y="282886"/>
                </a:lnTo>
                <a:lnTo>
                  <a:pt x="90128" y="244919"/>
                </a:lnTo>
                <a:lnTo>
                  <a:pt x="115969" y="209053"/>
                </a:lnTo>
                <a:lnTo>
                  <a:pt x="144559" y="175449"/>
                </a:lnTo>
                <a:lnTo>
                  <a:pt x="175734" y="144274"/>
                </a:lnTo>
                <a:lnTo>
                  <a:pt x="209331" y="115690"/>
                </a:lnTo>
                <a:lnTo>
                  <a:pt x="245185" y="89862"/>
                </a:lnTo>
                <a:lnTo>
                  <a:pt x="283133" y="66953"/>
                </a:lnTo>
                <a:lnTo>
                  <a:pt x="323009" y="47128"/>
                </a:lnTo>
                <a:lnTo>
                  <a:pt x="364651" y="30551"/>
                </a:lnTo>
                <a:lnTo>
                  <a:pt x="407895" y="17386"/>
                </a:lnTo>
                <a:lnTo>
                  <a:pt x="452575" y="7796"/>
                </a:lnTo>
                <a:lnTo>
                  <a:pt x="498529" y="1946"/>
                </a:lnTo>
                <a:lnTo>
                  <a:pt x="545591" y="0"/>
                </a:lnTo>
                <a:lnTo>
                  <a:pt x="3921252" y="0"/>
                </a:lnTo>
                <a:lnTo>
                  <a:pt x="3968276" y="1946"/>
                </a:lnTo>
                <a:lnTo>
                  <a:pt x="4014196" y="7796"/>
                </a:lnTo>
                <a:lnTo>
                  <a:pt x="4058847" y="17386"/>
                </a:lnTo>
                <a:lnTo>
                  <a:pt x="4102065" y="30551"/>
                </a:lnTo>
                <a:lnTo>
                  <a:pt x="4143686" y="47128"/>
                </a:lnTo>
                <a:lnTo>
                  <a:pt x="4183546" y="66953"/>
                </a:lnTo>
                <a:lnTo>
                  <a:pt x="4221480" y="89862"/>
                </a:lnTo>
                <a:lnTo>
                  <a:pt x="4257326" y="115690"/>
                </a:lnTo>
                <a:lnTo>
                  <a:pt x="4290919" y="144274"/>
                </a:lnTo>
                <a:lnTo>
                  <a:pt x="4322094" y="175449"/>
                </a:lnTo>
                <a:lnTo>
                  <a:pt x="4350689" y="209053"/>
                </a:lnTo>
                <a:lnTo>
                  <a:pt x="4376538" y="244919"/>
                </a:lnTo>
                <a:lnTo>
                  <a:pt x="4399478" y="282886"/>
                </a:lnTo>
                <a:lnTo>
                  <a:pt x="4419345" y="322788"/>
                </a:lnTo>
                <a:lnTo>
                  <a:pt x="4435975" y="364461"/>
                </a:lnTo>
                <a:lnTo>
                  <a:pt x="4449204" y="407743"/>
                </a:lnTo>
                <a:lnTo>
                  <a:pt x="4458868" y="452467"/>
                </a:lnTo>
                <a:lnTo>
                  <a:pt x="4464802" y="498472"/>
                </a:lnTo>
                <a:lnTo>
                  <a:pt x="4466844" y="545591"/>
                </a:lnTo>
                <a:lnTo>
                  <a:pt x="4466844" y="2727960"/>
                </a:lnTo>
                <a:lnTo>
                  <a:pt x="4464802" y="2775137"/>
                </a:lnTo>
                <a:lnTo>
                  <a:pt x="4458868" y="2821193"/>
                </a:lnTo>
                <a:lnTo>
                  <a:pt x="4449204" y="2865966"/>
                </a:lnTo>
                <a:lnTo>
                  <a:pt x="4435975" y="2909294"/>
                </a:lnTo>
                <a:lnTo>
                  <a:pt x="4419345" y="2951013"/>
                </a:lnTo>
                <a:lnTo>
                  <a:pt x="4399478" y="2990960"/>
                </a:lnTo>
                <a:lnTo>
                  <a:pt x="4376538" y="3028974"/>
                </a:lnTo>
                <a:lnTo>
                  <a:pt x="4350689" y="3064891"/>
                </a:lnTo>
                <a:lnTo>
                  <a:pt x="4322094" y="3098548"/>
                </a:lnTo>
                <a:lnTo>
                  <a:pt x="4290919" y="3129784"/>
                </a:lnTo>
                <a:lnTo>
                  <a:pt x="4257326" y="3158435"/>
                </a:lnTo>
                <a:lnTo>
                  <a:pt x="4221480" y="3184339"/>
                </a:lnTo>
                <a:lnTo>
                  <a:pt x="4183546" y="3207333"/>
                </a:lnTo>
                <a:lnTo>
                  <a:pt x="4143686" y="3227254"/>
                </a:lnTo>
                <a:lnTo>
                  <a:pt x="4102065" y="3243940"/>
                </a:lnTo>
                <a:lnTo>
                  <a:pt x="4058847" y="3257227"/>
                </a:lnTo>
                <a:lnTo>
                  <a:pt x="4014196" y="3266954"/>
                </a:lnTo>
                <a:lnTo>
                  <a:pt x="3968276" y="3272958"/>
                </a:lnTo>
                <a:lnTo>
                  <a:pt x="3921252" y="3275076"/>
                </a:lnTo>
                <a:close/>
              </a:path>
            </a:pathLst>
          </a:custGeom>
          <a:solidFill>
            <a:srgbClr val="D2E1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31876" y="2930651"/>
            <a:ext cx="731520" cy="379730"/>
          </a:xfrm>
          <a:custGeom>
            <a:avLst/>
            <a:gdLst/>
            <a:ahLst/>
            <a:cxnLst/>
            <a:rect l="l" t="t" r="r" b="b"/>
            <a:pathLst>
              <a:path w="731519" h="379729">
                <a:moveTo>
                  <a:pt x="669036" y="379475"/>
                </a:moveTo>
                <a:lnTo>
                  <a:pt x="64007" y="379475"/>
                </a:lnTo>
                <a:lnTo>
                  <a:pt x="39078" y="374593"/>
                </a:lnTo>
                <a:lnTo>
                  <a:pt x="18797" y="361154"/>
                </a:lnTo>
                <a:lnTo>
                  <a:pt x="5120" y="341255"/>
                </a:lnTo>
                <a:lnTo>
                  <a:pt x="0" y="316992"/>
                </a:lnTo>
                <a:lnTo>
                  <a:pt x="0" y="64008"/>
                </a:lnTo>
                <a:lnTo>
                  <a:pt x="5120" y="39220"/>
                </a:lnTo>
                <a:lnTo>
                  <a:pt x="18797" y="18988"/>
                </a:lnTo>
                <a:lnTo>
                  <a:pt x="39078" y="5263"/>
                </a:lnTo>
                <a:lnTo>
                  <a:pt x="64007" y="0"/>
                </a:lnTo>
                <a:lnTo>
                  <a:pt x="669036" y="0"/>
                </a:lnTo>
                <a:lnTo>
                  <a:pt x="693370" y="5263"/>
                </a:lnTo>
                <a:lnTo>
                  <a:pt x="713293" y="18988"/>
                </a:lnTo>
                <a:lnTo>
                  <a:pt x="726709" y="39220"/>
                </a:lnTo>
                <a:lnTo>
                  <a:pt x="731520" y="64008"/>
                </a:lnTo>
                <a:lnTo>
                  <a:pt x="731520" y="316992"/>
                </a:lnTo>
                <a:lnTo>
                  <a:pt x="726709" y="341255"/>
                </a:lnTo>
                <a:lnTo>
                  <a:pt x="713293" y="361154"/>
                </a:lnTo>
                <a:lnTo>
                  <a:pt x="693370" y="374593"/>
                </a:lnTo>
                <a:lnTo>
                  <a:pt x="669036" y="379475"/>
                </a:lnTo>
                <a:close/>
              </a:path>
            </a:pathLst>
          </a:custGeom>
          <a:solidFill>
            <a:srgbClr val="78A77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656043" y="1360728"/>
            <a:ext cx="10128885" cy="189801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2915" marR="5080">
              <a:lnSpc>
                <a:spcPct val="150000"/>
              </a:lnSpc>
              <a:spcBef>
                <a:spcPts val="100"/>
              </a:spcBef>
            </a:pP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else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可以在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while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或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for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循环中运用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，else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与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while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或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for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搭配使用，表示当循环的条件</a:t>
            </a:r>
            <a:r>
              <a:rPr dirty="0" sz="2000" spc="5">
                <a:solidFill>
                  <a:srgbClr val="FFFFFF"/>
                </a:solidFill>
                <a:latin typeface="宋体"/>
                <a:cs typeface="宋体"/>
              </a:rPr>
              <a:t>不 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成立时，直接跳出循环，执行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else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下的代码块</a:t>
            </a:r>
            <a:r>
              <a:rPr dirty="0" sz="2000" spc="5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代码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06805" y="3447288"/>
            <a:ext cx="1650364" cy="584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dirty="0" sz="1600" spc="-5">
                <a:latin typeface="宋体"/>
                <a:cs typeface="宋体"/>
              </a:rPr>
              <a:t>#</a:t>
            </a:r>
            <a:r>
              <a:rPr dirty="0" sz="1600" spc="-100">
                <a:latin typeface="宋体"/>
                <a:cs typeface="宋体"/>
              </a:rPr>
              <a:t> </a:t>
            </a:r>
            <a:r>
              <a:rPr dirty="0" sz="1600">
                <a:latin typeface="宋体"/>
                <a:cs typeface="宋体"/>
              </a:rPr>
              <a:t>创建初始表达</a:t>
            </a:r>
            <a:r>
              <a:rPr dirty="0" sz="1600" spc="-5">
                <a:latin typeface="宋体"/>
                <a:cs typeface="宋体"/>
              </a:rPr>
              <a:t>式 </a:t>
            </a:r>
            <a:r>
              <a:rPr dirty="0" sz="160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i =</a:t>
            </a:r>
            <a:r>
              <a:rPr dirty="0" sz="1600" spc="-15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0  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06805" y="4285488"/>
            <a:ext cx="2260600" cy="1701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021715">
              <a:lnSpc>
                <a:spcPct val="114599"/>
              </a:lnSpc>
              <a:spcBef>
                <a:spcPts val="100"/>
              </a:spcBef>
            </a:pPr>
            <a:r>
              <a:rPr dirty="0" sz="1600" spc="-5">
                <a:latin typeface="宋体"/>
                <a:cs typeface="宋体"/>
              </a:rPr>
              <a:t>#</a:t>
            </a:r>
            <a:r>
              <a:rPr dirty="0" sz="1600" spc="-45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while</a:t>
            </a:r>
            <a:r>
              <a:rPr dirty="0" sz="1600">
                <a:latin typeface="宋体"/>
                <a:cs typeface="宋体"/>
              </a:rPr>
              <a:t>循</a:t>
            </a:r>
            <a:r>
              <a:rPr dirty="0" sz="1600" spc="-5">
                <a:latin typeface="宋体"/>
                <a:cs typeface="宋体"/>
              </a:rPr>
              <a:t>环 while i &lt;</a:t>
            </a:r>
            <a:r>
              <a:rPr dirty="0" sz="1600" spc="-75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5:</a:t>
            </a:r>
            <a:endParaRPr sz="16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dirty="0" sz="1600" spc="-5">
                <a:latin typeface="宋体"/>
                <a:cs typeface="宋体"/>
              </a:rPr>
              <a:t>    </a:t>
            </a:r>
            <a:r>
              <a:rPr dirty="0" sz="1600" spc="-5">
                <a:latin typeface="宋体"/>
                <a:cs typeface="宋体"/>
              </a:rPr>
              <a:t>print(i)</a:t>
            </a:r>
            <a:endParaRPr sz="1600">
              <a:latin typeface="宋体"/>
              <a:cs typeface="宋体"/>
            </a:endParaRPr>
          </a:p>
          <a:p>
            <a:pPr marL="12700" marR="1224915">
              <a:lnSpc>
                <a:spcPct val="114599"/>
              </a:lnSpc>
            </a:pPr>
            <a:r>
              <a:rPr dirty="0" sz="1600" spc="-5">
                <a:latin typeface="宋体"/>
                <a:cs typeface="宋体"/>
              </a:rPr>
              <a:t>    </a:t>
            </a:r>
            <a:r>
              <a:rPr dirty="0" sz="1600" spc="-5">
                <a:latin typeface="宋体"/>
                <a:cs typeface="宋体"/>
              </a:rPr>
              <a:t>i +=</a:t>
            </a:r>
            <a:r>
              <a:rPr dirty="0" sz="1600" spc="-9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1  else:</a:t>
            </a:r>
            <a:endParaRPr sz="16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dirty="0" sz="1600" spc="-5">
                <a:latin typeface="宋体"/>
                <a:cs typeface="宋体"/>
              </a:rPr>
              <a:t>    </a:t>
            </a:r>
            <a:r>
              <a:rPr dirty="0" sz="1600" spc="-5">
                <a:latin typeface="宋体"/>
                <a:cs typeface="宋体"/>
              </a:rPr>
              <a:t>print('</a:t>
            </a:r>
            <a:r>
              <a:rPr dirty="0" sz="1600">
                <a:latin typeface="宋体"/>
                <a:cs typeface="宋体"/>
              </a:rPr>
              <a:t>循环结束</a:t>
            </a:r>
            <a:r>
              <a:rPr dirty="0" sz="1600" spc="-5">
                <a:latin typeface="宋体"/>
                <a:cs typeface="宋体"/>
              </a:rPr>
              <a:t>') 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411211" y="3368040"/>
            <a:ext cx="3451860" cy="2508885"/>
          </a:xfrm>
          <a:custGeom>
            <a:avLst/>
            <a:gdLst/>
            <a:ahLst/>
            <a:cxnLst/>
            <a:rect l="l" t="t" r="r" b="b"/>
            <a:pathLst>
              <a:path w="3451859" h="2508885">
                <a:moveTo>
                  <a:pt x="3034284" y="2508504"/>
                </a:moveTo>
                <a:lnTo>
                  <a:pt x="417576" y="2508504"/>
                </a:lnTo>
                <a:lnTo>
                  <a:pt x="368768" y="2505810"/>
                </a:lnTo>
                <a:lnTo>
                  <a:pt x="321622" y="2497682"/>
                </a:lnTo>
                <a:lnTo>
                  <a:pt x="276451" y="2484436"/>
                </a:lnTo>
                <a:lnTo>
                  <a:pt x="233570" y="2466386"/>
                </a:lnTo>
                <a:lnTo>
                  <a:pt x="193295" y="2443846"/>
                </a:lnTo>
                <a:lnTo>
                  <a:pt x="155940" y="2417133"/>
                </a:lnTo>
                <a:lnTo>
                  <a:pt x="121819" y="2386560"/>
                </a:lnTo>
                <a:lnTo>
                  <a:pt x="91249" y="2352442"/>
                </a:lnTo>
                <a:lnTo>
                  <a:pt x="64543" y="2315094"/>
                </a:lnTo>
                <a:lnTo>
                  <a:pt x="42016" y="2274832"/>
                </a:lnTo>
                <a:lnTo>
                  <a:pt x="23984" y="2231969"/>
                </a:lnTo>
                <a:lnTo>
                  <a:pt x="10760" y="2186821"/>
                </a:lnTo>
                <a:lnTo>
                  <a:pt x="2660" y="2139702"/>
                </a:lnTo>
                <a:lnTo>
                  <a:pt x="0" y="2090927"/>
                </a:lnTo>
                <a:lnTo>
                  <a:pt x="0" y="419100"/>
                </a:lnTo>
                <a:lnTo>
                  <a:pt x="2660" y="370266"/>
                </a:lnTo>
                <a:lnTo>
                  <a:pt x="10760" y="323095"/>
                </a:lnTo>
                <a:lnTo>
                  <a:pt x="23984" y="277896"/>
                </a:lnTo>
                <a:lnTo>
                  <a:pt x="42016" y="234981"/>
                </a:lnTo>
                <a:lnTo>
                  <a:pt x="64543" y="194662"/>
                </a:lnTo>
                <a:lnTo>
                  <a:pt x="91249" y="157251"/>
                </a:lnTo>
                <a:lnTo>
                  <a:pt x="121819" y="123058"/>
                </a:lnTo>
                <a:lnTo>
                  <a:pt x="155940" y="92395"/>
                </a:lnTo>
                <a:lnTo>
                  <a:pt x="193295" y="65574"/>
                </a:lnTo>
                <a:lnTo>
                  <a:pt x="233570" y="42907"/>
                </a:lnTo>
                <a:lnTo>
                  <a:pt x="276451" y="24704"/>
                </a:lnTo>
                <a:lnTo>
                  <a:pt x="321622" y="11278"/>
                </a:lnTo>
                <a:lnTo>
                  <a:pt x="368768" y="2939"/>
                </a:lnTo>
                <a:lnTo>
                  <a:pt x="417576" y="0"/>
                </a:lnTo>
                <a:lnTo>
                  <a:pt x="3034284" y="0"/>
                </a:lnTo>
                <a:lnTo>
                  <a:pt x="3083040" y="2939"/>
                </a:lnTo>
                <a:lnTo>
                  <a:pt x="3130144" y="11278"/>
                </a:lnTo>
                <a:lnTo>
                  <a:pt x="3175280" y="24704"/>
                </a:lnTo>
                <a:lnTo>
                  <a:pt x="3218133" y="42907"/>
                </a:lnTo>
                <a:lnTo>
                  <a:pt x="3258389" y="65574"/>
                </a:lnTo>
                <a:lnTo>
                  <a:pt x="3295733" y="92395"/>
                </a:lnTo>
                <a:lnTo>
                  <a:pt x="3329849" y="123058"/>
                </a:lnTo>
                <a:lnTo>
                  <a:pt x="3360423" y="157251"/>
                </a:lnTo>
                <a:lnTo>
                  <a:pt x="3387141" y="194662"/>
                </a:lnTo>
                <a:lnTo>
                  <a:pt x="3409687" y="234981"/>
                </a:lnTo>
                <a:lnTo>
                  <a:pt x="3427747" y="277896"/>
                </a:lnTo>
                <a:lnTo>
                  <a:pt x="3441006" y="323095"/>
                </a:lnTo>
                <a:lnTo>
                  <a:pt x="3449148" y="370266"/>
                </a:lnTo>
                <a:lnTo>
                  <a:pt x="3451860" y="419100"/>
                </a:lnTo>
                <a:lnTo>
                  <a:pt x="3451860" y="2090927"/>
                </a:lnTo>
                <a:lnTo>
                  <a:pt x="3449148" y="2139702"/>
                </a:lnTo>
                <a:lnTo>
                  <a:pt x="3441006" y="2186821"/>
                </a:lnTo>
                <a:lnTo>
                  <a:pt x="3427747" y="2231969"/>
                </a:lnTo>
                <a:lnTo>
                  <a:pt x="3409687" y="2274832"/>
                </a:lnTo>
                <a:lnTo>
                  <a:pt x="3387141" y="2315094"/>
                </a:lnTo>
                <a:lnTo>
                  <a:pt x="3360423" y="2352442"/>
                </a:lnTo>
                <a:lnTo>
                  <a:pt x="3329849" y="2386560"/>
                </a:lnTo>
                <a:lnTo>
                  <a:pt x="3295733" y="2417133"/>
                </a:lnTo>
                <a:lnTo>
                  <a:pt x="3258389" y="2443846"/>
                </a:lnTo>
                <a:lnTo>
                  <a:pt x="3218133" y="2466386"/>
                </a:lnTo>
                <a:lnTo>
                  <a:pt x="3175280" y="2484436"/>
                </a:lnTo>
                <a:lnTo>
                  <a:pt x="3130144" y="2497682"/>
                </a:lnTo>
                <a:lnTo>
                  <a:pt x="3083040" y="2505810"/>
                </a:lnTo>
                <a:lnTo>
                  <a:pt x="3034284" y="250850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8616315" y="3612616"/>
            <a:ext cx="1040765" cy="1981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>
              <a:lnSpc>
                <a:spcPct val="114599"/>
              </a:lnSpc>
              <a:spcBef>
                <a:spcPts val="100"/>
              </a:spcBef>
            </a:pPr>
            <a:r>
              <a:rPr dirty="0" sz="1600">
                <a:latin typeface="宋体"/>
                <a:cs typeface="宋体"/>
              </a:rPr>
              <a:t>输出结果</a:t>
            </a:r>
            <a:r>
              <a:rPr dirty="0" sz="1600" spc="-5">
                <a:latin typeface="宋体"/>
                <a:cs typeface="宋体"/>
              </a:rPr>
              <a:t>：   </a:t>
            </a:r>
            <a:r>
              <a:rPr dirty="0" sz="1600" spc="-5">
                <a:latin typeface="宋体"/>
                <a:cs typeface="宋体"/>
              </a:rPr>
              <a:t>0</a:t>
            </a:r>
            <a:endParaRPr sz="1600">
              <a:latin typeface="宋体"/>
              <a:cs typeface="宋体"/>
            </a:endParaRPr>
          </a:p>
          <a:p>
            <a:pPr algn="ctr">
              <a:lnSpc>
                <a:spcPct val="100000"/>
              </a:lnSpc>
              <a:spcBef>
                <a:spcPts val="280"/>
              </a:spcBef>
            </a:pPr>
            <a:r>
              <a:rPr dirty="0" sz="1600" spc="-5">
                <a:latin typeface="宋体"/>
                <a:cs typeface="宋体"/>
              </a:rPr>
              <a:t>1</a:t>
            </a:r>
            <a:endParaRPr sz="1600">
              <a:latin typeface="宋体"/>
              <a:cs typeface="宋体"/>
            </a:endParaRPr>
          </a:p>
          <a:p>
            <a:pPr algn="ctr">
              <a:lnSpc>
                <a:spcPct val="100000"/>
              </a:lnSpc>
              <a:spcBef>
                <a:spcPts val="280"/>
              </a:spcBef>
            </a:pPr>
            <a:r>
              <a:rPr dirty="0" sz="1600" spc="-5">
                <a:latin typeface="宋体"/>
                <a:cs typeface="宋体"/>
              </a:rPr>
              <a:t>2</a:t>
            </a:r>
            <a:endParaRPr sz="1600">
              <a:latin typeface="宋体"/>
              <a:cs typeface="宋体"/>
            </a:endParaRPr>
          </a:p>
          <a:p>
            <a:pPr algn="ctr">
              <a:lnSpc>
                <a:spcPct val="100000"/>
              </a:lnSpc>
              <a:spcBef>
                <a:spcPts val="280"/>
              </a:spcBef>
            </a:pPr>
            <a:r>
              <a:rPr dirty="0" sz="1600" spc="-5">
                <a:latin typeface="宋体"/>
                <a:cs typeface="宋体"/>
              </a:rPr>
              <a:t>3</a:t>
            </a:r>
            <a:endParaRPr sz="1600">
              <a:latin typeface="宋体"/>
              <a:cs typeface="宋体"/>
            </a:endParaRPr>
          </a:p>
          <a:p>
            <a:pPr algn="ctr">
              <a:lnSpc>
                <a:spcPct val="100000"/>
              </a:lnSpc>
              <a:spcBef>
                <a:spcPts val="280"/>
              </a:spcBef>
            </a:pPr>
            <a:r>
              <a:rPr dirty="0" sz="1600" spc="-5">
                <a:latin typeface="宋体"/>
                <a:cs typeface="宋体"/>
              </a:rPr>
              <a:t>4</a:t>
            </a:r>
            <a:endParaRPr sz="1600">
              <a:latin typeface="宋体"/>
              <a:cs typeface="宋体"/>
            </a:endParaRPr>
          </a:p>
          <a:p>
            <a:pPr algn="ctr">
              <a:lnSpc>
                <a:spcPct val="100000"/>
              </a:lnSpc>
              <a:spcBef>
                <a:spcPts val="280"/>
              </a:spcBef>
            </a:pPr>
            <a:r>
              <a:rPr dirty="0" sz="1600">
                <a:latin typeface="宋体"/>
                <a:cs typeface="宋体"/>
              </a:rPr>
              <a:t>循环结</a:t>
            </a:r>
            <a:r>
              <a:rPr dirty="0" sz="1600" spc="-5">
                <a:latin typeface="宋体"/>
                <a:cs typeface="宋体"/>
              </a:rPr>
              <a:t>束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995415" y="4154423"/>
            <a:ext cx="548640" cy="951230"/>
          </a:xfrm>
          <a:custGeom>
            <a:avLst/>
            <a:gdLst/>
            <a:ahLst/>
            <a:cxnLst/>
            <a:rect l="l" t="t" r="r" b="b"/>
            <a:pathLst>
              <a:path w="548640" h="951229">
                <a:moveTo>
                  <a:pt x="274320" y="950976"/>
                </a:moveTo>
                <a:lnTo>
                  <a:pt x="274320" y="713231"/>
                </a:lnTo>
                <a:lnTo>
                  <a:pt x="0" y="713231"/>
                </a:lnTo>
                <a:lnTo>
                  <a:pt x="0" y="237743"/>
                </a:lnTo>
                <a:lnTo>
                  <a:pt x="274320" y="237743"/>
                </a:lnTo>
                <a:lnTo>
                  <a:pt x="274320" y="0"/>
                </a:lnTo>
                <a:lnTo>
                  <a:pt x="548639" y="475488"/>
                </a:lnTo>
                <a:lnTo>
                  <a:pt x="274320" y="950976"/>
                </a:lnTo>
                <a:close/>
              </a:path>
            </a:pathLst>
          </a:custGeom>
          <a:solidFill>
            <a:srgbClr val="78A77B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2"/>
            <a:ext cx="203200" cy="609600"/>
          </a:xfrm>
          <a:custGeom>
            <a:avLst/>
            <a:gdLst/>
            <a:ahLst/>
            <a:cxnLst/>
            <a:rect l="l" t="t" r="r" b="b"/>
            <a:pathLst>
              <a:path w="203200" h="609600">
                <a:moveTo>
                  <a:pt x="0" y="0"/>
                </a:moveTo>
                <a:lnTo>
                  <a:pt x="202692" y="0"/>
                </a:lnTo>
                <a:lnTo>
                  <a:pt x="202692" y="609599"/>
                </a:lnTo>
                <a:lnTo>
                  <a:pt x="0" y="609599"/>
                </a:lnTo>
                <a:lnTo>
                  <a:pt x="0" y="0"/>
                </a:lnTo>
                <a:close/>
              </a:path>
            </a:pathLst>
          </a:custGeom>
          <a:solidFill>
            <a:srgbClr val="20565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1940" y="217411"/>
            <a:ext cx="155829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while</a:t>
            </a:r>
            <a:r>
              <a:rPr dirty="0" sz="2400" spc="-90" b="1">
                <a:solidFill>
                  <a:srgbClr val="2E5B50"/>
                </a:solidFill>
                <a:latin typeface="宋体"/>
                <a:cs typeface="宋体"/>
              </a:rPr>
              <a:t> </a:t>
            </a: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循</a:t>
            </a:r>
            <a:r>
              <a:rPr dirty="0" sz="2400" spc="-10" b="1">
                <a:solidFill>
                  <a:srgbClr val="2E5B50"/>
                </a:solidFill>
                <a:latin typeface="宋体"/>
                <a:cs typeface="宋体"/>
              </a:rPr>
              <a:t>环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62940" y="1245108"/>
            <a:ext cx="10800715" cy="1335405"/>
          </a:xfrm>
          <a:custGeom>
            <a:avLst/>
            <a:gdLst/>
            <a:ahLst/>
            <a:cxnLst/>
            <a:rect l="l" t="t" r="r" b="b"/>
            <a:pathLst>
              <a:path w="10800715" h="1335405">
                <a:moveTo>
                  <a:pt x="10578084" y="1335023"/>
                </a:moveTo>
                <a:lnTo>
                  <a:pt x="222503" y="1335023"/>
                </a:lnTo>
                <a:lnTo>
                  <a:pt x="177687" y="1330733"/>
                </a:lnTo>
                <a:lnTo>
                  <a:pt x="135933" y="1317926"/>
                </a:lnTo>
                <a:lnTo>
                  <a:pt x="98139" y="1297500"/>
                </a:lnTo>
                <a:lnTo>
                  <a:pt x="65203" y="1270354"/>
                </a:lnTo>
                <a:lnTo>
                  <a:pt x="38023" y="1237384"/>
                </a:lnTo>
                <a:lnTo>
                  <a:pt x="17498" y="1199490"/>
                </a:lnTo>
                <a:lnTo>
                  <a:pt x="4524" y="1157570"/>
                </a:lnTo>
                <a:lnTo>
                  <a:pt x="0" y="1112519"/>
                </a:lnTo>
                <a:lnTo>
                  <a:pt x="0" y="222503"/>
                </a:lnTo>
                <a:lnTo>
                  <a:pt x="4524" y="177520"/>
                </a:lnTo>
                <a:lnTo>
                  <a:pt x="17498" y="135647"/>
                </a:lnTo>
                <a:lnTo>
                  <a:pt x="38023" y="97781"/>
                </a:lnTo>
                <a:lnTo>
                  <a:pt x="65203" y="64822"/>
                </a:lnTo>
                <a:lnTo>
                  <a:pt x="98139" y="37666"/>
                </a:lnTo>
                <a:lnTo>
                  <a:pt x="135933" y="17212"/>
                </a:lnTo>
                <a:lnTo>
                  <a:pt x="177687" y="4357"/>
                </a:lnTo>
                <a:lnTo>
                  <a:pt x="222503" y="0"/>
                </a:lnTo>
                <a:lnTo>
                  <a:pt x="10578084" y="0"/>
                </a:lnTo>
                <a:lnTo>
                  <a:pt x="10622734" y="4357"/>
                </a:lnTo>
                <a:lnTo>
                  <a:pt x="10664369" y="17212"/>
                </a:lnTo>
                <a:lnTo>
                  <a:pt x="10702091" y="37666"/>
                </a:lnTo>
                <a:lnTo>
                  <a:pt x="10735003" y="64822"/>
                </a:lnTo>
                <a:lnTo>
                  <a:pt x="10762207" y="97781"/>
                </a:lnTo>
                <a:lnTo>
                  <a:pt x="10782804" y="135647"/>
                </a:lnTo>
                <a:lnTo>
                  <a:pt x="10795897" y="177520"/>
                </a:lnTo>
                <a:lnTo>
                  <a:pt x="10800588" y="222503"/>
                </a:lnTo>
                <a:lnTo>
                  <a:pt x="10800588" y="1112519"/>
                </a:lnTo>
                <a:lnTo>
                  <a:pt x="10795897" y="1157570"/>
                </a:lnTo>
                <a:lnTo>
                  <a:pt x="10782804" y="1199490"/>
                </a:lnTo>
                <a:lnTo>
                  <a:pt x="10762207" y="1237384"/>
                </a:lnTo>
                <a:lnTo>
                  <a:pt x="10735003" y="1270354"/>
                </a:lnTo>
                <a:lnTo>
                  <a:pt x="10702091" y="1297500"/>
                </a:lnTo>
                <a:lnTo>
                  <a:pt x="10664369" y="1317926"/>
                </a:lnTo>
                <a:lnTo>
                  <a:pt x="10622734" y="1330733"/>
                </a:lnTo>
                <a:lnTo>
                  <a:pt x="10578084" y="1335023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960755" y="1320571"/>
            <a:ext cx="10187305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宋体"/>
                <a:cs typeface="宋体"/>
              </a:rPr>
              <a:t>说明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：甲公司采用双倍余额递减法对固定资产计提折旧，现有一固定资产原值为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100000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元，预计使用年限为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10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年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， 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净残值率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5%。</a:t>
            </a:r>
            <a:endParaRPr sz="16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1600" b="1">
                <a:solidFill>
                  <a:srgbClr val="FFFFFF"/>
                </a:solidFill>
                <a:latin typeface="宋体"/>
                <a:cs typeface="宋体"/>
              </a:rPr>
              <a:t>要求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：采用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while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循环计算该固定资产年折旧额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62940" y="2880360"/>
            <a:ext cx="10800715" cy="3616960"/>
          </a:xfrm>
          <a:custGeom>
            <a:avLst/>
            <a:gdLst/>
            <a:ahLst/>
            <a:cxnLst/>
            <a:rect l="l" t="t" r="r" b="b"/>
            <a:pathLst>
              <a:path w="10800715" h="3616960">
                <a:moveTo>
                  <a:pt x="10197084" y="3616452"/>
                </a:moveTo>
                <a:lnTo>
                  <a:pt x="603504" y="3616452"/>
                </a:lnTo>
                <a:lnTo>
                  <a:pt x="556388" y="3614620"/>
                </a:lnTo>
                <a:lnTo>
                  <a:pt x="510264" y="3609253"/>
                </a:lnTo>
                <a:lnTo>
                  <a:pt x="465265" y="3600481"/>
                </a:lnTo>
                <a:lnTo>
                  <a:pt x="421525" y="3588441"/>
                </a:lnTo>
                <a:lnTo>
                  <a:pt x="379178" y="3573264"/>
                </a:lnTo>
                <a:lnTo>
                  <a:pt x="338356" y="3555085"/>
                </a:lnTo>
                <a:lnTo>
                  <a:pt x="299195" y="3534037"/>
                </a:lnTo>
                <a:lnTo>
                  <a:pt x="261826" y="3510254"/>
                </a:lnTo>
                <a:lnTo>
                  <a:pt x="226384" y="3483869"/>
                </a:lnTo>
                <a:lnTo>
                  <a:pt x="193003" y="3455016"/>
                </a:lnTo>
                <a:lnTo>
                  <a:pt x="161815" y="3423828"/>
                </a:lnTo>
                <a:lnTo>
                  <a:pt x="132955" y="3390440"/>
                </a:lnTo>
                <a:lnTo>
                  <a:pt x="106557" y="3354984"/>
                </a:lnTo>
                <a:lnTo>
                  <a:pt x="82753" y="3317595"/>
                </a:lnTo>
                <a:lnTo>
                  <a:pt x="61677" y="3278406"/>
                </a:lnTo>
                <a:lnTo>
                  <a:pt x="43463" y="3237550"/>
                </a:lnTo>
                <a:lnTo>
                  <a:pt x="28245" y="3195161"/>
                </a:lnTo>
                <a:lnTo>
                  <a:pt x="16156" y="3151372"/>
                </a:lnTo>
                <a:lnTo>
                  <a:pt x="7330" y="3106318"/>
                </a:lnTo>
                <a:lnTo>
                  <a:pt x="1900" y="3060132"/>
                </a:lnTo>
                <a:lnTo>
                  <a:pt x="0" y="3012948"/>
                </a:lnTo>
                <a:lnTo>
                  <a:pt x="0" y="601979"/>
                </a:lnTo>
                <a:lnTo>
                  <a:pt x="1900" y="554899"/>
                </a:lnTo>
                <a:lnTo>
                  <a:pt x="7330" y="508807"/>
                </a:lnTo>
                <a:lnTo>
                  <a:pt x="16156" y="463839"/>
                </a:lnTo>
                <a:lnTo>
                  <a:pt x="28245" y="420129"/>
                </a:lnTo>
                <a:lnTo>
                  <a:pt x="43463" y="377813"/>
                </a:lnTo>
                <a:lnTo>
                  <a:pt x="61677" y="337023"/>
                </a:lnTo>
                <a:lnTo>
                  <a:pt x="82753" y="297896"/>
                </a:lnTo>
                <a:lnTo>
                  <a:pt x="106557" y="260566"/>
                </a:lnTo>
                <a:lnTo>
                  <a:pt x="132955" y="225167"/>
                </a:lnTo>
                <a:lnTo>
                  <a:pt x="161815" y="191833"/>
                </a:lnTo>
                <a:lnTo>
                  <a:pt x="193003" y="160700"/>
                </a:lnTo>
                <a:lnTo>
                  <a:pt x="226384" y="131902"/>
                </a:lnTo>
                <a:lnTo>
                  <a:pt x="261826" y="105574"/>
                </a:lnTo>
                <a:lnTo>
                  <a:pt x="299195" y="81850"/>
                </a:lnTo>
                <a:lnTo>
                  <a:pt x="338356" y="60864"/>
                </a:lnTo>
                <a:lnTo>
                  <a:pt x="379178" y="42752"/>
                </a:lnTo>
                <a:lnTo>
                  <a:pt x="421525" y="27647"/>
                </a:lnTo>
                <a:lnTo>
                  <a:pt x="465265" y="15685"/>
                </a:lnTo>
                <a:lnTo>
                  <a:pt x="510264" y="7000"/>
                </a:lnTo>
                <a:lnTo>
                  <a:pt x="556388" y="1727"/>
                </a:lnTo>
                <a:lnTo>
                  <a:pt x="603504" y="0"/>
                </a:lnTo>
                <a:lnTo>
                  <a:pt x="10197084" y="0"/>
                </a:lnTo>
                <a:lnTo>
                  <a:pt x="10244216" y="1727"/>
                </a:lnTo>
                <a:lnTo>
                  <a:pt x="10290356" y="7000"/>
                </a:lnTo>
                <a:lnTo>
                  <a:pt x="10335369" y="15685"/>
                </a:lnTo>
                <a:lnTo>
                  <a:pt x="10379120" y="27647"/>
                </a:lnTo>
                <a:lnTo>
                  <a:pt x="10421478" y="42752"/>
                </a:lnTo>
                <a:lnTo>
                  <a:pt x="10462308" y="60864"/>
                </a:lnTo>
                <a:lnTo>
                  <a:pt x="10501477" y="81850"/>
                </a:lnTo>
                <a:lnTo>
                  <a:pt x="10538851" y="105574"/>
                </a:lnTo>
                <a:lnTo>
                  <a:pt x="10574296" y="131902"/>
                </a:lnTo>
                <a:lnTo>
                  <a:pt x="10607679" y="160700"/>
                </a:lnTo>
                <a:lnTo>
                  <a:pt x="10638867" y="191833"/>
                </a:lnTo>
                <a:lnTo>
                  <a:pt x="10667725" y="225167"/>
                </a:lnTo>
                <a:lnTo>
                  <a:pt x="10694120" y="260566"/>
                </a:lnTo>
                <a:lnTo>
                  <a:pt x="10717919" y="297896"/>
                </a:lnTo>
                <a:lnTo>
                  <a:pt x="10738988" y="337023"/>
                </a:lnTo>
                <a:lnTo>
                  <a:pt x="10757193" y="377813"/>
                </a:lnTo>
                <a:lnTo>
                  <a:pt x="10772401" y="420129"/>
                </a:lnTo>
                <a:lnTo>
                  <a:pt x="10784478" y="463839"/>
                </a:lnTo>
                <a:lnTo>
                  <a:pt x="10793290" y="508807"/>
                </a:lnTo>
                <a:lnTo>
                  <a:pt x="10798705" y="554899"/>
                </a:lnTo>
                <a:lnTo>
                  <a:pt x="10800588" y="601979"/>
                </a:lnTo>
                <a:lnTo>
                  <a:pt x="10800588" y="3012948"/>
                </a:lnTo>
                <a:lnTo>
                  <a:pt x="10798705" y="3060132"/>
                </a:lnTo>
                <a:lnTo>
                  <a:pt x="10793290" y="3106318"/>
                </a:lnTo>
                <a:lnTo>
                  <a:pt x="10784478" y="3151372"/>
                </a:lnTo>
                <a:lnTo>
                  <a:pt x="10772401" y="3195161"/>
                </a:lnTo>
                <a:lnTo>
                  <a:pt x="10757193" y="3237550"/>
                </a:lnTo>
                <a:lnTo>
                  <a:pt x="10738988" y="3278406"/>
                </a:lnTo>
                <a:lnTo>
                  <a:pt x="10717919" y="3317595"/>
                </a:lnTo>
                <a:lnTo>
                  <a:pt x="10694120" y="3354984"/>
                </a:lnTo>
                <a:lnTo>
                  <a:pt x="10667725" y="3390440"/>
                </a:lnTo>
                <a:lnTo>
                  <a:pt x="10638867" y="3423828"/>
                </a:lnTo>
                <a:lnTo>
                  <a:pt x="10607679" y="3455016"/>
                </a:lnTo>
                <a:lnTo>
                  <a:pt x="10574296" y="3483869"/>
                </a:lnTo>
                <a:lnTo>
                  <a:pt x="10538851" y="3510254"/>
                </a:lnTo>
                <a:lnTo>
                  <a:pt x="10501477" y="3534037"/>
                </a:lnTo>
                <a:lnTo>
                  <a:pt x="10462308" y="3555085"/>
                </a:lnTo>
                <a:lnTo>
                  <a:pt x="10421478" y="3573264"/>
                </a:lnTo>
                <a:lnTo>
                  <a:pt x="10379120" y="3588441"/>
                </a:lnTo>
                <a:lnTo>
                  <a:pt x="10335369" y="3600481"/>
                </a:lnTo>
                <a:lnTo>
                  <a:pt x="10290356" y="3609253"/>
                </a:lnTo>
                <a:lnTo>
                  <a:pt x="10244216" y="3614620"/>
                </a:lnTo>
                <a:lnTo>
                  <a:pt x="10197084" y="3616452"/>
                </a:lnTo>
                <a:close/>
              </a:path>
            </a:pathLst>
          </a:custGeom>
          <a:solidFill>
            <a:srgbClr val="D2E1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33400" y="2817876"/>
            <a:ext cx="1163320" cy="464820"/>
          </a:xfrm>
          <a:custGeom>
            <a:avLst/>
            <a:gdLst/>
            <a:ahLst/>
            <a:cxnLst/>
            <a:rect l="l" t="t" r="r" b="b"/>
            <a:pathLst>
              <a:path w="1163320" h="464820">
                <a:moveTo>
                  <a:pt x="1085088" y="464820"/>
                </a:moveTo>
                <a:lnTo>
                  <a:pt x="76200" y="464820"/>
                </a:lnTo>
                <a:lnTo>
                  <a:pt x="46400" y="458520"/>
                </a:lnTo>
                <a:lnTo>
                  <a:pt x="22036" y="441831"/>
                </a:lnTo>
                <a:lnTo>
                  <a:pt x="5703" y="417205"/>
                </a:lnTo>
                <a:lnTo>
                  <a:pt x="0" y="387096"/>
                </a:lnTo>
                <a:lnTo>
                  <a:pt x="0" y="77724"/>
                </a:lnTo>
                <a:lnTo>
                  <a:pt x="5703" y="47543"/>
                </a:lnTo>
                <a:lnTo>
                  <a:pt x="22036" y="22893"/>
                </a:lnTo>
                <a:lnTo>
                  <a:pt x="46400" y="6227"/>
                </a:lnTo>
                <a:lnTo>
                  <a:pt x="76200" y="0"/>
                </a:lnTo>
                <a:lnTo>
                  <a:pt x="1085088" y="0"/>
                </a:lnTo>
                <a:lnTo>
                  <a:pt x="1114982" y="6227"/>
                </a:lnTo>
                <a:lnTo>
                  <a:pt x="1139537" y="22893"/>
                </a:lnTo>
                <a:lnTo>
                  <a:pt x="1156298" y="47543"/>
                </a:lnTo>
                <a:lnTo>
                  <a:pt x="1162812" y="77724"/>
                </a:lnTo>
                <a:lnTo>
                  <a:pt x="1162812" y="387096"/>
                </a:lnTo>
                <a:lnTo>
                  <a:pt x="1156298" y="417205"/>
                </a:lnTo>
                <a:lnTo>
                  <a:pt x="1139537" y="441831"/>
                </a:lnTo>
                <a:lnTo>
                  <a:pt x="1114982" y="458520"/>
                </a:lnTo>
                <a:lnTo>
                  <a:pt x="1085088" y="464820"/>
                </a:lnTo>
                <a:close/>
              </a:path>
            </a:pathLst>
          </a:custGeom>
          <a:solidFill>
            <a:srgbClr val="78A77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643686" y="2832201"/>
            <a:ext cx="8064500" cy="3582035"/>
          </a:xfrm>
          <a:prstGeom prst="rect">
            <a:avLst/>
          </a:prstGeom>
        </p:spPr>
        <p:txBody>
          <a:bodyPr wrap="square" lIns="0" tIns="838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示例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1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代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码</a:t>
            </a:r>
            <a:endParaRPr sz="1600">
              <a:latin typeface="宋体"/>
              <a:cs typeface="宋体"/>
            </a:endParaRPr>
          </a:p>
          <a:p>
            <a:pPr marL="330200">
              <a:lnSpc>
                <a:spcPct val="100000"/>
              </a:lnSpc>
              <a:spcBef>
                <a:spcPts val="565"/>
              </a:spcBef>
            </a:pPr>
            <a:r>
              <a:rPr dirty="0" sz="1600" spc="-5">
                <a:latin typeface="宋体"/>
                <a:cs typeface="宋体"/>
              </a:rPr>
              <a:t>i = 0</a:t>
            </a:r>
            <a:r>
              <a:rPr dirty="0" sz="1600" spc="5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# </a:t>
            </a:r>
            <a:r>
              <a:rPr dirty="0" sz="1600">
                <a:latin typeface="宋体"/>
                <a:cs typeface="宋体"/>
              </a:rPr>
              <a:t>初 始 表 达 </a:t>
            </a:r>
            <a:r>
              <a:rPr dirty="0" sz="1600" spc="-5">
                <a:latin typeface="宋体"/>
                <a:cs typeface="宋体"/>
              </a:rPr>
              <a:t>式</a:t>
            </a:r>
            <a:endParaRPr sz="1600">
              <a:latin typeface="宋体"/>
              <a:cs typeface="宋体"/>
            </a:endParaRPr>
          </a:p>
          <a:p>
            <a:pPr marL="330200" marR="513080">
              <a:lnSpc>
                <a:spcPct val="100000"/>
              </a:lnSpc>
            </a:pPr>
            <a:r>
              <a:rPr dirty="0" sz="1600">
                <a:latin typeface="宋体"/>
                <a:cs typeface="宋体"/>
              </a:rPr>
              <a:t>年初固定资产净值</a:t>
            </a:r>
            <a:r>
              <a:rPr dirty="0" sz="1600" spc="-1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=</a:t>
            </a:r>
            <a:r>
              <a:rPr dirty="0" sz="1600" spc="-1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100000</a:t>
            </a:r>
            <a:r>
              <a:rPr dirty="0" sz="1600" spc="765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#</a:t>
            </a:r>
            <a:r>
              <a:rPr dirty="0" sz="1600" spc="-10">
                <a:latin typeface="宋体"/>
                <a:cs typeface="宋体"/>
              </a:rPr>
              <a:t> </a:t>
            </a:r>
            <a:r>
              <a:rPr dirty="0" sz="1600">
                <a:latin typeface="宋体"/>
                <a:cs typeface="宋体"/>
              </a:rPr>
              <a:t>第一年年初固定资产净值</a:t>
            </a:r>
            <a:r>
              <a:rPr dirty="0" sz="1600" spc="-1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=</a:t>
            </a:r>
            <a:r>
              <a:rPr dirty="0" sz="1600" spc="-10">
                <a:latin typeface="宋体"/>
                <a:cs typeface="宋体"/>
              </a:rPr>
              <a:t> </a:t>
            </a:r>
            <a:r>
              <a:rPr dirty="0" sz="1600">
                <a:latin typeface="宋体"/>
                <a:cs typeface="宋体"/>
              </a:rPr>
              <a:t>固定资产原</a:t>
            </a:r>
            <a:r>
              <a:rPr dirty="0" sz="1600" spc="-5">
                <a:latin typeface="宋体"/>
                <a:cs typeface="宋体"/>
              </a:rPr>
              <a:t>值 result = []</a:t>
            </a:r>
            <a:r>
              <a:rPr dirty="0" sz="1600" spc="75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# </a:t>
            </a:r>
            <a:r>
              <a:rPr dirty="0" sz="1600">
                <a:latin typeface="宋体"/>
                <a:cs typeface="宋体"/>
              </a:rPr>
              <a:t>创 建 空 列 表 存 储 年 折 旧 </a:t>
            </a:r>
            <a:r>
              <a:rPr dirty="0" sz="1600" spc="-5">
                <a:latin typeface="宋体"/>
                <a:cs typeface="宋体"/>
              </a:rPr>
              <a:t>额</a:t>
            </a:r>
            <a:endParaRPr sz="1600">
              <a:latin typeface="宋体"/>
              <a:cs typeface="宋体"/>
            </a:endParaRPr>
          </a:p>
          <a:p>
            <a:pPr marL="330200">
              <a:lnSpc>
                <a:spcPct val="100000"/>
              </a:lnSpc>
            </a:pPr>
            <a:r>
              <a:rPr dirty="0" sz="1600" spc="-5">
                <a:latin typeface="宋体"/>
                <a:cs typeface="宋体"/>
              </a:rPr>
              <a:t>while i &lt; 8: # while</a:t>
            </a:r>
            <a:r>
              <a:rPr dirty="0" sz="1600">
                <a:latin typeface="宋体"/>
                <a:cs typeface="宋体"/>
              </a:rPr>
              <a:t>循环，最后两年平均分摊，循环次数为</a:t>
            </a:r>
            <a:r>
              <a:rPr dirty="0" sz="1600" spc="-5">
                <a:latin typeface="宋体"/>
                <a:cs typeface="宋体"/>
              </a:rPr>
              <a:t>8次</a:t>
            </a:r>
            <a:endParaRPr sz="1600">
              <a:latin typeface="宋体"/>
              <a:cs typeface="宋体"/>
            </a:endParaRPr>
          </a:p>
          <a:p>
            <a:pPr marL="330200">
              <a:lnSpc>
                <a:spcPct val="100000"/>
              </a:lnSpc>
            </a:pPr>
            <a:r>
              <a:rPr dirty="0" sz="1600" spc="-5">
                <a:latin typeface="宋体"/>
                <a:cs typeface="宋体"/>
              </a:rPr>
              <a:t>    </a:t>
            </a:r>
            <a:r>
              <a:rPr dirty="0" sz="1600" spc="-5">
                <a:latin typeface="宋体"/>
                <a:cs typeface="宋体"/>
              </a:rPr>
              <a:t>年折旧额</a:t>
            </a:r>
            <a:r>
              <a:rPr dirty="0" sz="1600" spc="-5">
                <a:latin typeface="宋体"/>
                <a:cs typeface="宋体"/>
              </a:rPr>
              <a:t> = round(</a:t>
            </a:r>
            <a:r>
              <a:rPr dirty="0" sz="1600">
                <a:latin typeface="宋体"/>
                <a:cs typeface="宋体"/>
              </a:rPr>
              <a:t>年初固定资产净值</a:t>
            </a:r>
            <a:r>
              <a:rPr dirty="0" sz="1600" spc="-5">
                <a:latin typeface="宋体"/>
                <a:cs typeface="宋体"/>
              </a:rPr>
              <a:t> * (2/10),2) # </a:t>
            </a:r>
            <a:r>
              <a:rPr dirty="0" sz="1600">
                <a:latin typeface="宋体"/>
                <a:cs typeface="宋体"/>
              </a:rPr>
              <a:t>年折旧率</a:t>
            </a:r>
            <a:r>
              <a:rPr dirty="0" sz="1600" spc="-5">
                <a:latin typeface="宋体"/>
                <a:cs typeface="宋体"/>
              </a:rPr>
              <a:t> = 2/10</a:t>
            </a:r>
            <a:endParaRPr sz="1600">
              <a:latin typeface="宋体"/>
              <a:cs typeface="宋体"/>
            </a:endParaRPr>
          </a:p>
          <a:p>
            <a:pPr marL="330200">
              <a:lnSpc>
                <a:spcPct val="100000"/>
              </a:lnSpc>
            </a:pPr>
            <a:r>
              <a:rPr dirty="0" sz="1600" spc="-5">
                <a:latin typeface="宋体"/>
                <a:cs typeface="宋体"/>
              </a:rPr>
              <a:t>    </a:t>
            </a:r>
            <a:r>
              <a:rPr dirty="0" sz="1600" spc="-5">
                <a:latin typeface="宋体"/>
                <a:cs typeface="宋体"/>
              </a:rPr>
              <a:t>result.append(</a:t>
            </a:r>
            <a:r>
              <a:rPr dirty="0" sz="1600">
                <a:latin typeface="宋体"/>
                <a:cs typeface="宋体"/>
              </a:rPr>
              <a:t>年折旧额</a:t>
            </a:r>
            <a:r>
              <a:rPr dirty="0" sz="1600" spc="-5">
                <a:latin typeface="宋体"/>
                <a:cs typeface="宋体"/>
              </a:rPr>
              <a:t>)</a:t>
            </a:r>
            <a:endParaRPr sz="1600">
              <a:latin typeface="宋体"/>
              <a:cs typeface="宋体"/>
            </a:endParaRPr>
          </a:p>
          <a:p>
            <a:pPr marL="330200">
              <a:lnSpc>
                <a:spcPct val="100000"/>
              </a:lnSpc>
            </a:pPr>
            <a:r>
              <a:rPr dirty="0" sz="1600" spc="-5">
                <a:latin typeface="宋体"/>
                <a:cs typeface="宋体"/>
              </a:rPr>
              <a:t>    </a:t>
            </a:r>
            <a:r>
              <a:rPr dirty="0" sz="1600" spc="-5">
                <a:latin typeface="宋体"/>
                <a:cs typeface="宋体"/>
              </a:rPr>
              <a:t>年初固定资产净值</a:t>
            </a:r>
            <a:r>
              <a:rPr dirty="0" sz="1600" spc="-5">
                <a:latin typeface="宋体"/>
                <a:cs typeface="宋体"/>
              </a:rPr>
              <a:t> -= </a:t>
            </a:r>
            <a:r>
              <a:rPr dirty="0" sz="1600">
                <a:latin typeface="宋体"/>
                <a:cs typeface="宋体"/>
              </a:rPr>
              <a:t>年折旧</a:t>
            </a:r>
            <a:r>
              <a:rPr dirty="0" sz="1600" spc="-5">
                <a:latin typeface="宋体"/>
                <a:cs typeface="宋体"/>
              </a:rPr>
              <a:t>额</a:t>
            </a:r>
            <a:endParaRPr sz="1600">
              <a:latin typeface="宋体"/>
              <a:cs typeface="宋体"/>
            </a:endParaRPr>
          </a:p>
          <a:p>
            <a:pPr marL="330200" marR="6710045">
              <a:lnSpc>
                <a:spcPct val="100000"/>
              </a:lnSpc>
            </a:pPr>
            <a:r>
              <a:rPr dirty="0" sz="1600" spc="-5">
                <a:latin typeface="宋体"/>
                <a:cs typeface="宋体"/>
              </a:rPr>
              <a:t>    </a:t>
            </a:r>
            <a:r>
              <a:rPr dirty="0" sz="1600" spc="-5">
                <a:latin typeface="宋体"/>
                <a:cs typeface="宋体"/>
              </a:rPr>
              <a:t>i +=</a:t>
            </a:r>
            <a:r>
              <a:rPr dirty="0" sz="1600" spc="-9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1  else:</a:t>
            </a:r>
            <a:endParaRPr sz="1600">
              <a:latin typeface="宋体"/>
              <a:cs typeface="宋体"/>
            </a:endParaRPr>
          </a:p>
          <a:p>
            <a:pPr marL="330200">
              <a:lnSpc>
                <a:spcPct val="100000"/>
              </a:lnSpc>
            </a:pPr>
            <a:r>
              <a:rPr dirty="0" sz="1600" spc="-5">
                <a:latin typeface="宋体"/>
                <a:cs typeface="宋体"/>
              </a:rPr>
              <a:t>    </a:t>
            </a:r>
            <a:r>
              <a:rPr dirty="0" sz="1600" spc="-5">
                <a:latin typeface="宋体"/>
                <a:cs typeface="宋体"/>
              </a:rPr>
              <a:t>年折旧额</a:t>
            </a:r>
            <a:r>
              <a:rPr dirty="0" sz="1600" spc="-5">
                <a:latin typeface="宋体"/>
                <a:cs typeface="宋体"/>
              </a:rPr>
              <a:t> = round((</a:t>
            </a:r>
            <a:r>
              <a:rPr dirty="0" sz="1600">
                <a:latin typeface="宋体"/>
                <a:cs typeface="宋体"/>
              </a:rPr>
              <a:t>年初固定资产净值</a:t>
            </a:r>
            <a:r>
              <a:rPr dirty="0" sz="1600" spc="-5">
                <a:latin typeface="宋体"/>
                <a:cs typeface="宋体"/>
              </a:rPr>
              <a:t>-100000*0.05)/2,2)</a:t>
            </a:r>
            <a:endParaRPr sz="1600">
              <a:latin typeface="宋体"/>
              <a:cs typeface="宋体"/>
            </a:endParaRPr>
          </a:p>
          <a:p>
            <a:pPr marL="330200">
              <a:lnSpc>
                <a:spcPct val="100000"/>
              </a:lnSpc>
            </a:pPr>
            <a:r>
              <a:rPr dirty="0" sz="1600" spc="-5">
                <a:latin typeface="宋体"/>
                <a:cs typeface="宋体"/>
              </a:rPr>
              <a:t>    </a:t>
            </a:r>
            <a:r>
              <a:rPr dirty="0" sz="1600" spc="-5">
                <a:latin typeface="宋体"/>
                <a:cs typeface="宋体"/>
              </a:rPr>
              <a:t>result.append(</a:t>
            </a:r>
            <a:r>
              <a:rPr dirty="0" sz="1600">
                <a:latin typeface="宋体"/>
                <a:cs typeface="宋体"/>
              </a:rPr>
              <a:t>年折旧额</a:t>
            </a:r>
            <a:r>
              <a:rPr dirty="0" sz="1600" spc="-5">
                <a:latin typeface="宋体"/>
                <a:cs typeface="宋体"/>
              </a:rPr>
              <a:t>)</a:t>
            </a:r>
            <a:endParaRPr sz="1600">
              <a:latin typeface="宋体"/>
              <a:cs typeface="宋体"/>
            </a:endParaRPr>
          </a:p>
          <a:p>
            <a:pPr marL="330200" marR="1122045">
              <a:lnSpc>
                <a:spcPct val="100000"/>
              </a:lnSpc>
            </a:pPr>
            <a:r>
              <a:rPr dirty="0" sz="1600" spc="-5">
                <a:latin typeface="宋体"/>
                <a:cs typeface="宋体"/>
              </a:rPr>
              <a:t>    </a:t>
            </a:r>
            <a:r>
              <a:rPr dirty="0" sz="1600" spc="-5">
                <a:latin typeface="宋体"/>
                <a:cs typeface="宋体"/>
              </a:rPr>
              <a:t>result.append(round(</a:t>
            </a:r>
            <a:r>
              <a:rPr dirty="0" sz="1600">
                <a:latin typeface="宋体"/>
                <a:cs typeface="宋体"/>
              </a:rPr>
              <a:t>年初固定资产净值</a:t>
            </a:r>
            <a:r>
              <a:rPr dirty="0" sz="1600" spc="-5">
                <a:latin typeface="宋体"/>
                <a:cs typeface="宋体"/>
              </a:rPr>
              <a:t>-100000*0.05-</a:t>
            </a:r>
            <a:r>
              <a:rPr dirty="0" sz="1600">
                <a:latin typeface="宋体"/>
                <a:cs typeface="宋体"/>
              </a:rPr>
              <a:t>年折旧额</a:t>
            </a:r>
            <a:r>
              <a:rPr dirty="0" sz="1600" spc="-5">
                <a:latin typeface="宋体"/>
                <a:cs typeface="宋体"/>
              </a:rPr>
              <a:t>,2))  print("</a:t>
            </a:r>
            <a:r>
              <a:rPr dirty="0" sz="1600">
                <a:latin typeface="宋体"/>
                <a:cs typeface="宋体"/>
              </a:rPr>
              <a:t>每年折旧额依次为</a:t>
            </a:r>
            <a:r>
              <a:rPr dirty="0" sz="1600" spc="-5">
                <a:latin typeface="宋体"/>
                <a:cs typeface="宋体"/>
              </a:rPr>
              <a:t>：",result)</a:t>
            </a:r>
            <a:endParaRPr sz="16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2"/>
            <a:ext cx="203200" cy="609600"/>
          </a:xfrm>
          <a:custGeom>
            <a:avLst/>
            <a:gdLst/>
            <a:ahLst/>
            <a:cxnLst/>
            <a:rect l="l" t="t" r="r" b="b"/>
            <a:pathLst>
              <a:path w="203200" h="609600">
                <a:moveTo>
                  <a:pt x="0" y="0"/>
                </a:moveTo>
                <a:lnTo>
                  <a:pt x="202692" y="0"/>
                </a:lnTo>
                <a:lnTo>
                  <a:pt x="202692" y="609599"/>
                </a:lnTo>
                <a:lnTo>
                  <a:pt x="0" y="609599"/>
                </a:lnTo>
                <a:lnTo>
                  <a:pt x="0" y="0"/>
                </a:lnTo>
                <a:close/>
              </a:path>
            </a:pathLst>
          </a:custGeom>
          <a:solidFill>
            <a:srgbClr val="20565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1940" y="217411"/>
            <a:ext cx="155829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while</a:t>
            </a:r>
            <a:r>
              <a:rPr dirty="0" sz="2400" spc="-90" b="1">
                <a:solidFill>
                  <a:srgbClr val="2E5B50"/>
                </a:solidFill>
                <a:latin typeface="宋体"/>
                <a:cs typeface="宋体"/>
              </a:rPr>
              <a:t> </a:t>
            </a: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循</a:t>
            </a:r>
            <a:r>
              <a:rPr dirty="0" sz="2400" spc="-10" b="1">
                <a:solidFill>
                  <a:srgbClr val="2E5B50"/>
                </a:solidFill>
                <a:latin typeface="宋体"/>
                <a:cs typeface="宋体"/>
              </a:rPr>
              <a:t>环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62940" y="1245108"/>
            <a:ext cx="10800715" cy="1379220"/>
          </a:xfrm>
          <a:custGeom>
            <a:avLst/>
            <a:gdLst/>
            <a:ahLst/>
            <a:cxnLst/>
            <a:rect l="l" t="t" r="r" b="b"/>
            <a:pathLst>
              <a:path w="10800715" h="1379220">
                <a:moveTo>
                  <a:pt x="10570464" y="1379219"/>
                </a:moveTo>
                <a:lnTo>
                  <a:pt x="230123" y="1379219"/>
                </a:lnTo>
                <a:lnTo>
                  <a:pt x="183732" y="1374659"/>
                </a:lnTo>
                <a:lnTo>
                  <a:pt x="140530" y="1361335"/>
                </a:lnTo>
                <a:lnTo>
                  <a:pt x="101439" y="1340171"/>
                </a:lnTo>
                <a:lnTo>
                  <a:pt x="67384" y="1312092"/>
                </a:lnTo>
                <a:lnTo>
                  <a:pt x="39289" y="1278021"/>
                </a:lnTo>
                <a:lnTo>
                  <a:pt x="18077" y="1238882"/>
                </a:lnTo>
                <a:lnTo>
                  <a:pt x="4673" y="1195599"/>
                </a:lnTo>
                <a:lnTo>
                  <a:pt x="0" y="1149095"/>
                </a:lnTo>
                <a:lnTo>
                  <a:pt x="0" y="230123"/>
                </a:lnTo>
                <a:lnTo>
                  <a:pt x="4673" y="183566"/>
                </a:lnTo>
                <a:lnTo>
                  <a:pt x="18077" y="140244"/>
                </a:lnTo>
                <a:lnTo>
                  <a:pt x="39289" y="101082"/>
                </a:lnTo>
                <a:lnTo>
                  <a:pt x="67384" y="67003"/>
                </a:lnTo>
                <a:lnTo>
                  <a:pt x="101439" y="38932"/>
                </a:lnTo>
                <a:lnTo>
                  <a:pt x="140530" y="17792"/>
                </a:lnTo>
                <a:lnTo>
                  <a:pt x="183732" y="4506"/>
                </a:lnTo>
                <a:lnTo>
                  <a:pt x="230123" y="0"/>
                </a:lnTo>
                <a:lnTo>
                  <a:pt x="10570464" y="0"/>
                </a:lnTo>
                <a:lnTo>
                  <a:pt x="10616688" y="4506"/>
                </a:lnTo>
                <a:lnTo>
                  <a:pt x="10659772" y="17792"/>
                </a:lnTo>
                <a:lnTo>
                  <a:pt x="10698791" y="38932"/>
                </a:lnTo>
                <a:lnTo>
                  <a:pt x="10732822" y="67003"/>
                </a:lnTo>
                <a:lnTo>
                  <a:pt x="10760941" y="101082"/>
                </a:lnTo>
                <a:lnTo>
                  <a:pt x="10782224" y="140244"/>
                </a:lnTo>
                <a:lnTo>
                  <a:pt x="10795747" y="183566"/>
                </a:lnTo>
                <a:lnTo>
                  <a:pt x="10800588" y="230123"/>
                </a:lnTo>
                <a:lnTo>
                  <a:pt x="10800588" y="1149095"/>
                </a:lnTo>
                <a:lnTo>
                  <a:pt x="10795747" y="1195599"/>
                </a:lnTo>
                <a:lnTo>
                  <a:pt x="10782224" y="1238882"/>
                </a:lnTo>
                <a:lnTo>
                  <a:pt x="10760941" y="1278021"/>
                </a:lnTo>
                <a:lnTo>
                  <a:pt x="10732822" y="1312092"/>
                </a:lnTo>
                <a:lnTo>
                  <a:pt x="10698791" y="1340171"/>
                </a:lnTo>
                <a:lnTo>
                  <a:pt x="10659772" y="1361335"/>
                </a:lnTo>
                <a:lnTo>
                  <a:pt x="10616688" y="1374659"/>
                </a:lnTo>
                <a:lnTo>
                  <a:pt x="10570464" y="1379219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960755" y="1341958"/>
            <a:ext cx="10187305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宋体"/>
                <a:cs typeface="宋体"/>
              </a:rPr>
              <a:t>说明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：甲公司采用双倍余额递减法对固定资产计提折旧，现有一固定资产原值为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100000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元，预计使用年限为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10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年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， 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净残值率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5%。</a:t>
            </a:r>
            <a:endParaRPr sz="16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1600" b="1">
                <a:solidFill>
                  <a:srgbClr val="FFFFFF"/>
                </a:solidFill>
                <a:latin typeface="宋体"/>
                <a:cs typeface="宋体"/>
              </a:rPr>
              <a:t>要求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：采用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while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循环计算该固定资产年折旧额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43127" y="2795016"/>
            <a:ext cx="10800715" cy="1424940"/>
          </a:xfrm>
          <a:custGeom>
            <a:avLst/>
            <a:gdLst/>
            <a:ahLst/>
            <a:cxnLst/>
            <a:rect l="l" t="t" r="r" b="b"/>
            <a:pathLst>
              <a:path w="10800715" h="1424939">
                <a:moveTo>
                  <a:pt x="10562844" y="1424939"/>
                </a:moveTo>
                <a:lnTo>
                  <a:pt x="237744" y="1424939"/>
                </a:lnTo>
                <a:lnTo>
                  <a:pt x="189852" y="1420195"/>
                </a:lnTo>
                <a:lnTo>
                  <a:pt x="145246" y="1406409"/>
                </a:lnTo>
                <a:lnTo>
                  <a:pt x="104879" y="1384533"/>
                </a:lnTo>
                <a:lnTo>
                  <a:pt x="69703" y="1355521"/>
                </a:lnTo>
                <a:lnTo>
                  <a:pt x="40674" y="1320328"/>
                </a:lnTo>
                <a:lnTo>
                  <a:pt x="18745" y="1279907"/>
                </a:lnTo>
                <a:lnTo>
                  <a:pt x="4869" y="1235212"/>
                </a:lnTo>
                <a:lnTo>
                  <a:pt x="0" y="1187195"/>
                </a:lnTo>
                <a:lnTo>
                  <a:pt x="0" y="237743"/>
                </a:lnTo>
                <a:lnTo>
                  <a:pt x="4869" y="189686"/>
                </a:lnTo>
                <a:lnTo>
                  <a:pt x="18745" y="144960"/>
                </a:lnTo>
                <a:lnTo>
                  <a:pt x="40674" y="104521"/>
                </a:lnTo>
                <a:lnTo>
                  <a:pt x="69703" y="69322"/>
                </a:lnTo>
                <a:lnTo>
                  <a:pt x="104879" y="40317"/>
                </a:lnTo>
                <a:lnTo>
                  <a:pt x="145246" y="18459"/>
                </a:lnTo>
                <a:lnTo>
                  <a:pt x="189852" y="4702"/>
                </a:lnTo>
                <a:lnTo>
                  <a:pt x="237744" y="0"/>
                </a:lnTo>
                <a:lnTo>
                  <a:pt x="10562844" y="0"/>
                </a:lnTo>
                <a:lnTo>
                  <a:pt x="10610651" y="4702"/>
                </a:lnTo>
                <a:lnTo>
                  <a:pt x="10655198" y="18459"/>
                </a:lnTo>
                <a:lnTo>
                  <a:pt x="10695530" y="40317"/>
                </a:lnTo>
                <a:lnTo>
                  <a:pt x="10730693" y="69322"/>
                </a:lnTo>
                <a:lnTo>
                  <a:pt x="10759734" y="104521"/>
                </a:lnTo>
                <a:lnTo>
                  <a:pt x="10781699" y="144960"/>
                </a:lnTo>
                <a:lnTo>
                  <a:pt x="10795635" y="189686"/>
                </a:lnTo>
                <a:lnTo>
                  <a:pt x="10800588" y="237743"/>
                </a:lnTo>
                <a:lnTo>
                  <a:pt x="10800588" y="1187195"/>
                </a:lnTo>
                <a:lnTo>
                  <a:pt x="10795635" y="1235212"/>
                </a:lnTo>
                <a:lnTo>
                  <a:pt x="10781699" y="1279907"/>
                </a:lnTo>
                <a:lnTo>
                  <a:pt x="10759734" y="1320328"/>
                </a:lnTo>
                <a:lnTo>
                  <a:pt x="10730693" y="1355521"/>
                </a:lnTo>
                <a:lnTo>
                  <a:pt x="10695530" y="1384533"/>
                </a:lnTo>
                <a:lnTo>
                  <a:pt x="10655198" y="1406409"/>
                </a:lnTo>
                <a:lnTo>
                  <a:pt x="10610651" y="1420195"/>
                </a:lnTo>
                <a:lnTo>
                  <a:pt x="10562844" y="14249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960755" y="2909443"/>
            <a:ext cx="9982200" cy="1122680"/>
          </a:xfrm>
          <a:prstGeom prst="rect">
            <a:avLst/>
          </a:prstGeom>
        </p:spPr>
        <p:txBody>
          <a:bodyPr wrap="square" lIns="0" tIns="134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600">
                <a:latin typeface="宋体"/>
                <a:cs typeface="宋体"/>
              </a:rPr>
              <a:t>输出结果</a:t>
            </a:r>
            <a:r>
              <a:rPr dirty="0" sz="1600" spc="-5">
                <a:latin typeface="宋体"/>
                <a:cs typeface="宋体"/>
              </a:rPr>
              <a:t>：</a:t>
            </a:r>
            <a:endParaRPr sz="1600">
              <a:latin typeface="宋体"/>
              <a:cs typeface="宋体"/>
            </a:endParaRPr>
          </a:p>
          <a:p>
            <a:pPr marL="12700" marR="5080">
              <a:lnSpc>
                <a:spcPct val="150000"/>
              </a:lnSpc>
            </a:pPr>
            <a:r>
              <a:rPr dirty="0" sz="1600">
                <a:latin typeface="宋体"/>
                <a:cs typeface="宋体"/>
              </a:rPr>
              <a:t>每年折旧额依次为： </a:t>
            </a:r>
            <a:r>
              <a:rPr dirty="0" sz="1600" spc="-5">
                <a:latin typeface="宋体"/>
                <a:cs typeface="宋体"/>
              </a:rPr>
              <a:t>[20000.0,</a:t>
            </a:r>
            <a:r>
              <a:rPr dirty="0" sz="1600" spc="5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16000.0,</a:t>
            </a:r>
            <a:r>
              <a:rPr dirty="0" sz="1600" spc="5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12800.0,</a:t>
            </a:r>
            <a:r>
              <a:rPr dirty="0" sz="1600" spc="5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10240.0,</a:t>
            </a:r>
            <a:r>
              <a:rPr dirty="0" sz="1600" spc="5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8192.0,</a:t>
            </a:r>
            <a:r>
              <a:rPr dirty="0" sz="1600" spc="5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6553.6,</a:t>
            </a:r>
            <a:r>
              <a:rPr dirty="0" sz="1600" spc="5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5242.88,</a:t>
            </a:r>
            <a:r>
              <a:rPr dirty="0" sz="1600" spc="5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4194.3,</a:t>
            </a:r>
            <a:r>
              <a:rPr dirty="0" sz="1600" spc="5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5888.61,  5888.61]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52272" y="4800600"/>
            <a:ext cx="10807065" cy="1501140"/>
          </a:xfrm>
          <a:custGeom>
            <a:avLst/>
            <a:gdLst/>
            <a:ahLst/>
            <a:cxnLst/>
            <a:rect l="l" t="t" r="r" b="b"/>
            <a:pathLst>
              <a:path w="10807065" h="1501139">
                <a:moveTo>
                  <a:pt x="10556748" y="1501139"/>
                </a:moveTo>
                <a:lnTo>
                  <a:pt x="249936" y="1501139"/>
                </a:lnTo>
                <a:lnTo>
                  <a:pt x="204813" y="1497109"/>
                </a:lnTo>
                <a:lnTo>
                  <a:pt x="162376" y="1485490"/>
                </a:lnTo>
                <a:lnTo>
                  <a:pt x="123331" y="1466991"/>
                </a:lnTo>
                <a:lnTo>
                  <a:pt x="88387" y="1442320"/>
                </a:lnTo>
                <a:lnTo>
                  <a:pt x="58254" y="1412187"/>
                </a:lnTo>
                <a:lnTo>
                  <a:pt x="33640" y="1377300"/>
                </a:lnTo>
                <a:lnTo>
                  <a:pt x="15254" y="1338368"/>
                </a:lnTo>
                <a:lnTo>
                  <a:pt x="3804" y="1296100"/>
                </a:lnTo>
                <a:lnTo>
                  <a:pt x="0" y="1251203"/>
                </a:lnTo>
                <a:lnTo>
                  <a:pt x="0" y="249936"/>
                </a:lnTo>
                <a:lnTo>
                  <a:pt x="3804" y="205039"/>
                </a:lnTo>
                <a:lnTo>
                  <a:pt x="15254" y="162771"/>
                </a:lnTo>
                <a:lnTo>
                  <a:pt x="33640" y="123839"/>
                </a:lnTo>
                <a:lnTo>
                  <a:pt x="58254" y="88952"/>
                </a:lnTo>
                <a:lnTo>
                  <a:pt x="88387" y="58819"/>
                </a:lnTo>
                <a:lnTo>
                  <a:pt x="123331" y="34148"/>
                </a:lnTo>
                <a:lnTo>
                  <a:pt x="162376" y="15649"/>
                </a:lnTo>
                <a:lnTo>
                  <a:pt x="204813" y="4030"/>
                </a:lnTo>
                <a:lnTo>
                  <a:pt x="249936" y="0"/>
                </a:lnTo>
                <a:lnTo>
                  <a:pt x="10556748" y="0"/>
                </a:lnTo>
                <a:lnTo>
                  <a:pt x="10601719" y="4030"/>
                </a:lnTo>
                <a:lnTo>
                  <a:pt x="10644044" y="15649"/>
                </a:lnTo>
                <a:lnTo>
                  <a:pt x="10683014" y="34148"/>
                </a:lnTo>
                <a:lnTo>
                  <a:pt x="10717919" y="58819"/>
                </a:lnTo>
                <a:lnTo>
                  <a:pt x="10748052" y="88952"/>
                </a:lnTo>
                <a:lnTo>
                  <a:pt x="10772704" y="123839"/>
                </a:lnTo>
                <a:lnTo>
                  <a:pt x="10791165" y="162771"/>
                </a:lnTo>
                <a:lnTo>
                  <a:pt x="10802728" y="205039"/>
                </a:lnTo>
                <a:lnTo>
                  <a:pt x="10806684" y="249936"/>
                </a:lnTo>
                <a:lnTo>
                  <a:pt x="10806684" y="1251203"/>
                </a:lnTo>
                <a:lnTo>
                  <a:pt x="10802728" y="1296100"/>
                </a:lnTo>
                <a:lnTo>
                  <a:pt x="10791165" y="1338368"/>
                </a:lnTo>
                <a:lnTo>
                  <a:pt x="10772704" y="1377300"/>
                </a:lnTo>
                <a:lnTo>
                  <a:pt x="10748052" y="1412187"/>
                </a:lnTo>
                <a:lnTo>
                  <a:pt x="10717919" y="1442320"/>
                </a:lnTo>
                <a:lnTo>
                  <a:pt x="10683014" y="1466991"/>
                </a:lnTo>
                <a:lnTo>
                  <a:pt x="10644044" y="1485490"/>
                </a:lnTo>
                <a:lnTo>
                  <a:pt x="10601719" y="1497109"/>
                </a:lnTo>
                <a:lnTo>
                  <a:pt x="10556748" y="15011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24255" y="4739640"/>
            <a:ext cx="731520" cy="378460"/>
          </a:xfrm>
          <a:custGeom>
            <a:avLst/>
            <a:gdLst/>
            <a:ahLst/>
            <a:cxnLst/>
            <a:rect l="l" t="t" r="r" b="b"/>
            <a:pathLst>
              <a:path w="731519" h="378460">
                <a:moveTo>
                  <a:pt x="667512" y="377951"/>
                </a:moveTo>
                <a:lnTo>
                  <a:pt x="62484" y="377951"/>
                </a:lnTo>
                <a:lnTo>
                  <a:pt x="38077" y="373284"/>
                </a:lnTo>
                <a:lnTo>
                  <a:pt x="18130" y="359916"/>
                </a:lnTo>
                <a:lnTo>
                  <a:pt x="4739" y="339945"/>
                </a:lnTo>
                <a:lnTo>
                  <a:pt x="0" y="315468"/>
                </a:lnTo>
                <a:lnTo>
                  <a:pt x="0" y="62484"/>
                </a:lnTo>
                <a:lnTo>
                  <a:pt x="4739" y="37935"/>
                </a:lnTo>
                <a:lnTo>
                  <a:pt x="18130" y="17940"/>
                </a:lnTo>
                <a:lnTo>
                  <a:pt x="38077" y="4596"/>
                </a:lnTo>
                <a:lnTo>
                  <a:pt x="62484" y="0"/>
                </a:lnTo>
                <a:lnTo>
                  <a:pt x="667512" y="0"/>
                </a:lnTo>
                <a:lnTo>
                  <a:pt x="692370" y="4596"/>
                </a:lnTo>
                <a:lnTo>
                  <a:pt x="712627" y="17940"/>
                </a:lnTo>
                <a:lnTo>
                  <a:pt x="726328" y="37935"/>
                </a:lnTo>
                <a:lnTo>
                  <a:pt x="731519" y="62484"/>
                </a:lnTo>
                <a:lnTo>
                  <a:pt x="731519" y="315468"/>
                </a:lnTo>
                <a:lnTo>
                  <a:pt x="726328" y="339945"/>
                </a:lnTo>
                <a:lnTo>
                  <a:pt x="712627" y="359916"/>
                </a:lnTo>
                <a:lnTo>
                  <a:pt x="692370" y="373284"/>
                </a:lnTo>
                <a:lnTo>
                  <a:pt x="667512" y="377951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647788" y="4766398"/>
            <a:ext cx="4826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注意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42694" y="4938267"/>
            <a:ext cx="9685655" cy="1122680"/>
          </a:xfrm>
          <a:prstGeom prst="rect">
            <a:avLst/>
          </a:prstGeom>
        </p:spPr>
        <p:txBody>
          <a:bodyPr wrap="square" lIns="0" tIns="134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600" b="1">
                <a:latin typeface="宋体"/>
                <a:cs typeface="宋体"/>
              </a:rPr>
              <a:t>round函数</a:t>
            </a:r>
            <a:r>
              <a:rPr dirty="0" sz="1600">
                <a:latin typeface="宋体"/>
                <a:cs typeface="宋体"/>
              </a:rPr>
              <a:t>：采用</a:t>
            </a:r>
            <a:r>
              <a:rPr dirty="0" sz="1600" b="1">
                <a:latin typeface="宋体"/>
                <a:cs typeface="宋体"/>
              </a:rPr>
              <a:t>四舍六入五成双</a:t>
            </a:r>
            <a:r>
              <a:rPr dirty="0" sz="1600">
                <a:latin typeface="宋体"/>
                <a:cs typeface="宋体"/>
              </a:rPr>
              <a:t>计数保留方法，是一种比较科学的计数方法</a:t>
            </a:r>
            <a:r>
              <a:rPr dirty="0" sz="1600" spc="-5">
                <a:latin typeface="宋体"/>
                <a:cs typeface="宋体"/>
              </a:rPr>
              <a:t>。</a:t>
            </a:r>
            <a:endParaRPr sz="1600">
              <a:latin typeface="宋体"/>
              <a:cs typeface="宋体"/>
            </a:endParaRPr>
          </a:p>
          <a:p>
            <a:pPr marL="12700" marR="5080">
              <a:lnSpc>
                <a:spcPct val="150000"/>
              </a:lnSpc>
            </a:pPr>
            <a:r>
              <a:rPr dirty="0" sz="1600" b="1">
                <a:latin typeface="宋体"/>
                <a:cs typeface="宋体"/>
              </a:rPr>
              <a:t>具体的保留方法</a:t>
            </a:r>
            <a:r>
              <a:rPr dirty="0" sz="1600">
                <a:latin typeface="宋体"/>
                <a:cs typeface="宋体"/>
              </a:rPr>
              <a:t>：“四”是指</a:t>
            </a:r>
            <a:r>
              <a:rPr dirty="0" sz="1600" spc="-5">
                <a:latin typeface="宋体"/>
                <a:cs typeface="宋体"/>
              </a:rPr>
              <a:t>≤4</a:t>
            </a:r>
            <a:r>
              <a:rPr dirty="0" sz="1600" spc="-35">
                <a:latin typeface="宋体"/>
                <a:cs typeface="宋体"/>
              </a:rPr>
              <a:t> </a:t>
            </a:r>
            <a:r>
              <a:rPr dirty="0" sz="1600">
                <a:latin typeface="宋体"/>
                <a:cs typeface="宋体"/>
              </a:rPr>
              <a:t>时舍去</a:t>
            </a:r>
            <a:r>
              <a:rPr dirty="0" sz="1600" spc="-5">
                <a:latin typeface="宋体"/>
                <a:cs typeface="宋体"/>
              </a:rPr>
              <a:t>，"</a:t>
            </a:r>
            <a:r>
              <a:rPr dirty="0" sz="1600">
                <a:latin typeface="宋体"/>
                <a:cs typeface="宋体"/>
              </a:rPr>
              <a:t>六</a:t>
            </a:r>
            <a:r>
              <a:rPr dirty="0" sz="1600" spc="-5">
                <a:latin typeface="宋体"/>
                <a:cs typeface="宋体"/>
              </a:rPr>
              <a:t>"</a:t>
            </a:r>
            <a:r>
              <a:rPr dirty="0" sz="1600">
                <a:latin typeface="宋体"/>
                <a:cs typeface="宋体"/>
              </a:rPr>
              <a:t>是指</a:t>
            </a:r>
            <a:r>
              <a:rPr dirty="0" sz="1600" spc="-5">
                <a:latin typeface="宋体"/>
                <a:cs typeface="宋体"/>
              </a:rPr>
              <a:t>≥6</a:t>
            </a:r>
            <a:r>
              <a:rPr dirty="0" sz="1600">
                <a:latin typeface="宋体"/>
                <a:cs typeface="宋体"/>
              </a:rPr>
              <a:t>时进上</a:t>
            </a:r>
            <a:r>
              <a:rPr dirty="0" sz="1600" spc="-5">
                <a:latin typeface="宋体"/>
                <a:cs typeface="宋体"/>
              </a:rPr>
              <a:t>，"</a:t>
            </a:r>
            <a:r>
              <a:rPr dirty="0" sz="1600">
                <a:latin typeface="宋体"/>
                <a:cs typeface="宋体"/>
              </a:rPr>
              <a:t>五</a:t>
            </a:r>
            <a:r>
              <a:rPr dirty="0" sz="1600" spc="-5">
                <a:latin typeface="宋体"/>
                <a:cs typeface="宋体"/>
              </a:rPr>
              <a:t>"</a:t>
            </a:r>
            <a:r>
              <a:rPr dirty="0" sz="1600">
                <a:latin typeface="宋体"/>
                <a:cs typeface="宋体"/>
              </a:rPr>
              <a:t>指的是根据</a:t>
            </a:r>
            <a:r>
              <a:rPr dirty="0" sz="1600" spc="-5">
                <a:latin typeface="宋体"/>
                <a:cs typeface="宋体"/>
              </a:rPr>
              <a:t>5</a:t>
            </a:r>
            <a:r>
              <a:rPr dirty="0" sz="1600">
                <a:latin typeface="宋体"/>
                <a:cs typeface="宋体"/>
              </a:rPr>
              <a:t>后面的数字来定，当</a:t>
            </a:r>
            <a:r>
              <a:rPr dirty="0" sz="1600" spc="-5">
                <a:latin typeface="宋体"/>
                <a:cs typeface="宋体"/>
              </a:rPr>
              <a:t>5</a:t>
            </a:r>
            <a:r>
              <a:rPr dirty="0" sz="1600">
                <a:latin typeface="宋体"/>
                <a:cs typeface="宋体"/>
              </a:rPr>
              <a:t>后</a:t>
            </a:r>
            <a:r>
              <a:rPr dirty="0" sz="1600" spc="-5">
                <a:latin typeface="宋体"/>
                <a:cs typeface="宋体"/>
              </a:rPr>
              <a:t>有 </a:t>
            </a:r>
            <a:r>
              <a:rPr dirty="0" sz="1600">
                <a:latin typeface="宋体"/>
                <a:cs typeface="宋体"/>
              </a:rPr>
              <a:t>数时，舍</a:t>
            </a:r>
            <a:r>
              <a:rPr dirty="0" sz="1600" spc="-5">
                <a:latin typeface="宋体"/>
                <a:cs typeface="宋体"/>
              </a:rPr>
              <a:t>5</a:t>
            </a:r>
            <a:r>
              <a:rPr dirty="0" sz="1600">
                <a:latin typeface="宋体"/>
                <a:cs typeface="宋体"/>
              </a:rPr>
              <a:t>入</a:t>
            </a:r>
            <a:r>
              <a:rPr dirty="0" sz="1600" spc="-5">
                <a:latin typeface="宋体"/>
                <a:cs typeface="宋体"/>
              </a:rPr>
              <a:t>1；</a:t>
            </a:r>
            <a:r>
              <a:rPr dirty="0" sz="1600">
                <a:latin typeface="宋体"/>
                <a:cs typeface="宋体"/>
              </a:rPr>
              <a:t>当</a:t>
            </a:r>
            <a:r>
              <a:rPr dirty="0" sz="1600" spc="-5">
                <a:latin typeface="宋体"/>
                <a:cs typeface="宋体"/>
              </a:rPr>
              <a:t>5</a:t>
            </a:r>
            <a:r>
              <a:rPr dirty="0" sz="1600">
                <a:latin typeface="宋体"/>
                <a:cs typeface="宋体"/>
              </a:rPr>
              <a:t>后无有效数字时</a:t>
            </a:r>
            <a:r>
              <a:rPr dirty="0" sz="1600" spc="-5">
                <a:latin typeface="宋体"/>
                <a:cs typeface="宋体"/>
              </a:rPr>
              <a:t>，5</a:t>
            </a:r>
            <a:r>
              <a:rPr dirty="0" sz="1600">
                <a:latin typeface="宋体"/>
                <a:cs typeface="宋体"/>
              </a:rPr>
              <a:t>前为奇数，舍</a:t>
            </a:r>
            <a:r>
              <a:rPr dirty="0" sz="1600" spc="-5">
                <a:latin typeface="宋体"/>
                <a:cs typeface="宋体"/>
              </a:rPr>
              <a:t>5</a:t>
            </a:r>
            <a:r>
              <a:rPr dirty="0" sz="1600">
                <a:latin typeface="宋体"/>
                <a:cs typeface="宋体"/>
              </a:rPr>
              <a:t>入</a:t>
            </a:r>
            <a:r>
              <a:rPr dirty="0" sz="1600" spc="-5">
                <a:latin typeface="宋体"/>
                <a:cs typeface="宋体"/>
              </a:rPr>
              <a:t>1，5</a:t>
            </a:r>
            <a:r>
              <a:rPr dirty="0" sz="1600">
                <a:latin typeface="宋体"/>
                <a:cs typeface="宋体"/>
              </a:rPr>
              <a:t>前为偶数，舍</a:t>
            </a:r>
            <a:r>
              <a:rPr dirty="0" sz="1600" spc="-5">
                <a:latin typeface="宋体"/>
                <a:cs typeface="宋体"/>
              </a:rPr>
              <a:t>5</a:t>
            </a:r>
            <a:r>
              <a:rPr dirty="0" sz="1600">
                <a:latin typeface="宋体"/>
                <a:cs typeface="宋体"/>
              </a:rPr>
              <a:t>不进</a:t>
            </a:r>
            <a:r>
              <a:rPr dirty="0" sz="1600" spc="-5">
                <a:latin typeface="宋体"/>
                <a:cs typeface="宋体"/>
              </a:rPr>
              <a:t>（0</a:t>
            </a:r>
            <a:r>
              <a:rPr dirty="0" sz="1600">
                <a:latin typeface="宋体"/>
                <a:cs typeface="宋体"/>
              </a:rPr>
              <a:t>是偶数）</a:t>
            </a:r>
            <a:r>
              <a:rPr dirty="0" sz="1600" spc="-5">
                <a:latin typeface="宋体"/>
                <a:cs typeface="宋体"/>
              </a:rPr>
              <a:t>。</a:t>
            </a:r>
            <a:endParaRPr sz="16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2"/>
            <a:ext cx="203200" cy="609600"/>
          </a:xfrm>
          <a:custGeom>
            <a:avLst/>
            <a:gdLst/>
            <a:ahLst/>
            <a:cxnLst/>
            <a:rect l="l" t="t" r="r" b="b"/>
            <a:pathLst>
              <a:path w="203200" h="609600">
                <a:moveTo>
                  <a:pt x="0" y="0"/>
                </a:moveTo>
                <a:lnTo>
                  <a:pt x="202692" y="0"/>
                </a:lnTo>
                <a:lnTo>
                  <a:pt x="202692" y="609599"/>
                </a:lnTo>
                <a:lnTo>
                  <a:pt x="0" y="609599"/>
                </a:lnTo>
                <a:lnTo>
                  <a:pt x="0" y="0"/>
                </a:lnTo>
                <a:close/>
              </a:path>
            </a:pathLst>
          </a:custGeom>
          <a:solidFill>
            <a:srgbClr val="20565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1940" y="217411"/>
            <a:ext cx="262890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round</a:t>
            </a: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函数精度问</a:t>
            </a:r>
            <a:r>
              <a:rPr dirty="0" sz="2400" spc="-10" b="1">
                <a:solidFill>
                  <a:srgbClr val="2E5B50"/>
                </a:solidFill>
                <a:latin typeface="宋体"/>
                <a:cs typeface="宋体"/>
              </a:rPr>
              <a:t>题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62940" y="1245108"/>
            <a:ext cx="10800715" cy="832485"/>
          </a:xfrm>
          <a:custGeom>
            <a:avLst/>
            <a:gdLst/>
            <a:ahLst/>
            <a:cxnLst/>
            <a:rect l="l" t="t" r="r" b="b"/>
            <a:pathLst>
              <a:path w="10800715" h="832485">
                <a:moveTo>
                  <a:pt x="10661904" y="832103"/>
                </a:moveTo>
                <a:lnTo>
                  <a:pt x="138683" y="832103"/>
                </a:lnTo>
                <a:lnTo>
                  <a:pt x="94868" y="825096"/>
                </a:lnTo>
                <a:lnTo>
                  <a:pt x="56800" y="805432"/>
                </a:lnTo>
                <a:lnTo>
                  <a:pt x="26772" y="775403"/>
                </a:lnTo>
                <a:lnTo>
                  <a:pt x="7075" y="737302"/>
                </a:lnTo>
                <a:lnTo>
                  <a:pt x="0" y="693419"/>
                </a:lnTo>
                <a:lnTo>
                  <a:pt x="0" y="138683"/>
                </a:lnTo>
                <a:lnTo>
                  <a:pt x="7075" y="94624"/>
                </a:lnTo>
                <a:lnTo>
                  <a:pt x="26772" y="56434"/>
                </a:lnTo>
                <a:lnTo>
                  <a:pt x="56800" y="26406"/>
                </a:lnTo>
                <a:lnTo>
                  <a:pt x="94868" y="6831"/>
                </a:lnTo>
                <a:lnTo>
                  <a:pt x="138683" y="0"/>
                </a:lnTo>
                <a:lnTo>
                  <a:pt x="10661904" y="0"/>
                </a:lnTo>
                <a:lnTo>
                  <a:pt x="10705475" y="6831"/>
                </a:lnTo>
                <a:lnTo>
                  <a:pt x="10743421" y="26406"/>
                </a:lnTo>
                <a:lnTo>
                  <a:pt x="10773449" y="56434"/>
                </a:lnTo>
                <a:lnTo>
                  <a:pt x="10793269" y="94624"/>
                </a:lnTo>
                <a:lnTo>
                  <a:pt x="10800588" y="138683"/>
                </a:lnTo>
                <a:lnTo>
                  <a:pt x="10800588" y="693419"/>
                </a:lnTo>
                <a:lnTo>
                  <a:pt x="10793269" y="737302"/>
                </a:lnTo>
                <a:lnTo>
                  <a:pt x="10773449" y="775403"/>
                </a:lnTo>
                <a:lnTo>
                  <a:pt x="10743421" y="805432"/>
                </a:lnTo>
                <a:lnTo>
                  <a:pt x="10705475" y="825096"/>
                </a:lnTo>
                <a:lnTo>
                  <a:pt x="10661904" y="832103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967739" y="1528978"/>
            <a:ext cx="816292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round(1.15,1)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按照“</a:t>
            </a:r>
            <a:r>
              <a:rPr dirty="0" sz="2000" b="1">
                <a:solidFill>
                  <a:srgbClr val="FFFFFF"/>
                </a:solidFill>
                <a:latin typeface="宋体"/>
                <a:cs typeface="宋体"/>
              </a:rPr>
              <a:t>四舍六入五成双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”的计数原则，返回结果应为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1.2</a:t>
            </a:r>
            <a:r>
              <a:rPr dirty="0" sz="2000" spc="5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201411" y="4643628"/>
            <a:ext cx="6411595" cy="1757680"/>
          </a:xfrm>
          <a:custGeom>
            <a:avLst/>
            <a:gdLst/>
            <a:ahLst/>
            <a:cxnLst/>
            <a:rect l="l" t="t" r="r" b="b"/>
            <a:pathLst>
              <a:path w="6411595" h="1757679">
                <a:moveTo>
                  <a:pt x="6118860" y="1757172"/>
                </a:moveTo>
                <a:lnTo>
                  <a:pt x="292608" y="1757172"/>
                </a:lnTo>
                <a:lnTo>
                  <a:pt x="244987" y="1753508"/>
                </a:lnTo>
                <a:lnTo>
                  <a:pt x="199831" y="1742540"/>
                </a:lnTo>
                <a:lnTo>
                  <a:pt x="157745" y="1724874"/>
                </a:lnTo>
                <a:lnTo>
                  <a:pt x="119334" y="1701115"/>
                </a:lnTo>
                <a:lnTo>
                  <a:pt x="85205" y="1671870"/>
                </a:lnTo>
                <a:lnTo>
                  <a:pt x="55964" y="1637745"/>
                </a:lnTo>
                <a:lnTo>
                  <a:pt x="32217" y="1599346"/>
                </a:lnTo>
                <a:lnTo>
                  <a:pt x="14570" y="1557279"/>
                </a:lnTo>
                <a:lnTo>
                  <a:pt x="3629" y="1512149"/>
                </a:lnTo>
                <a:lnTo>
                  <a:pt x="0" y="1464564"/>
                </a:lnTo>
                <a:lnTo>
                  <a:pt x="0" y="292608"/>
                </a:lnTo>
                <a:lnTo>
                  <a:pt x="3629" y="245056"/>
                </a:lnTo>
                <a:lnTo>
                  <a:pt x="14570" y="199953"/>
                </a:lnTo>
                <a:lnTo>
                  <a:pt x="32217" y="157905"/>
                </a:lnTo>
                <a:lnTo>
                  <a:pt x="55964" y="119517"/>
                </a:lnTo>
                <a:lnTo>
                  <a:pt x="85205" y="85396"/>
                </a:lnTo>
                <a:lnTo>
                  <a:pt x="119334" y="56147"/>
                </a:lnTo>
                <a:lnTo>
                  <a:pt x="157745" y="32377"/>
                </a:lnTo>
                <a:lnTo>
                  <a:pt x="199831" y="14692"/>
                </a:lnTo>
                <a:lnTo>
                  <a:pt x="244987" y="3697"/>
                </a:lnTo>
                <a:lnTo>
                  <a:pt x="292608" y="0"/>
                </a:lnTo>
                <a:lnTo>
                  <a:pt x="6118860" y="0"/>
                </a:lnTo>
                <a:lnTo>
                  <a:pt x="6166445" y="3697"/>
                </a:lnTo>
                <a:lnTo>
                  <a:pt x="6211575" y="14692"/>
                </a:lnTo>
                <a:lnTo>
                  <a:pt x="6253642" y="32377"/>
                </a:lnTo>
                <a:lnTo>
                  <a:pt x="6292041" y="56147"/>
                </a:lnTo>
                <a:lnTo>
                  <a:pt x="6326166" y="85396"/>
                </a:lnTo>
                <a:lnTo>
                  <a:pt x="6355411" y="119517"/>
                </a:lnTo>
                <a:lnTo>
                  <a:pt x="6379170" y="157905"/>
                </a:lnTo>
                <a:lnTo>
                  <a:pt x="6396836" y="199953"/>
                </a:lnTo>
                <a:lnTo>
                  <a:pt x="6407804" y="245056"/>
                </a:lnTo>
                <a:lnTo>
                  <a:pt x="6411468" y="292608"/>
                </a:lnTo>
                <a:lnTo>
                  <a:pt x="6411468" y="1464564"/>
                </a:lnTo>
                <a:lnTo>
                  <a:pt x="6407804" y="1512149"/>
                </a:lnTo>
                <a:lnTo>
                  <a:pt x="6396836" y="1557279"/>
                </a:lnTo>
                <a:lnTo>
                  <a:pt x="6379170" y="1599346"/>
                </a:lnTo>
                <a:lnTo>
                  <a:pt x="6355411" y="1637745"/>
                </a:lnTo>
                <a:lnTo>
                  <a:pt x="6326166" y="1671870"/>
                </a:lnTo>
                <a:lnTo>
                  <a:pt x="6292041" y="1701115"/>
                </a:lnTo>
                <a:lnTo>
                  <a:pt x="6253642" y="1724874"/>
                </a:lnTo>
                <a:lnTo>
                  <a:pt x="6211575" y="1742540"/>
                </a:lnTo>
                <a:lnTo>
                  <a:pt x="6166445" y="1753508"/>
                </a:lnTo>
                <a:lnTo>
                  <a:pt x="6118860" y="175717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5489003" y="4900802"/>
            <a:ext cx="5815965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1600">
                <a:latin typeface="宋体"/>
                <a:cs typeface="宋体"/>
              </a:rPr>
              <a:t>使用字符串格式化方式查看小数</a:t>
            </a:r>
            <a:r>
              <a:rPr dirty="0" sz="1600" spc="-5">
                <a:latin typeface="宋体"/>
                <a:cs typeface="宋体"/>
              </a:rPr>
              <a:t>1.15</a:t>
            </a:r>
            <a:r>
              <a:rPr dirty="0" sz="1600">
                <a:latin typeface="宋体"/>
                <a:cs typeface="宋体"/>
              </a:rPr>
              <a:t>的后</a:t>
            </a:r>
            <a:r>
              <a:rPr dirty="0" sz="1600" spc="-5">
                <a:latin typeface="宋体"/>
                <a:cs typeface="宋体"/>
              </a:rPr>
              <a:t>20</a:t>
            </a:r>
            <a:r>
              <a:rPr dirty="0" sz="1600">
                <a:latin typeface="宋体"/>
                <a:cs typeface="宋体"/>
              </a:rPr>
              <a:t>位可以发现</a:t>
            </a:r>
            <a:r>
              <a:rPr dirty="0" sz="1600" spc="-5">
                <a:latin typeface="宋体"/>
                <a:cs typeface="宋体"/>
              </a:rPr>
              <a:t>，1.15在 </a:t>
            </a:r>
            <a:r>
              <a:rPr dirty="0" sz="1600">
                <a:latin typeface="宋体"/>
                <a:cs typeface="宋体"/>
              </a:rPr>
              <a:t>计算机中的实际值为</a:t>
            </a:r>
            <a:r>
              <a:rPr dirty="0" sz="1600" spc="-5">
                <a:latin typeface="宋体"/>
                <a:cs typeface="宋体"/>
              </a:rPr>
              <a:t>1.14999999999999991118，</a:t>
            </a:r>
            <a:r>
              <a:rPr dirty="0" sz="1600">
                <a:latin typeface="宋体"/>
                <a:cs typeface="宋体"/>
              </a:rPr>
              <a:t>所以按照</a:t>
            </a:r>
            <a:r>
              <a:rPr dirty="0" sz="1600" spc="-5">
                <a:latin typeface="宋体"/>
                <a:cs typeface="宋体"/>
              </a:rPr>
              <a:t>round函 </a:t>
            </a:r>
            <a:r>
              <a:rPr dirty="0" sz="1600">
                <a:latin typeface="宋体"/>
                <a:cs typeface="宋体"/>
              </a:rPr>
              <a:t>数计数规则，返回结果为</a:t>
            </a:r>
            <a:r>
              <a:rPr dirty="0" sz="1600" spc="-5">
                <a:latin typeface="宋体"/>
                <a:cs typeface="宋体"/>
              </a:rPr>
              <a:t>1.1。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188719" y="2485644"/>
            <a:ext cx="3154680" cy="1441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249532" y="2279891"/>
            <a:ext cx="5824766" cy="20193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6622021" y="2623858"/>
            <a:ext cx="3454400" cy="12598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1800">
                <a:latin typeface="宋体"/>
                <a:cs typeface="宋体"/>
              </a:rPr>
              <a:t>计算机中的数据是以二进制的形式 来存储的，而部分小数无法用二进 制完整表示。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88491" y="4751832"/>
            <a:ext cx="3861816" cy="134721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2"/>
            <a:ext cx="203200" cy="609600"/>
          </a:xfrm>
          <a:custGeom>
            <a:avLst/>
            <a:gdLst/>
            <a:ahLst/>
            <a:cxnLst/>
            <a:rect l="l" t="t" r="r" b="b"/>
            <a:pathLst>
              <a:path w="203200" h="609600">
                <a:moveTo>
                  <a:pt x="0" y="0"/>
                </a:moveTo>
                <a:lnTo>
                  <a:pt x="202692" y="0"/>
                </a:lnTo>
                <a:lnTo>
                  <a:pt x="202692" y="609599"/>
                </a:lnTo>
                <a:lnTo>
                  <a:pt x="0" y="609599"/>
                </a:lnTo>
                <a:lnTo>
                  <a:pt x="0" y="0"/>
                </a:lnTo>
                <a:close/>
              </a:path>
            </a:pathLst>
          </a:custGeom>
          <a:solidFill>
            <a:srgbClr val="20565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1940" y="217411"/>
            <a:ext cx="171196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decimal</a:t>
            </a: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模</a:t>
            </a:r>
            <a:r>
              <a:rPr dirty="0" sz="2400" spc="-10" b="1">
                <a:solidFill>
                  <a:srgbClr val="2E5B50"/>
                </a:solidFill>
                <a:latin typeface="宋体"/>
                <a:cs typeface="宋体"/>
              </a:rPr>
              <a:t>块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62940" y="1245108"/>
            <a:ext cx="10800715" cy="1885314"/>
          </a:xfrm>
          <a:custGeom>
            <a:avLst/>
            <a:gdLst/>
            <a:ahLst/>
            <a:cxnLst/>
            <a:rect l="l" t="t" r="r" b="b"/>
            <a:pathLst>
              <a:path w="10800715" h="1885314">
                <a:moveTo>
                  <a:pt x="10485119" y="1885187"/>
                </a:moveTo>
                <a:lnTo>
                  <a:pt x="313944" y="1885187"/>
                </a:lnTo>
                <a:lnTo>
                  <a:pt x="267587" y="1881783"/>
                </a:lnTo>
                <a:lnTo>
                  <a:pt x="223330" y="1871888"/>
                </a:lnTo>
                <a:lnTo>
                  <a:pt x="181661" y="1855991"/>
                </a:lnTo>
                <a:lnTo>
                  <a:pt x="143068" y="1834578"/>
                </a:lnTo>
                <a:lnTo>
                  <a:pt x="108037" y="1808138"/>
                </a:lnTo>
                <a:lnTo>
                  <a:pt x="77058" y="1777159"/>
                </a:lnTo>
                <a:lnTo>
                  <a:pt x="50618" y="1742128"/>
                </a:lnTo>
                <a:lnTo>
                  <a:pt x="29204" y="1703533"/>
                </a:lnTo>
                <a:lnTo>
                  <a:pt x="13304" y="1661862"/>
                </a:lnTo>
                <a:lnTo>
                  <a:pt x="3407" y="1617603"/>
                </a:lnTo>
                <a:lnTo>
                  <a:pt x="0" y="1571243"/>
                </a:lnTo>
                <a:lnTo>
                  <a:pt x="0" y="313943"/>
                </a:lnTo>
                <a:lnTo>
                  <a:pt x="3407" y="267461"/>
                </a:lnTo>
                <a:lnTo>
                  <a:pt x="13304" y="223103"/>
                </a:lnTo>
                <a:lnTo>
                  <a:pt x="29204" y="181359"/>
                </a:lnTo>
                <a:lnTo>
                  <a:pt x="50618" y="142715"/>
                </a:lnTo>
                <a:lnTo>
                  <a:pt x="77058" y="107660"/>
                </a:lnTo>
                <a:lnTo>
                  <a:pt x="108037" y="76680"/>
                </a:lnTo>
                <a:lnTo>
                  <a:pt x="143068" y="50265"/>
                </a:lnTo>
                <a:lnTo>
                  <a:pt x="181661" y="28902"/>
                </a:lnTo>
                <a:lnTo>
                  <a:pt x="223330" y="13078"/>
                </a:lnTo>
                <a:lnTo>
                  <a:pt x="267587" y="3281"/>
                </a:lnTo>
                <a:lnTo>
                  <a:pt x="313944" y="0"/>
                </a:lnTo>
                <a:lnTo>
                  <a:pt x="10485119" y="0"/>
                </a:lnTo>
                <a:lnTo>
                  <a:pt x="10531729" y="3281"/>
                </a:lnTo>
                <a:lnTo>
                  <a:pt x="10576195" y="13078"/>
                </a:lnTo>
                <a:lnTo>
                  <a:pt x="10618037" y="28902"/>
                </a:lnTo>
                <a:lnTo>
                  <a:pt x="10656774" y="50265"/>
                </a:lnTo>
                <a:lnTo>
                  <a:pt x="10691924" y="76680"/>
                </a:lnTo>
                <a:lnTo>
                  <a:pt x="10723008" y="107660"/>
                </a:lnTo>
                <a:lnTo>
                  <a:pt x="10749543" y="142715"/>
                </a:lnTo>
                <a:lnTo>
                  <a:pt x="10771050" y="181359"/>
                </a:lnTo>
                <a:lnTo>
                  <a:pt x="10787047" y="223103"/>
                </a:lnTo>
                <a:lnTo>
                  <a:pt x="10797053" y="267461"/>
                </a:lnTo>
                <a:lnTo>
                  <a:pt x="10800588" y="313943"/>
                </a:lnTo>
                <a:lnTo>
                  <a:pt x="10800588" y="1571243"/>
                </a:lnTo>
                <a:lnTo>
                  <a:pt x="10797053" y="1617603"/>
                </a:lnTo>
                <a:lnTo>
                  <a:pt x="10787047" y="1661862"/>
                </a:lnTo>
                <a:lnTo>
                  <a:pt x="10771050" y="1703533"/>
                </a:lnTo>
                <a:lnTo>
                  <a:pt x="10749543" y="1742128"/>
                </a:lnTo>
                <a:lnTo>
                  <a:pt x="10723008" y="1777159"/>
                </a:lnTo>
                <a:lnTo>
                  <a:pt x="10691924" y="1808138"/>
                </a:lnTo>
                <a:lnTo>
                  <a:pt x="10656774" y="1834578"/>
                </a:lnTo>
                <a:lnTo>
                  <a:pt x="10618037" y="1855991"/>
                </a:lnTo>
                <a:lnTo>
                  <a:pt x="10576195" y="1871888"/>
                </a:lnTo>
                <a:lnTo>
                  <a:pt x="10531729" y="1881783"/>
                </a:lnTo>
                <a:lnTo>
                  <a:pt x="10485119" y="1885187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68580" marR="5080">
              <a:lnSpc>
                <a:spcPct val="150000"/>
              </a:lnSpc>
              <a:spcBef>
                <a:spcPts val="100"/>
              </a:spcBef>
            </a:pPr>
            <a:r>
              <a:rPr dirty="0" spc="-5"/>
              <a:t>使用二进制进行小数的运算会存在精度问题，而decimal模块为十进制浮点运算提供了支持</a:t>
            </a:r>
            <a:r>
              <a:rPr dirty="0"/>
              <a:t>， </a:t>
            </a:r>
            <a:r>
              <a:rPr dirty="0"/>
              <a:t>更适合具有严格相等不变性要求的会计类应用</a:t>
            </a:r>
            <a:r>
              <a:rPr dirty="0" spc="5"/>
              <a:t>。</a:t>
            </a:r>
          </a:p>
          <a:p>
            <a:pPr marL="68580">
              <a:lnSpc>
                <a:spcPct val="100000"/>
              </a:lnSpc>
              <a:spcBef>
                <a:spcPts val="1200"/>
              </a:spcBef>
            </a:pPr>
            <a:r>
              <a:rPr dirty="0"/>
              <a:t>通过</a:t>
            </a:r>
            <a:r>
              <a:rPr dirty="0" spc="-5"/>
              <a:t>decimal</a:t>
            </a:r>
            <a:r>
              <a:rPr dirty="0"/>
              <a:t>模块就可以自定义一个四舍五入的函数</a:t>
            </a:r>
            <a:r>
              <a:rPr dirty="0" spc="5"/>
              <a:t>。</a:t>
            </a:r>
          </a:p>
        </p:txBody>
      </p:sp>
      <p:sp>
        <p:nvSpPr>
          <p:cNvPr id="6" name="object 6"/>
          <p:cNvSpPr/>
          <p:nvPr/>
        </p:nvSpPr>
        <p:spPr>
          <a:xfrm>
            <a:off x="617219" y="3840479"/>
            <a:ext cx="10799445" cy="1978660"/>
          </a:xfrm>
          <a:custGeom>
            <a:avLst/>
            <a:gdLst/>
            <a:ahLst/>
            <a:cxnLst/>
            <a:rect l="l" t="t" r="r" b="b"/>
            <a:pathLst>
              <a:path w="10799445" h="1978660">
                <a:moveTo>
                  <a:pt x="10469880" y="1978152"/>
                </a:moveTo>
                <a:lnTo>
                  <a:pt x="329183" y="1978152"/>
                </a:lnTo>
                <a:lnTo>
                  <a:pt x="280454" y="1974701"/>
                </a:lnTo>
                <a:lnTo>
                  <a:pt x="233944" y="1964415"/>
                </a:lnTo>
                <a:lnTo>
                  <a:pt x="190169" y="1947807"/>
                </a:lnTo>
                <a:lnTo>
                  <a:pt x="149640" y="1925390"/>
                </a:lnTo>
                <a:lnTo>
                  <a:pt x="112872" y="1897678"/>
                </a:lnTo>
                <a:lnTo>
                  <a:pt x="80379" y="1865184"/>
                </a:lnTo>
                <a:lnTo>
                  <a:pt x="52673" y="1828423"/>
                </a:lnTo>
                <a:lnTo>
                  <a:pt x="30269" y="1787907"/>
                </a:lnTo>
                <a:lnTo>
                  <a:pt x="13679" y="1744150"/>
                </a:lnTo>
                <a:lnTo>
                  <a:pt x="3418" y="1697666"/>
                </a:lnTo>
                <a:lnTo>
                  <a:pt x="0" y="1648968"/>
                </a:lnTo>
                <a:lnTo>
                  <a:pt x="0" y="329184"/>
                </a:lnTo>
                <a:lnTo>
                  <a:pt x="3418" y="280454"/>
                </a:lnTo>
                <a:lnTo>
                  <a:pt x="13679" y="233944"/>
                </a:lnTo>
                <a:lnTo>
                  <a:pt x="30269" y="190169"/>
                </a:lnTo>
                <a:lnTo>
                  <a:pt x="52673" y="149640"/>
                </a:lnTo>
                <a:lnTo>
                  <a:pt x="80379" y="112872"/>
                </a:lnTo>
                <a:lnTo>
                  <a:pt x="112872" y="80379"/>
                </a:lnTo>
                <a:lnTo>
                  <a:pt x="149640" y="52673"/>
                </a:lnTo>
                <a:lnTo>
                  <a:pt x="190169" y="30269"/>
                </a:lnTo>
                <a:lnTo>
                  <a:pt x="233944" y="13679"/>
                </a:lnTo>
                <a:lnTo>
                  <a:pt x="280454" y="3418"/>
                </a:lnTo>
                <a:lnTo>
                  <a:pt x="329183" y="0"/>
                </a:lnTo>
                <a:lnTo>
                  <a:pt x="10469880" y="0"/>
                </a:lnTo>
                <a:lnTo>
                  <a:pt x="10518546" y="3418"/>
                </a:lnTo>
                <a:lnTo>
                  <a:pt x="10565005" y="13679"/>
                </a:lnTo>
                <a:lnTo>
                  <a:pt x="10608743" y="30269"/>
                </a:lnTo>
                <a:lnTo>
                  <a:pt x="10649247" y="52673"/>
                </a:lnTo>
                <a:lnTo>
                  <a:pt x="10686002" y="80379"/>
                </a:lnTo>
                <a:lnTo>
                  <a:pt x="10718495" y="112872"/>
                </a:lnTo>
                <a:lnTo>
                  <a:pt x="10746214" y="149640"/>
                </a:lnTo>
                <a:lnTo>
                  <a:pt x="10768643" y="190169"/>
                </a:lnTo>
                <a:lnTo>
                  <a:pt x="10785270" y="233944"/>
                </a:lnTo>
                <a:lnTo>
                  <a:pt x="10795582" y="280454"/>
                </a:lnTo>
                <a:lnTo>
                  <a:pt x="10799064" y="329184"/>
                </a:lnTo>
                <a:lnTo>
                  <a:pt x="10799064" y="1648968"/>
                </a:lnTo>
                <a:lnTo>
                  <a:pt x="10795582" y="1697666"/>
                </a:lnTo>
                <a:lnTo>
                  <a:pt x="10785270" y="1744150"/>
                </a:lnTo>
                <a:lnTo>
                  <a:pt x="10768643" y="1787907"/>
                </a:lnTo>
                <a:lnTo>
                  <a:pt x="10746214" y="1828423"/>
                </a:lnTo>
                <a:lnTo>
                  <a:pt x="10718495" y="1865184"/>
                </a:lnTo>
                <a:lnTo>
                  <a:pt x="10686002" y="1897678"/>
                </a:lnTo>
                <a:lnTo>
                  <a:pt x="10649247" y="1925390"/>
                </a:lnTo>
                <a:lnTo>
                  <a:pt x="10608743" y="1947807"/>
                </a:lnTo>
                <a:lnTo>
                  <a:pt x="10565005" y="1964415"/>
                </a:lnTo>
                <a:lnTo>
                  <a:pt x="10518546" y="1974701"/>
                </a:lnTo>
                <a:lnTo>
                  <a:pt x="10469880" y="1978152"/>
                </a:lnTo>
                <a:close/>
              </a:path>
            </a:pathLst>
          </a:custGeom>
          <a:solidFill>
            <a:srgbClr val="D2E1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89204" y="3777996"/>
            <a:ext cx="731520" cy="379730"/>
          </a:xfrm>
          <a:custGeom>
            <a:avLst/>
            <a:gdLst/>
            <a:ahLst/>
            <a:cxnLst/>
            <a:rect l="l" t="t" r="r" b="b"/>
            <a:pathLst>
              <a:path w="731519" h="379729">
                <a:moveTo>
                  <a:pt x="667511" y="379475"/>
                </a:moveTo>
                <a:lnTo>
                  <a:pt x="62483" y="379475"/>
                </a:lnTo>
                <a:lnTo>
                  <a:pt x="38149" y="374427"/>
                </a:lnTo>
                <a:lnTo>
                  <a:pt x="18226" y="360773"/>
                </a:lnTo>
                <a:lnTo>
                  <a:pt x="4810" y="340469"/>
                </a:lnTo>
                <a:lnTo>
                  <a:pt x="0" y="315467"/>
                </a:lnTo>
                <a:lnTo>
                  <a:pt x="0" y="64007"/>
                </a:lnTo>
                <a:lnTo>
                  <a:pt x="4810" y="39078"/>
                </a:lnTo>
                <a:lnTo>
                  <a:pt x="18226" y="18797"/>
                </a:lnTo>
                <a:lnTo>
                  <a:pt x="38149" y="5120"/>
                </a:lnTo>
                <a:lnTo>
                  <a:pt x="62483" y="0"/>
                </a:lnTo>
                <a:lnTo>
                  <a:pt x="667511" y="0"/>
                </a:lnTo>
                <a:lnTo>
                  <a:pt x="692441" y="5120"/>
                </a:lnTo>
                <a:lnTo>
                  <a:pt x="712722" y="18797"/>
                </a:lnTo>
                <a:lnTo>
                  <a:pt x="726399" y="39078"/>
                </a:lnTo>
                <a:lnTo>
                  <a:pt x="731520" y="64007"/>
                </a:lnTo>
                <a:lnTo>
                  <a:pt x="731520" y="315467"/>
                </a:lnTo>
                <a:lnTo>
                  <a:pt x="726399" y="340469"/>
                </a:lnTo>
                <a:lnTo>
                  <a:pt x="712722" y="360773"/>
                </a:lnTo>
                <a:lnTo>
                  <a:pt x="692441" y="374427"/>
                </a:lnTo>
                <a:lnTo>
                  <a:pt x="667511" y="379475"/>
                </a:lnTo>
                <a:close/>
              </a:path>
            </a:pathLst>
          </a:custGeom>
          <a:solidFill>
            <a:srgbClr val="78A77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612863" y="3680336"/>
            <a:ext cx="8000365" cy="1754505"/>
          </a:xfrm>
          <a:prstGeom prst="rect">
            <a:avLst/>
          </a:prstGeom>
        </p:spPr>
        <p:txBody>
          <a:bodyPr wrap="square" lIns="0" tIns="137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85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代码</a:t>
            </a:r>
            <a:endParaRPr sz="1800">
              <a:latin typeface="宋体"/>
              <a:cs typeface="宋体"/>
            </a:endParaRPr>
          </a:p>
          <a:p>
            <a:pPr marL="367030" marR="3967479">
              <a:lnSpc>
                <a:spcPct val="100000"/>
              </a:lnSpc>
              <a:spcBef>
                <a:spcPts val="869"/>
              </a:spcBef>
            </a:pPr>
            <a:r>
              <a:rPr dirty="0" sz="1600" spc="-5">
                <a:latin typeface="宋体"/>
                <a:cs typeface="宋体"/>
              </a:rPr>
              <a:t>#</a:t>
            </a:r>
            <a:r>
              <a:rPr dirty="0" sz="1600" spc="-95">
                <a:latin typeface="宋体"/>
                <a:cs typeface="宋体"/>
              </a:rPr>
              <a:t> </a:t>
            </a:r>
            <a:r>
              <a:rPr dirty="0" sz="1600">
                <a:latin typeface="宋体"/>
                <a:cs typeface="宋体"/>
              </a:rPr>
              <a:t>返回</a:t>
            </a:r>
            <a:r>
              <a:rPr dirty="0" sz="1600" spc="-5">
                <a:latin typeface="宋体"/>
                <a:cs typeface="宋体"/>
              </a:rPr>
              <a:t>n</a:t>
            </a:r>
            <a:r>
              <a:rPr dirty="0" sz="1600">
                <a:latin typeface="宋体"/>
                <a:cs typeface="宋体"/>
              </a:rPr>
              <a:t>的四舍五入值，默认保留</a:t>
            </a:r>
            <a:r>
              <a:rPr dirty="0" sz="1600" spc="-5">
                <a:latin typeface="宋体"/>
                <a:cs typeface="宋体"/>
              </a:rPr>
              <a:t>2</a:t>
            </a:r>
            <a:r>
              <a:rPr dirty="0" sz="1600">
                <a:latin typeface="宋体"/>
                <a:cs typeface="宋体"/>
              </a:rPr>
              <a:t>位小</a:t>
            </a:r>
            <a:r>
              <a:rPr dirty="0" sz="1600" spc="-5">
                <a:latin typeface="宋体"/>
                <a:cs typeface="宋体"/>
              </a:rPr>
              <a:t>数 from decimal import</a:t>
            </a:r>
            <a:r>
              <a:rPr dirty="0" sz="1600" spc="-1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Decimal  </a:t>
            </a:r>
            <a:endParaRPr sz="1600">
              <a:latin typeface="宋体"/>
              <a:cs typeface="宋体"/>
            </a:endParaRPr>
          </a:p>
          <a:p>
            <a:pPr marL="367030" marR="5491480">
              <a:lnSpc>
                <a:spcPct val="100000"/>
              </a:lnSpc>
            </a:pPr>
            <a:r>
              <a:rPr dirty="0" sz="1600" spc="-5">
                <a:latin typeface="宋体"/>
                <a:cs typeface="宋体"/>
              </a:rPr>
              <a:t>def my_round(n,d=2):  s = '0.'+</a:t>
            </a:r>
            <a:r>
              <a:rPr dirty="0" sz="1600" spc="-25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'0'*d </a:t>
            </a:r>
            <a:endParaRPr sz="1600">
              <a:latin typeface="宋体"/>
              <a:cs typeface="宋体"/>
            </a:endParaRPr>
          </a:p>
          <a:p>
            <a:pPr marL="367030">
              <a:lnSpc>
                <a:spcPct val="100000"/>
              </a:lnSpc>
            </a:pPr>
            <a:r>
              <a:rPr dirty="0" sz="1600" spc="-5">
                <a:latin typeface="宋体"/>
                <a:cs typeface="宋体"/>
              </a:rPr>
              <a:t>return</a:t>
            </a:r>
            <a:r>
              <a:rPr dirty="0" sz="1600" spc="55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float(Decimal(str(n)).quantize(Decimal(s),rounding="ROUND_HALF_UP"))</a:t>
            </a:r>
            <a:endParaRPr sz="16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2"/>
            <a:ext cx="203200" cy="609600"/>
          </a:xfrm>
          <a:custGeom>
            <a:avLst/>
            <a:gdLst/>
            <a:ahLst/>
            <a:cxnLst/>
            <a:rect l="l" t="t" r="r" b="b"/>
            <a:pathLst>
              <a:path w="203200" h="609600">
                <a:moveTo>
                  <a:pt x="0" y="0"/>
                </a:moveTo>
                <a:lnTo>
                  <a:pt x="202692" y="0"/>
                </a:lnTo>
                <a:lnTo>
                  <a:pt x="202692" y="609599"/>
                </a:lnTo>
                <a:lnTo>
                  <a:pt x="0" y="609599"/>
                </a:lnTo>
                <a:lnTo>
                  <a:pt x="0" y="0"/>
                </a:lnTo>
                <a:close/>
              </a:path>
            </a:pathLst>
          </a:custGeom>
          <a:solidFill>
            <a:srgbClr val="20565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1940" y="217411"/>
            <a:ext cx="155829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while</a:t>
            </a:r>
            <a:r>
              <a:rPr dirty="0" sz="2400" spc="-90" b="1">
                <a:solidFill>
                  <a:srgbClr val="2E5B50"/>
                </a:solidFill>
                <a:latin typeface="宋体"/>
                <a:cs typeface="宋体"/>
              </a:rPr>
              <a:t> </a:t>
            </a: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循</a:t>
            </a:r>
            <a:r>
              <a:rPr dirty="0" sz="2400" spc="-10" b="1">
                <a:solidFill>
                  <a:srgbClr val="2E5B50"/>
                </a:solidFill>
                <a:latin typeface="宋体"/>
                <a:cs typeface="宋体"/>
              </a:rPr>
              <a:t>环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62940" y="1245108"/>
            <a:ext cx="10800715" cy="1655445"/>
          </a:xfrm>
          <a:custGeom>
            <a:avLst/>
            <a:gdLst/>
            <a:ahLst/>
            <a:cxnLst/>
            <a:rect l="l" t="t" r="r" b="b"/>
            <a:pathLst>
              <a:path w="10800715" h="1655445">
                <a:moveTo>
                  <a:pt x="10524743" y="1655064"/>
                </a:moveTo>
                <a:lnTo>
                  <a:pt x="275844" y="1655064"/>
                </a:lnTo>
                <a:lnTo>
                  <a:pt x="226276" y="1650707"/>
                </a:lnTo>
                <a:lnTo>
                  <a:pt x="179616" y="1637956"/>
                </a:lnTo>
                <a:lnTo>
                  <a:pt x="136646" y="1617590"/>
                </a:lnTo>
                <a:lnTo>
                  <a:pt x="98145" y="1590391"/>
                </a:lnTo>
                <a:lnTo>
                  <a:pt x="64894" y="1557139"/>
                </a:lnTo>
                <a:lnTo>
                  <a:pt x="37673" y="1518615"/>
                </a:lnTo>
                <a:lnTo>
                  <a:pt x="17264" y="1475600"/>
                </a:lnTo>
                <a:lnTo>
                  <a:pt x="4446" y="1428874"/>
                </a:lnTo>
                <a:lnTo>
                  <a:pt x="0" y="1379219"/>
                </a:lnTo>
                <a:lnTo>
                  <a:pt x="0" y="275843"/>
                </a:lnTo>
                <a:lnTo>
                  <a:pt x="4446" y="226125"/>
                </a:lnTo>
                <a:lnTo>
                  <a:pt x="17264" y="179353"/>
                </a:lnTo>
                <a:lnTo>
                  <a:pt x="37673" y="136307"/>
                </a:lnTo>
                <a:lnTo>
                  <a:pt x="64894" y="97769"/>
                </a:lnTo>
                <a:lnTo>
                  <a:pt x="98145" y="64518"/>
                </a:lnTo>
                <a:lnTo>
                  <a:pt x="136646" y="37335"/>
                </a:lnTo>
                <a:lnTo>
                  <a:pt x="179616" y="17000"/>
                </a:lnTo>
                <a:lnTo>
                  <a:pt x="226276" y="4295"/>
                </a:lnTo>
                <a:lnTo>
                  <a:pt x="275844" y="0"/>
                </a:lnTo>
                <a:lnTo>
                  <a:pt x="10524743" y="0"/>
                </a:lnTo>
                <a:lnTo>
                  <a:pt x="10574161" y="4295"/>
                </a:lnTo>
                <a:lnTo>
                  <a:pt x="10620707" y="17000"/>
                </a:lnTo>
                <a:lnTo>
                  <a:pt x="10663602" y="37335"/>
                </a:lnTo>
                <a:lnTo>
                  <a:pt x="10702066" y="64518"/>
                </a:lnTo>
                <a:lnTo>
                  <a:pt x="10735317" y="97769"/>
                </a:lnTo>
                <a:lnTo>
                  <a:pt x="10762575" y="136307"/>
                </a:lnTo>
                <a:lnTo>
                  <a:pt x="10783060" y="179353"/>
                </a:lnTo>
                <a:lnTo>
                  <a:pt x="10795991" y="226125"/>
                </a:lnTo>
                <a:lnTo>
                  <a:pt x="10800588" y="275843"/>
                </a:lnTo>
                <a:lnTo>
                  <a:pt x="10800588" y="1379219"/>
                </a:lnTo>
                <a:lnTo>
                  <a:pt x="10795991" y="1428874"/>
                </a:lnTo>
                <a:lnTo>
                  <a:pt x="10783060" y="1475600"/>
                </a:lnTo>
                <a:lnTo>
                  <a:pt x="10762575" y="1518615"/>
                </a:lnTo>
                <a:lnTo>
                  <a:pt x="10735317" y="1557139"/>
                </a:lnTo>
                <a:lnTo>
                  <a:pt x="10702066" y="1590391"/>
                </a:lnTo>
                <a:lnTo>
                  <a:pt x="10663602" y="1617590"/>
                </a:lnTo>
                <a:lnTo>
                  <a:pt x="10620707" y="1637956"/>
                </a:lnTo>
                <a:lnTo>
                  <a:pt x="10574161" y="1650707"/>
                </a:lnTo>
                <a:lnTo>
                  <a:pt x="10524743" y="1655064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960755" y="1341958"/>
            <a:ext cx="10185400" cy="1488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宋体"/>
                <a:cs typeface="宋体"/>
              </a:rPr>
              <a:t>说明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：20×1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年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12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月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31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日，甲公司经批准发行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5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年期一次还本、分期付息的公司债券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10,000,000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元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,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债券利息在每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年 12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月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31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日支付，票面年利率为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6%，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债券发行时市场利率为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5%，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债券实际发行总价为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10,432,700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元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(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即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20×1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年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12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月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31  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日的摊余成本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)，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公司采用实际利率法和摊余成本计算利息费用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16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1600" b="1">
                <a:solidFill>
                  <a:srgbClr val="FFFFFF"/>
                </a:solidFill>
                <a:latin typeface="宋体"/>
                <a:cs typeface="宋体"/>
              </a:rPr>
              <a:t>要求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：采用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while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循环计算该应付债券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20×2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年至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20×6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年的年末摊余成本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62940" y="3203448"/>
            <a:ext cx="10799445" cy="3369945"/>
          </a:xfrm>
          <a:custGeom>
            <a:avLst/>
            <a:gdLst/>
            <a:ahLst/>
            <a:cxnLst/>
            <a:rect l="l" t="t" r="r" b="b"/>
            <a:pathLst>
              <a:path w="10799445" h="3369945">
                <a:moveTo>
                  <a:pt x="10238232" y="3369563"/>
                </a:moveTo>
                <a:lnTo>
                  <a:pt x="560832" y="3369563"/>
                </a:lnTo>
                <a:lnTo>
                  <a:pt x="512480" y="3367389"/>
                </a:lnTo>
                <a:lnTo>
                  <a:pt x="465263" y="3361216"/>
                </a:lnTo>
                <a:lnTo>
                  <a:pt x="419350" y="3351214"/>
                </a:lnTo>
                <a:lnTo>
                  <a:pt x="374910" y="3337550"/>
                </a:lnTo>
                <a:lnTo>
                  <a:pt x="332111" y="3320391"/>
                </a:lnTo>
                <a:lnTo>
                  <a:pt x="291123" y="3299906"/>
                </a:lnTo>
                <a:lnTo>
                  <a:pt x="252116" y="3276262"/>
                </a:lnTo>
                <a:lnTo>
                  <a:pt x="215257" y="3249627"/>
                </a:lnTo>
                <a:lnTo>
                  <a:pt x="180716" y="3220169"/>
                </a:lnTo>
                <a:lnTo>
                  <a:pt x="148662" y="3188055"/>
                </a:lnTo>
                <a:lnTo>
                  <a:pt x="119265" y="3153453"/>
                </a:lnTo>
                <a:lnTo>
                  <a:pt x="92693" y="3116532"/>
                </a:lnTo>
                <a:lnTo>
                  <a:pt x="69115" y="3077458"/>
                </a:lnTo>
                <a:lnTo>
                  <a:pt x="48701" y="3036399"/>
                </a:lnTo>
                <a:lnTo>
                  <a:pt x="31619" y="2993523"/>
                </a:lnTo>
                <a:lnTo>
                  <a:pt x="18039" y="2948999"/>
                </a:lnTo>
                <a:lnTo>
                  <a:pt x="8130" y="2902993"/>
                </a:lnTo>
                <a:lnTo>
                  <a:pt x="2060" y="2855673"/>
                </a:lnTo>
                <a:lnTo>
                  <a:pt x="0" y="2807207"/>
                </a:lnTo>
                <a:lnTo>
                  <a:pt x="0" y="560831"/>
                </a:lnTo>
                <a:lnTo>
                  <a:pt x="2060" y="512499"/>
                </a:lnTo>
                <a:lnTo>
                  <a:pt x="8130" y="465299"/>
                </a:lnTo>
                <a:lnTo>
                  <a:pt x="18039" y="419401"/>
                </a:lnTo>
                <a:lnTo>
                  <a:pt x="31619" y="374973"/>
                </a:lnTo>
                <a:lnTo>
                  <a:pt x="48701" y="332185"/>
                </a:lnTo>
                <a:lnTo>
                  <a:pt x="69115" y="291206"/>
                </a:lnTo>
                <a:lnTo>
                  <a:pt x="92693" y="252204"/>
                </a:lnTo>
                <a:lnTo>
                  <a:pt x="119265" y="215350"/>
                </a:lnTo>
                <a:lnTo>
                  <a:pt x="148662" y="180811"/>
                </a:lnTo>
                <a:lnTo>
                  <a:pt x="180716" y="148757"/>
                </a:lnTo>
                <a:lnTo>
                  <a:pt x="215257" y="119358"/>
                </a:lnTo>
                <a:lnTo>
                  <a:pt x="252116" y="92782"/>
                </a:lnTo>
                <a:lnTo>
                  <a:pt x="291123" y="69198"/>
                </a:lnTo>
                <a:lnTo>
                  <a:pt x="332111" y="48775"/>
                </a:lnTo>
                <a:lnTo>
                  <a:pt x="374910" y="31683"/>
                </a:lnTo>
                <a:lnTo>
                  <a:pt x="419350" y="18090"/>
                </a:lnTo>
                <a:lnTo>
                  <a:pt x="465263" y="8166"/>
                </a:lnTo>
                <a:lnTo>
                  <a:pt x="512480" y="2079"/>
                </a:lnTo>
                <a:lnTo>
                  <a:pt x="560832" y="0"/>
                </a:lnTo>
                <a:lnTo>
                  <a:pt x="10238232" y="0"/>
                </a:lnTo>
                <a:lnTo>
                  <a:pt x="10286640" y="2079"/>
                </a:lnTo>
                <a:lnTo>
                  <a:pt x="10333907" y="8166"/>
                </a:lnTo>
                <a:lnTo>
                  <a:pt x="10379865" y="18090"/>
                </a:lnTo>
                <a:lnTo>
                  <a:pt x="10424343" y="31683"/>
                </a:lnTo>
                <a:lnTo>
                  <a:pt x="10467173" y="48775"/>
                </a:lnTo>
                <a:lnTo>
                  <a:pt x="10508187" y="69198"/>
                </a:lnTo>
                <a:lnTo>
                  <a:pt x="10547213" y="92782"/>
                </a:lnTo>
                <a:lnTo>
                  <a:pt x="10584085" y="119358"/>
                </a:lnTo>
                <a:lnTo>
                  <a:pt x="10618632" y="148757"/>
                </a:lnTo>
                <a:lnTo>
                  <a:pt x="10650686" y="180811"/>
                </a:lnTo>
                <a:lnTo>
                  <a:pt x="10680077" y="215350"/>
                </a:lnTo>
                <a:lnTo>
                  <a:pt x="10706636" y="252204"/>
                </a:lnTo>
                <a:lnTo>
                  <a:pt x="10730195" y="291206"/>
                </a:lnTo>
                <a:lnTo>
                  <a:pt x="10750584" y="332185"/>
                </a:lnTo>
                <a:lnTo>
                  <a:pt x="10767634" y="374973"/>
                </a:lnTo>
                <a:lnTo>
                  <a:pt x="10781176" y="419401"/>
                </a:lnTo>
                <a:lnTo>
                  <a:pt x="10791041" y="465299"/>
                </a:lnTo>
                <a:lnTo>
                  <a:pt x="10797060" y="512499"/>
                </a:lnTo>
                <a:lnTo>
                  <a:pt x="10799064" y="560831"/>
                </a:lnTo>
                <a:lnTo>
                  <a:pt x="10799064" y="2807207"/>
                </a:lnTo>
                <a:lnTo>
                  <a:pt x="10797060" y="2855673"/>
                </a:lnTo>
                <a:lnTo>
                  <a:pt x="10791041" y="2902993"/>
                </a:lnTo>
                <a:lnTo>
                  <a:pt x="10781176" y="2948999"/>
                </a:lnTo>
                <a:lnTo>
                  <a:pt x="10767634" y="2993523"/>
                </a:lnTo>
                <a:lnTo>
                  <a:pt x="10750584" y="3036399"/>
                </a:lnTo>
                <a:lnTo>
                  <a:pt x="10730195" y="3077458"/>
                </a:lnTo>
                <a:lnTo>
                  <a:pt x="10706636" y="3116532"/>
                </a:lnTo>
                <a:lnTo>
                  <a:pt x="10680077" y="3153453"/>
                </a:lnTo>
                <a:lnTo>
                  <a:pt x="10650686" y="3188055"/>
                </a:lnTo>
                <a:lnTo>
                  <a:pt x="10618632" y="3220169"/>
                </a:lnTo>
                <a:lnTo>
                  <a:pt x="10584085" y="3249627"/>
                </a:lnTo>
                <a:lnTo>
                  <a:pt x="10547213" y="3276262"/>
                </a:lnTo>
                <a:lnTo>
                  <a:pt x="10508187" y="3299906"/>
                </a:lnTo>
                <a:lnTo>
                  <a:pt x="10467173" y="3320391"/>
                </a:lnTo>
                <a:lnTo>
                  <a:pt x="10424343" y="3337550"/>
                </a:lnTo>
                <a:lnTo>
                  <a:pt x="10379865" y="3351214"/>
                </a:lnTo>
                <a:lnTo>
                  <a:pt x="10333907" y="3361216"/>
                </a:lnTo>
                <a:lnTo>
                  <a:pt x="10286640" y="3367389"/>
                </a:lnTo>
                <a:lnTo>
                  <a:pt x="10238232" y="3369563"/>
                </a:lnTo>
                <a:close/>
              </a:path>
            </a:pathLst>
          </a:custGeom>
          <a:solidFill>
            <a:srgbClr val="D2E1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31876" y="3142488"/>
            <a:ext cx="1163320" cy="463550"/>
          </a:xfrm>
          <a:custGeom>
            <a:avLst/>
            <a:gdLst/>
            <a:ahLst/>
            <a:cxnLst/>
            <a:rect l="l" t="t" r="r" b="b"/>
            <a:pathLst>
              <a:path w="1163320" h="463550">
                <a:moveTo>
                  <a:pt x="1085088" y="463296"/>
                </a:moveTo>
                <a:lnTo>
                  <a:pt x="77723" y="463296"/>
                </a:lnTo>
                <a:lnTo>
                  <a:pt x="47543" y="457425"/>
                </a:lnTo>
                <a:lnTo>
                  <a:pt x="22893" y="440878"/>
                </a:lnTo>
                <a:lnTo>
                  <a:pt x="6227" y="416109"/>
                </a:lnTo>
                <a:lnTo>
                  <a:pt x="0" y="385572"/>
                </a:lnTo>
                <a:lnTo>
                  <a:pt x="0" y="76200"/>
                </a:lnTo>
                <a:lnTo>
                  <a:pt x="6227" y="46471"/>
                </a:lnTo>
                <a:lnTo>
                  <a:pt x="22893" y="22131"/>
                </a:lnTo>
                <a:lnTo>
                  <a:pt x="47543" y="5775"/>
                </a:lnTo>
                <a:lnTo>
                  <a:pt x="77723" y="0"/>
                </a:lnTo>
                <a:lnTo>
                  <a:pt x="1085088" y="0"/>
                </a:lnTo>
                <a:lnTo>
                  <a:pt x="1115482" y="5775"/>
                </a:lnTo>
                <a:lnTo>
                  <a:pt x="1140204" y="22131"/>
                </a:lnTo>
                <a:lnTo>
                  <a:pt x="1156798" y="46471"/>
                </a:lnTo>
                <a:lnTo>
                  <a:pt x="1162812" y="76200"/>
                </a:lnTo>
                <a:lnTo>
                  <a:pt x="1162812" y="385572"/>
                </a:lnTo>
                <a:lnTo>
                  <a:pt x="1156798" y="416109"/>
                </a:lnTo>
                <a:lnTo>
                  <a:pt x="1140204" y="440878"/>
                </a:lnTo>
                <a:lnTo>
                  <a:pt x="1115482" y="457425"/>
                </a:lnTo>
                <a:lnTo>
                  <a:pt x="1085088" y="463296"/>
                </a:lnTo>
                <a:close/>
              </a:path>
            </a:pathLst>
          </a:custGeom>
          <a:solidFill>
            <a:srgbClr val="78A77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643051" y="3156051"/>
            <a:ext cx="9588500" cy="3094355"/>
          </a:xfrm>
          <a:prstGeom prst="rect">
            <a:avLst/>
          </a:prstGeom>
        </p:spPr>
        <p:txBody>
          <a:bodyPr wrap="square" lIns="0" tIns="838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示例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2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代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码</a:t>
            </a:r>
            <a:endParaRPr sz="1600">
              <a:latin typeface="宋体"/>
              <a:cs typeface="宋体"/>
            </a:endParaRPr>
          </a:p>
          <a:p>
            <a:pPr marL="330200">
              <a:lnSpc>
                <a:spcPct val="100000"/>
              </a:lnSpc>
              <a:spcBef>
                <a:spcPts val="565"/>
              </a:spcBef>
            </a:pPr>
            <a:r>
              <a:rPr dirty="0" sz="1600" spc="-5">
                <a:latin typeface="宋体"/>
                <a:cs typeface="宋体"/>
              </a:rPr>
              <a:t>i = 1</a:t>
            </a:r>
            <a:endParaRPr sz="1600">
              <a:latin typeface="宋体"/>
              <a:cs typeface="宋体"/>
            </a:endParaRPr>
          </a:p>
          <a:p>
            <a:pPr marL="330200" marR="3662679">
              <a:lnSpc>
                <a:spcPct val="100000"/>
              </a:lnSpc>
            </a:pPr>
            <a:r>
              <a:rPr dirty="0" sz="1600" spc="-5">
                <a:latin typeface="宋体"/>
                <a:cs typeface="宋体"/>
              </a:rPr>
              <a:t>amortisedCost</a:t>
            </a:r>
            <a:r>
              <a:rPr dirty="0" sz="1600" spc="-1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= 10432700  #</a:t>
            </a:r>
            <a:r>
              <a:rPr dirty="0" sz="1600" spc="-10">
                <a:latin typeface="宋体"/>
                <a:cs typeface="宋体"/>
              </a:rPr>
              <a:t> </a:t>
            </a:r>
            <a:r>
              <a:rPr dirty="0" sz="1600">
                <a:latin typeface="宋体"/>
                <a:cs typeface="宋体"/>
              </a:rPr>
              <a:t>期初摊余成本</a:t>
            </a:r>
            <a:r>
              <a:rPr dirty="0" sz="1600" spc="-5">
                <a:latin typeface="宋体"/>
                <a:cs typeface="宋体"/>
              </a:rPr>
              <a:t>=</a:t>
            </a:r>
            <a:r>
              <a:rPr dirty="0" sz="1600">
                <a:latin typeface="宋体"/>
                <a:cs typeface="宋体"/>
              </a:rPr>
              <a:t>发行总</a:t>
            </a:r>
            <a:r>
              <a:rPr dirty="0" sz="1600" spc="-5">
                <a:latin typeface="宋体"/>
                <a:cs typeface="宋体"/>
              </a:rPr>
              <a:t>价 amortisedCostList</a:t>
            </a:r>
            <a:r>
              <a:rPr dirty="0" sz="1600" spc="-15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=</a:t>
            </a:r>
            <a:r>
              <a:rPr dirty="0" sz="1600" spc="-1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[]</a:t>
            </a:r>
            <a:r>
              <a:rPr dirty="0" sz="1600" spc="775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#</a:t>
            </a:r>
            <a:r>
              <a:rPr dirty="0" sz="1600" spc="-10">
                <a:latin typeface="宋体"/>
                <a:cs typeface="宋体"/>
              </a:rPr>
              <a:t> </a:t>
            </a:r>
            <a:r>
              <a:rPr dirty="0" sz="1600">
                <a:latin typeface="宋体"/>
                <a:cs typeface="宋体"/>
              </a:rPr>
              <a:t>创建空列表存放计算的摊余成</a:t>
            </a:r>
            <a:r>
              <a:rPr dirty="0" sz="1600" spc="-5">
                <a:latin typeface="宋体"/>
                <a:cs typeface="宋体"/>
              </a:rPr>
              <a:t>本 while i &lt;= 4:</a:t>
            </a:r>
            <a:endParaRPr sz="1600">
              <a:latin typeface="宋体"/>
              <a:cs typeface="宋体"/>
            </a:endParaRPr>
          </a:p>
          <a:p>
            <a:pPr marL="330200">
              <a:lnSpc>
                <a:spcPct val="100000"/>
              </a:lnSpc>
            </a:pPr>
            <a:r>
              <a:rPr dirty="0" sz="1600" spc="-5">
                <a:latin typeface="宋体"/>
                <a:cs typeface="宋体"/>
              </a:rPr>
              <a:t>    </a:t>
            </a:r>
            <a:r>
              <a:rPr dirty="0" sz="1600" spc="-5">
                <a:latin typeface="宋体"/>
                <a:cs typeface="宋体"/>
              </a:rPr>
              <a:t>amortisedCost</a:t>
            </a:r>
            <a:r>
              <a:rPr dirty="0" sz="1600" spc="1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=</a:t>
            </a:r>
            <a:r>
              <a:rPr dirty="0" sz="1600" spc="1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round(amortisedCost+amortisedCost*0.05-10000000*0.06,2)</a:t>
            </a:r>
            <a:r>
              <a:rPr dirty="0" sz="1600" spc="3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#</a:t>
            </a:r>
            <a:r>
              <a:rPr dirty="0" sz="1600" spc="10">
                <a:latin typeface="宋体"/>
                <a:cs typeface="宋体"/>
              </a:rPr>
              <a:t> </a:t>
            </a:r>
            <a:r>
              <a:rPr dirty="0" sz="1600">
                <a:latin typeface="宋体"/>
                <a:cs typeface="宋体"/>
              </a:rPr>
              <a:t>计算摊余成</a:t>
            </a:r>
            <a:r>
              <a:rPr dirty="0" sz="1600" spc="-5">
                <a:latin typeface="宋体"/>
                <a:cs typeface="宋体"/>
              </a:rPr>
              <a:t>本</a:t>
            </a:r>
            <a:endParaRPr sz="1600">
              <a:latin typeface="宋体"/>
              <a:cs typeface="宋体"/>
            </a:endParaRPr>
          </a:p>
          <a:p>
            <a:pPr marL="330200">
              <a:lnSpc>
                <a:spcPct val="100000"/>
              </a:lnSpc>
            </a:pPr>
            <a:r>
              <a:rPr dirty="0" sz="1600" spc="-5">
                <a:latin typeface="宋体"/>
                <a:cs typeface="宋体"/>
              </a:rPr>
              <a:t>    </a:t>
            </a:r>
            <a:r>
              <a:rPr dirty="0" sz="1600" spc="-5">
                <a:latin typeface="宋体"/>
                <a:cs typeface="宋体"/>
              </a:rPr>
              <a:t>amortisedCostList.append(amortisedCost)</a:t>
            </a:r>
            <a:r>
              <a:rPr dirty="0" sz="160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# </a:t>
            </a:r>
            <a:r>
              <a:rPr dirty="0" sz="1600">
                <a:latin typeface="宋体"/>
                <a:cs typeface="宋体"/>
              </a:rPr>
              <a:t>计算结果添加至列</a:t>
            </a:r>
            <a:r>
              <a:rPr dirty="0" sz="1600" spc="-5">
                <a:latin typeface="宋体"/>
                <a:cs typeface="宋体"/>
              </a:rPr>
              <a:t>表</a:t>
            </a:r>
            <a:endParaRPr sz="1600">
              <a:latin typeface="宋体"/>
              <a:cs typeface="宋体"/>
            </a:endParaRPr>
          </a:p>
          <a:p>
            <a:pPr marL="330200" marR="8132445">
              <a:lnSpc>
                <a:spcPct val="100000"/>
              </a:lnSpc>
            </a:pPr>
            <a:r>
              <a:rPr dirty="0" sz="1600" spc="-5">
                <a:latin typeface="宋体"/>
                <a:cs typeface="宋体"/>
              </a:rPr>
              <a:t>    </a:t>
            </a:r>
            <a:r>
              <a:rPr dirty="0" sz="1600" spc="-5">
                <a:latin typeface="宋体"/>
                <a:cs typeface="宋体"/>
              </a:rPr>
              <a:t>i += 1  else:</a:t>
            </a:r>
            <a:endParaRPr sz="1600">
              <a:latin typeface="宋体"/>
              <a:cs typeface="宋体"/>
            </a:endParaRPr>
          </a:p>
          <a:p>
            <a:pPr marL="330200">
              <a:lnSpc>
                <a:spcPct val="100000"/>
              </a:lnSpc>
            </a:pPr>
            <a:r>
              <a:rPr dirty="0" sz="1600" spc="-5">
                <a:latin typeface="宋体"/>
                <a:cs typeface="宋体"/>
              </a:rPr>
              <a:t>    </a:t>
            </a:r>
            <a:r>
              <a:rPr dirty="0" sz="1600" spc="-5">
                <a:latin typeface="宋体"/>
                <a:cs typeface="宋体"/>
              </a:rPr>
              <a:t>amortisedCost = 10000000</a:t>
            </a:r>
            <a:r>
              <a:rPr dirty="0" sz="160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# </a:t>
            </a:r>
            <a:r>
              <a:rPr dirty="0" sz="1600">
                <a:latin typeface="宋体"/>
                <a:cs typeface="宋体"/>
              </a:rPr>
              <a:t>最后一年年末摊余成本</a:t>
            </a:r>
            <a:r>
              <a:rPr dirty="0" sz="1600" spc="-5">
                <a:latin typeface="宋体"/>
                <a:cs typeface="宋体"/>
              </a:rPr>
              <a:t>=</a:t>
            </a:r>
            <a:r>
              <a:rPr dirty="0" sz="1600">
                <a:latin typeface="宋体"/>
                <a:cs typeface="宋体"/>
              </a:rPr>
              <a:t>债券面</a:t>
            </a:r>
            <a:r>
              <a:rPr dirty="0" sz="1600" spc="-5">
                <a:latin typeface="宋体"/>
                <a:cs typeface="宋体"/>
              </a:rPr>
              <a:t>值</a:t>
            </a:r>
            <a:endParaRPr sz="1600">
              <a:latin typeface="宋体"/>
              <a:cs typeface="宋体"/>
            </a:endParaRPr>
          </a:p>
          <a:p>
            <a:pPr marL="330200">
              <a:lnSpc>
                <a:spcPct val="100000"/>
              </a:lnSpc>
            </a:pPr>
            <a:r>
              <a:rPr dirty="0" sz="1600" spc="-5">
                <a:latin typeface="宋体"/>
                <a:cs typeface="宋体"/>
              </a:rPr>
              <a:t>    </a:t>
            </a:r>
            <a:r>
              <a:rPr dirty="0" sz="1600" spc="-5">
                <a:latin typeface="宋体"/>
                <a:cs typeface="宋体"/>
              </a:rPr>
              <a:t>amortisedCostList.append(amortisedCost)</a:t>
            </a:r>
            <a:endParaRPr sz="1600">
              <a:latin typeface="宋体"/>
              <a:cs typeface="宋体"/>
            </a:endParaRPr>
          </a:p>
          <a:p>
            <a:pPr marL="330200">
              <a:lnSpc>
                <a:spcPct val="100000"/>
              </a:lnSpc>
            </a:pPr>
            <a:r>
              <a:rPr dirty="0" sz="1600" spc="-5">
                <a:latin typeface="宋体"/>
                <a:cs typeface="宋体"/>
              </a:rPr>
              <a:t>print('</a:t>
            </a:r>
            <a:r>
              <a:rPr dirty="0" sz="1600">
                <a:latin typeface="宋体"/>
                <a:cs typeface="宋体"/>
              </a:rPr>
              <a:t>应付债券</a:t>
            </a:r>
            <a:r>
              <a:rPr dirty="0" sz="1600" spc="-5">
                <a:latin typeface="宋体"/>
                <a:cs typeface="宋体"/>
              </a:rPr>
              <a:t>20×2</a:t>
            </a:r>
            <a:r>
              <a:rPr dirty="0" sz="1600">
                <a:latin typeface="宋体"/>
                <a:cs typeface="宋体"/>
              </a:rPr>
              <a:t>年至</a:t>
            </a:r>
            <a:r>
              <a:rPr dirty="0" sz="1600" spc="-5">
                <a:latin typeface="宋体"/>
                <a:cs typeface="宋体"/>
              </a:rPr>
              <a:t>20×6</a:t>
            </a:r>
            <a:r>
              <a:rPr dirty="0" sz="1600">
                <a:latin typeface="宋体"/>
                <a:cs typeface="宋体"/>
              </a:rPr>
              <a:t>年的年末摊余成本依次为</a:t>
            </a:r>
            <a:r>
              <a:rPr dirty="0" sz="1600" spc="-5">
                <a:latin typeface="宋体"/>
                <a:cs typeface="宋体"/>
              </a:rPr>
              <a:t>：',amortisedCostList)</a:t>
            </a:r>
            <a:endParaRPr sz="16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2"/>
            <a:ext cx="203200" cy="609600"/>
          </a:xfrm>
          <a:custGeom>
            <a:avLst/>
            <a:gdLst/>
            <a:ahLst/>
            <a:cxnLst/>
            <a:rect l="l" t="t" r="r" b="b"/>
            <a:pathLst>
              <a:path w="203200" h="609600">
                <a:moveTo>
                  <a:pt x="0" y="0"/>
                </a:moveTo>
                <a:lnTo>
                  <a:pt x="202692" y="0"/>
                </a:lnTo>
                <a:lnTo>
                  <a:pt x="202692" y="609599"/>
                </a:lnTo>
                <a:lnTo>
                  <a:pt x="0" y="609599"/>
                </a:lnTo>
                <a:lnTo>
                  <a:pt x="0" y="0"/>
                </a:lnTo>
                <a:close/>
              </a:path>
            </a:pathLst>
          </a:custGeom>
          <a:solidFill>
            <a:srgbClr val="20565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1940" y="217411"/>
            <a:ext cx="155829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while</a:t>
            </a:r>
            <a:r>
              <a:rPr dirty="0" sz="2400" spc="-90" b="1">
                <a:solidFill>
                  <a:srgbClr val="2E5B50"/>
                </a:solidFill>
                <a:latin typeface="宋体"/>
                <a:cs typeface="宋体"/>
              </a:rPr>
              <a:t> </a:t>
            </a: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循</a:t>
            </a:r>
            <a:r>
              <a:rPr dirty="0" sz="2400" spc="-10" b="1">
                <a:solidFill>
                  <a:srgbClr val="2E5B50"/>
                </a:solidFill>
                <a:latin typeface="宋体"/>
                <a:cs typeface="宋体"/>
              </a:rPr>
              <a:t>环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62940" y="1245108"/>
            <a:ext cx="10800715" cy="1766570"/>
          </a:xfrm>
          <a:custGeom>
            <a:avLst/>
            <a:gdLst/>
            <a:ahLst/>
            <a:cxnLst/>
            <a:rect l="l" t="t" r="r" b="b"/>
            <a:pathLst>
              <a:path w="10800715" h="1766570">
                <a:moveTo>
                  <a:pt x="10504932" y="1766315"/>
                </a:moveTo>
                <a:lnTo>
                  <a:pt x="294131" y="1766315"/>
                </a:lnTo>
                <a:lnTo>
                  <a:pt x="246465" y="1762523"/>
                </a:lnTo>
                <a:lnTo>
                  <a:pt x="201231" y="1751413"/>
                </a:lnTo>
                <a:lnTo>
                  <a:pt x="159039" y="1733596"/>
                </a:lnTo>
                <a:lnTo>
                  <a:pt x="120497" y="1709679"/>
                </a:lnTo>
                <a:lnTo>
                  <a:pt x="86215" y="1680271"/>
                </a:lnTo>
                <a:lnTo>
                  <a:pt x="56801" y="1645982"/>
                </a:lnTo>
                <a:lnTo>
                  <a:pt x="32863" y="1607420"/>
                </a:lnTo>
                <a:lnTo>
                  <a:pt x="15012" y="1565194"/>
                </a:lnTo>
                <a:lnTo>
                  <a:pt x="3854" y="1519912"/>
                </a:lnTo>
                <a:lnTo>
                  <a:pt x="0" y="1472183"/>
                </a:lnTo>
                <a:lnTo>
                  <a:pt x="0" y="294131"/>
                </a:lnTo>
                <a:lnTo>
                  <a:pt x="3854" y="246328"/>
                </a:lnTo>
                <a:lnTo>
                  <a:pt x="15012" y="200987"/>
                </a:lnTo>
                <a:lnTo>
                  <a:pt x="32863" y="158719"/>
                </a:lnTo>
                <a:lnTo>
                  <a:pt x="56801" y="120132"/>
                </a:lnTo>
                <a:lnTo>
                  <a:pt x="86215" y="85834"/>
                </a:lnTo>
                <a:lnTo>
                  <a:pt x="120497" y="56435"/>
                </a:lnTo>
                <a:lnTo>
                  <a:pt x="159039" y="32543"/>
                </a:lnTo>
                <a:lnTo>
                  <a:pt x="201231" y="14768"/>
                </a:lnTo>
                <a:lnTo>
                  <a:pt x="246465" y="3717"/>
                </a:lnTo>
                <a:lnTo>
                  <a:pt x="294131" y="0"/>
                </a:lnTo>
                <a:lnTo>
                  <a:pt x="10504932" y="0"/>
                </a:lnTo>
                <a:lnTo>
                  <a:pt x="10552874" y="3717"/>
                </a:lnTo>
                <a:lnTo>
                  <a:pt x="10598332" y="14768"/>
                </a:lnTo>
                <a:lnTo>
                  <a:pt x="10640705" y="32543"/>
                </a:lnTo>
                <a:lnTo>
                  <a:pt x="10679395" y="56435"/>
                </a:lnTo>
                <a:lnTo>
                  <a:pt x="10713800" y="85834"/>
                </a:lnTo>
                <a:lnTo>
                  <a:pt x="10743323" y="120132"/>
                </a:lnTo>
                <a:lnTo>
                  <a:pt x="10767362" y="158719"/>
                </a:lnTo>
                <a:lnTo>
                  <a:pt x="10785319" y="200987"/>
                </a:lnTo>
                <a:lnTo>
                  <a:pt x="10796594" y="246328"/>
                </a:lnTo>
                <a:lnTo>
                  <a:pt x="10800588" y="294131"/>
                </a:lnTo>
                <a:lnTo>
                  <a:pt x="10800588" y="1472183"/>
                </a:lnTo>
                <a:lnTo>
                  <a:pt x="10796594" y="1519912"/>
                </a:lnTo>
                <a:lnTo>
                  <a:pt x="10785319" y="1565194"/>
                </a:lnTo>
                <a:lnTo>
                  <a:pt x="10767362" y="1607420"/>
                </a:lnTo>
                <a:lnTo>
                  <a:pt x="10743323" y="1645982"/>
                </a:lnTo>
                <a:lnTo>
                  <a:pt x="10713800" y="1680271"/>
                </a:lnTo>
                <a:lnTo>
                  <a:pt x="10679395" y="1709679"/>
                </a:lnTo>
                <a:lnTo>
                  <a:pt x="10640705" y="1733596"/>
                </a:lnTo>
                <a:lnTo>
                  <a:pt x="10598332" y="1751413"/>
                </a:lnTo>
                <a:lnTo>
                  <a:pt x="10552874" y="1762523"/>
                </a:lnTo>
                <a:lnTo>
                  <a:pt x="10504932" y="1766315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960755" y="1341958"/>
            <a:ext cx="10185400" cy="1488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宋体"/>
                <a:cs typeface="宋体"/>
              </a:rPr>
              <a:t>说明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：20×1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年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12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月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31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日，甲公司经批准发行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5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年期一次还本、分期付息的公司债券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10,000,000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元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,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债券利息在每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年 12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月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31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日支付，票面年利率为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6%，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债券发行时市场利率为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5%，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债券实际发行总价为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10,432,700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元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(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即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20×1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年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12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月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31  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日的摊余成本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)，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公司采用实际利率法和摊余成本计算利息费用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16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1600" b="1">
                <a:solidFill>
                  <a:srgbClr val="FFFFFF"/>
                </a:solidFill>
                <a:latin typeface="宋体"/>
                <a:cs typeface="宋体"/>
              </a:rPr>
              <a:t>要求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：采用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while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循环计算该应付债券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20×2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年至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20×6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年的年末摊余成本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50748" y="3648455"/>
            <a:ext cx="10799445" cy="1953895"/>
          </a:xfrm>
          <a:custGeom>
            <a:avLst/>
            <a:gdLst/>
            <a:ahLst/>
            <a:cxnLst/>
            <a:rect l="l" t="t" r="r" b="b"/>
            <a:pathLst>
              <a:path w="10799445" h="1953895">
                <a:moveTo>
                  <a:pt x="10474452" y="1953768"/>
                </a:moveTo>
                <a:lnTo>
                  <a:pt x="324611" y="1953768"/>
                </a:lnTo>
                <a:lnTo>
                  <a:pt x="276612" y="1950174"/>
                </a:lnTo>
                <a:lnTo>
                  <a:pt x="230787" y="1939867"/>
                </a:lnTo>
                <a:lnTo>
                  <a:pt x="187645" y="1923346"/>
                </a:lnTo>
                <a:lnTo>
                  <a:pt x="147692" y="1901114"/>
                </a:lnTo>
                <a:lnTo>
                  <a:pt x="111436" y="1873670"/>
                </a:lnTo>
                <a:lnTo>
                  <a:pt x="79387" y="1841516"/>
                </a:lnTo>
                <a:lnTo>
                  <a:pt x="52051" y="1805154"/>
                </a:lnTo>
                <a:lnTo>
                  <a:pt x="29936" y="1765083"/>
                </a:lnTo>
                <a:lnTo>
                  <a:pt x="13551" y="1721805"/>
                </a:lnTo>
                <a:lnTo>
                  <a:pt x="3403" y="1675821"/>
                </a:lnTo>
                <a:lnTo>
                  <a:pt x="0" y="1627632"/>
                </a:lnTo>
                <a:lnTo>
                  <a:pt x="0" y="326136"/>
                </a:lnTo>
                <a:lnTo>
                  <a:pt x="3403" y="277946"/>
                </a:lnTo>
                <a:lnTo>
                  <a:pt x="13551" y="231962"/>
                </a:lnTo>
                <a:lnTo>
                  <a:pt x="29936" y="188684"/>
                </a:lnTo>
                <a:lnTo>
                  <a:pt x="52051" y="148613"/>
                </a:lnTo>
                <a:lnTo>
                  <a:pt x="79387" y="112251"/>
                </a:lnTo>
                <a:lnTo>
                  <a:pt x="111436" y="80097"/>
                </a:lnTo>
                <a:lnTo>
                  <a:pt x="147692" y="52653"/>
                </a:lnTo>
                <a:lnTo>
                  <a:pt x="187645" y="30421"/>
                </a:lnTo>
                <a:lnTo>
                  <a:pt x="230787" y="13900"/>
                </a:lnTo>
                <a:lnTo>
                  <a:pt x="276612" y="3593"/>
                </a:lnTo>
                <a:lnTo>
                  <a:pt x="324611" y="0"/>
                </a:lnTo>
                <a:lnTo>
                  <a:pt x="10474452" y="0"/>
                </a:lnTo>
                <a:lnTo>
                  <a:pt x="10522451" y="3593"/>
                </a:lnTo>
                <a:lnTo>
                  <a:pt x="10568276" y="13900"/>
                </a:lnTo>
                <a:lnTo>
                  <a:pt x="10611418" y="30421"/>
                </a:lnTo>
                <a:lnTo>
                  <a:pt x="10651371" y="52653"/>
                </a:lnTo>
                <a:lnTo>
                  <a:pt x="10687627" y="80097"/>
                </a:lnTo>
                <a:lnTo>
                  <a:pt x="10719676" y="112251"/>
                </a:lnTo>
                <a:lnTo>
                  <a:pt x="10747012" y="148613"/>
                </a:lnTo>
                <a:lnTo>
                  <a:pt x="10769127" y="188684"/>
                </a:lnTo>
                <a:lnTo>
                  <a:pt x="10785512" y="231962"/>
                </a:lnTo>
                <a:lnTo>
                  <a:pt x="10795660" y="277946"/>
                </a:lnTo>
                <a:lnTo>
                  <a:pt x="10799064" y="326136"/>
                </a:lnTo>
                <a:lnTo>
                  <a:pt x="10799064" y="1627632"/>
                </a:lnTo>
                <a:lnTo>
                  <a:pt x="10795660" y="1675821"/>
                </a:lnTo>
                <a:lnTo>
                  <a:pt x="10785512" y="1721805"/>
                </a:lnTo>
                <a:lnTo>
                  <a:pt x="10769127" y="1765083"/>
                </a:lnTo>
                <a:lnTo>
                  <a:pt x="10747012" y="1805154"/>
                </a:lnTo>
                <a:lnTo>
                  <a:pt x="10719676" y="1841516"/>
                </a:lnTo>
                <a:lnTo>
                  <a:pt x="10687627" y="1873670"/>
                </a:lnTo>
                <a:lnTo>
                  <a:pt x="10651371" y="1901114"/>
                </a:lnTo>
                <a:lnTo>
                  <a:pt x="10611418" y="1923346"/>
                </a:lnTo>
                <a:lnTo>
                  <a:pt x="10568276" y="1939867"/>
                </a:lnTo>
                <a:lnTo>
                  <a:pt x="10522451" y="1950174"/>
                </a:lnTo>
                <a:lnTo>
                  <a:pt x="10474452" y="195376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960755" y="4027042"/>
            <a:ext cx="10083800" cy="1122680"/>
          </a:xfrm>
          <a:prstGeom prst="rect">
            <a:avLst/>
          </a:prstGeom>
        </p:spPr>
        <p:txBody>
          <a:bodyPr wrap="square" lIns="0" tIns="134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600">
                <a:latin typeface="宋体"/>
                <a:cs typeface="宋体"/>
              </a:rPr>
              <a:t>输出结果</a:t>
            </a:r>
            <a:r>
              <a:rPr dirty="0" sz="1600" spc="-5">
                <a:latin typeface="宋体"/>
                <a:cs typeface="宋体"/>
              </a:rPr>
              <a:t>：</a:t>
            </a:r>
            <a:endParaRPr sz="1600">
              <a:latin typeface="宋体"/>
              <a:cs typeface="宋体"/>
            </a:endParaRPr>
          </a:p>
          <a:p>
            <a:pPr marL="12700" marR="5080">
              <a:lnSpc>
                <a:spcPct val="150000"/>
              </a:lnSpc>
            </a:pPr>
            <a:r>
              <a:rPr dirty="0" sz="1600">
                <a:latin typeface="宋体"/>
                <a:cs typeface="宋体"/>
              </a:rPr>
              <a:t>应付债券</a:t>
            </a:r>
            <a:r>
              <a:rPr dirty="0" sz="1600" spc="-5">
                <a:latin typeface="宋体"/>
                <a:cs typeface="宋体"/>
              </a:rPr>
              <a:t>20×2</a:t>
            </a:r>
            <a:r>
              <a:rPr dirty="0" sz="1600">
                <a:latin typeface="宋体"/>
                <a:cs typeface="宋体"/>
              </a:rPr>
              <a:t>年至</a:t>
            </a:r>
            <a:r>
              <a:rPr dirty="0" sz="1600" spc="-5">
                <a:latin typeface="宋体"/>
                <a:cs typeface="宋体"/>
              </a:rPr>
              <a:t>20×6</a:t>
            </a:r>
            <a:r>
              <a:rPr dirty="0" sz="1600">
                <a:latin typeface="宋体"/>
                <a:cs typeface="宋体"/>
              </a:rPr>
              <a:t>年的年末摊余成本依次为：</a:t>
            </a:r>
            <a:r>
              <a:rPr dirty="0" sz="1600" spc="5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[10354335.0,</a:t>
            </a:r>
            <a:r>
              <a:rPr dirty="0" sz="1600" spc="5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10272051.75,</a:t>
            </a:r>
            <a:r>
              <a:rPr dirty="0" sz="1600" spc="5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10185654.34,</a:t>
            </a:r>
            <a:r>
              <a:rPr dirty="0" sz="1600" spc="5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10094937.06,  10000000]</a:t>
            </a:r>
            <a:endParaRPr sz="16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5444" y="2106167"/>
            <a:ext cx="2127885" cy="2646045"/>
          </a:xfrm>
          <a:prstGeom prst="rect">
            <a:avLst/>
          </a:prstGeom>
          <a:solidFill>
            <a:srgbClr val="F1F1F1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9300"/>
              </a:lnSpc>
            </a:pPr>
            <a:r>
              <a:rPr dirty="0" sz="16600" spc="-35" b="1">
                <a:solidFill>
                  <a:srgbClr val="205657"/>
                </a:solidFill>
                <a:latin typeface="宋体"/>
                <a:cs typeface="宋体"/>
              </a:rPr>
              <a:t>02</a:t>
            </a:r>
            <a:endParaRPr sz="166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97028" y="2909912"/>
            <a:ext cx="3473450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0" b="1">
                <a:solidFill>
                  <a:srgbClr val="205657"/>
                </a:solidFill>
                <a:latin typeface="宋体"/>
                <a:cs typeface="宋体"/>
              </a:rPr>
              <a:t>for</a:t>
            </a:r>
            <a:r>
              <a:rPr dirty="0" sz="6000" spc="-45" b="1">
                <a:solidFill>
                  <a:srgbClr val="205657"/>
                </a:solidFill>
                <a:latin typeface="宋体"/>
                <a:cs typeface="宋体"/>
              </a:rPr>
              <a:t> </a:t>
            </a:r>
            <a:r>
              <a:rPr dirty="0" sz="6000" b="1">
                <a:solidFill>
                  <a:srgbClr val="205657"/>
                </a:solidFill>
                <a:latin typeface="宋体"/>
                <a:cs typeface="宋体"/>
              </a:rPr>
              <a:t>循环</a:t>
            </a:r>
            <a:r>
              <a:rPr dirty="0" sz="6000" spc="-25" b="1">
                <a:solidFill>
                  <a:srgbClr val="205657"/>
                </a:solidFill>
                <a:latin typeface="宋体"/>
                <a:cs typeface="宋体"/>
              </a:rPr>
              <a:t> </a:t>
            </a:r>
            <a:endParaRPr sz="6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2"/>
            <a:ext cx="203200" cy="609600"/>
          </a:xfrm>
          <a:custGeom>
            <a:avLst/>
            <a:gdLst/>
            <a:ahLst/>
            <a:cxnLst/>
            <a:rect l="l" t="t" r="r" b="b"/>
            <a:pathLst>
              <a:path w="203200" h="609600">
                <a:moveTo>
                  <a:pt x="0" y="0"/>
                </a:moveTo>
                <a:lnTo>
                  <a:pt x="202692" y="0"/>
                </a:lnTo>
                <a:lnTo>
                  <a:pt x="202692" y="609599"/>
                </a:lnTo>
                <a:lnTo>
                  <a:pt x="0" y="609599"/>
                </a:lnTo>
                <a:lnTo>
                  <a:pt x="0" y="0"/>
                </a:lnTo>
                <a:close/>
              </a:path>
            </a:pathLst>
          </a:custGeom>
          <a:solidFill>
            <a:srgbClr val="20565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1940" y="217411"/>
            <a:ext cx="125095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for</a:t>
            </a:r>
            <a:r>
              <a:rPr dirty="0" sz="2400" spc="-90" b="1">
                <a:solidFill>
                  <a:srgbClr val="2E5B50"/>
                </a:solidFill>
                <a:latin typeface="宋体"/>
                <a:cs typeface="宋体"/>
              </a:rPr>
              <a:t> </a:t>
            </a: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循</a:t>
            </a:r>
            <a:r>
              <a:rPr dirty="0" sz="2400" spc="-10" b="1">
                <a:solidFill>
                  <a:srgbClr val="2E5B50"/>
                </a:solidFill>
                <a:latin typeface="宋体"/>
                <a:cs typeface="宋体"/>
              </a:rPr>
              <a:t>环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10183" y="1258824"/>
            <a:ext cx="10800715" cy="756285"/>
          </a:xfrm>
          <a:custGeom>
            <a:avLst/>
            <a:gdLst/>
            <a:ahLst/>
            <a:cxnLst/>
            <a:rect l="l" t="t" r="r" b="b"/>
            <a:pathLst>
              <a:path w="10800715" h="756285">
                <a:moveTo>
                  <a:pt x="10674096" y="755903"/>
                </a:moveTo>
                <a:lnTo>
                  <a:pt x="126491" y="755903"/>
                </a:lnTo>
                <a:lnTo>
                  <a:pt x="77025" y="745978"/>
                </a:lnTo>
                <a:lnTo>
                  <a:pt x="36780" y="718913"/>
                </a:lnTo>
                <a:lnTo>
                  <a:pt x="9768" y="678721"/>
                </a:lnTo>
                <a:lnTo>
                  <a:pt x="0" y="629412"/>
                </a:lnTo>
                <a:lnTo>
                  <a:pt x="0" y="126491"/>
                </a:lnTo>
                <a:lnTo>
                  <a:pt x="9768" y="77025"/>
                </a:lnTo>
                <a:lnTo>
                  <a:pt x="36780" y="36780"/>
                </a:lnTo>
                <a:lnTo>
                  <a:pt x="77025" y="9768"/>
                </a:lnTo>
                <a:lnTo>
                  <a:pt x="126491" y="0"/>
                </a:lnTo>
                <a:lnTo>
                  <a:pt x="10674096" y="0"/>
                </a:lnTo>
                <a:lnTo>
                  <a:pt x="10722990" y="9768"/>
                </a:lnTo>
                <a:lnTo>
                  <a:pt x="10763045" y="36780"/>
                </a:lnTo>
                <a:lnTo>
                  <a:pt x="10790248" y="77025"/>
                </a:lnTo>
                <a:lnTo>
                  <a:pt x="10800588" y="126491"/>
                </a:lnTo>
                <a:lnTo>
                  <a:pt x="10800588" y="629412"/>
                </a:lnTo>
                <a:lnTo>
                  <a:pt x="10790248" y="678721"/>
                </a:lnTo>
                <a:lnTo>
                  <a:pt x="10763045" y="718913"/>
                </a:lnTo>
                <a:lnTo>
                  <a:pt x="10722990" y="745978"/>
                </a:lnTo>
                <a:lnTo>
                  <a:pt x="10674096" y="755903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20775" y="1484998"/>
            <a:ext cx="574103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for循环：通过遍历序列的每一个元素来实现循环</a:t>
            </a:r>
            <a:r>
              <a:rPr dirty="0" sz="2000" spc="5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10183" y="2363723"/>
            <a:ext cx="5000625" cy="1551940"/>
          </a:xfrm>
          <a:custGeom>
            <a:avLst/>
            <a:gdLst/>
            <a:ahLst/>
            <a:cxnLst/>
            <a:rect l="l" t="t" r="r" b="b"/>
            <a:pathLst>
              <a:path w="5000625" h="1551939">
                <a:moveTo>
                  <a:pt x="4741164" y="1551431"/>
                </a:moveTo>
                <a:lnTo>
                  <a:pt x="259079" y="1551431"/>
                </a:lnTo>
                <a:lnTo>
                  <a:pt x="212561" y="1547470"/>
                </a:lnTo>
                <a:lnTo>
                  <a:pt x="168781" y="1535622"/>
                </a:lnTo>
                <a:lnTo>
                  <a:pt x="128467" y="1516625"/>
                </a:lnTo>
                <a:lnTo>
                  <a:pt x="92344" y="1491218"/>
                </a:lnTo>
                <a:lnTo>
                  <a:pt x="61137" y="1460139"/>
                </a:lnTo>
                <a:lnTo>
                  <a:pt x="35574" y="1424127"/>
                </a:lnTo>
                <a:lnTo>
                  <a:pt x="16379" y="1383920"/>
                </a:lnTo>
                <a:lnTo>
                  <a:pt x="4279" y="1340257"/>
                </a:lnTo>
                <a:lnTo>
                  <a:pt x="0" y="1293876"/>
                </a:lnTo>
                <a:lnTo>
                  <a:pt x="0" y="259080"/>
                </a:lnTo>
                <a:lnTo>
                  <a:pt x="4279" y="212666"/>
                </a:lnTo>
                <a:lnTo>
                  <a:pt x="16379" y="168966"/>
                </a:lnTo>
                <a:lnTo>
                  <a:pt x="35574" y="128704"/>
                </a:lnTo>
                <a:lnTo>
                  <a:pt x="61137" y="92607"/>
                </a:lnTo>
                <a:lnTo>
                  <a:pt x="92344" y="61401"/>
                </a:lnTo>
                <a:lnTo>
                  <a:pt x="128467" y="35811"/>
                </a:lnTo>
                <a:lnTo>
                  <a:pt x="168781" y="16563"/>
                </a:lnTo>
                <a:lnTo>
                  <a:pt x="212561" y="4384"/>
                </a:lnTo>
                <a:lnTo>
                  <a:pt x="259079" y="0"/>
                </a:lnTo>
                <a:lnTo>
                  <a:pt x="4741164" y="0"/>
                </a:lnTo>
                <a:lnTo>
                  <a:pt x="4787833" y="4384"/>
                </a:lnTo>
                <a:lnTo>
                  <a:pt x="4831725" y="16563"/>
                </a:lnTo>
                <a:lnTo>
                  <a:pt x="4872115" y="35811"/>
                </a:lnTo>
                <a:lnTo>
                  <a:pt x="4908276" y="61401"/>
                </a:lnTo>
                <a:lnTo>
                  <a:pt x="4939482" y="92607"/>
                </a:lnTo>
                <a:lnTo>
                  <a:pt x="4965008" y="128704"/>
                </a:lnTo>
                <a:lnTo>
                  <a:pt x="4984128" y="168966"/>
                </a:lnTo>
                <a:lnTo>
                  <a:pt x="4996115" y="212666"/>
                </a:lnTo>
                <a:lnTo>
                  <a:pt x="5000244" y="259080"/>
                </a:lnTo>
                <a:lnTo>
                  <a:pt x="5000244" y="1293876"/>
                </a:lnTo>
                <a:lnTo>
                  <a:pt x="4996115" y="1340257"/>
                </a:lnTo>
                <a:lnTo>
                  <a:pt x="4984128" y="1383920"/>
                </a:lnTo>
                <a:lnTo>
                  <a:pt x="4965008" y="1424127"/>
                </a:lnTo>
                <a:lnTo>
                  <a:pt x="4939482" y="1460139"/>
                </a:lnTo>
                <a:lnTo>
                  <a:pt x="4908276" y="1491218"/>
                </a:lnTo>
                <a:lnTo>
                  <a:pt x="4872115" y="1516625"/>
                </a:lnTo>
                <a:lnTo>
                  <a:pt x="4831725" y="1535622"/>
                </a:lnTo>
                <a:lnTo>
                  <a:pt x="4787833" y="1547470"/>
                </a:lnTo>
                <a:lnTo>
                  <a:pt x="4741164" y="15514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04215" y="2358110"/>
            <a:ext cx="5012690" cy="1562100"/>
          </a:xfrm>
          <a:custGeom>
            <a:avLst/>
            <a:gdLst/>
            <a:ahLst/>
            <a:cxnLst/>
            <a:rect l="l" t="t" r="r" b="b"/>
            <a:pathLst>
              <a:path w="5012690" h="1562100">
                <a:moveTo>
                  <a:pt x="4832731" y="12700"/>
                </a:moveTo>
                <a:lnTo>
                  <a:pt x="179959" y="12700"/>
                </a:lnTo>
                <a:lnTo>
                  <a:pt x="186143" y="0"/>
                </a:lnTo>
                <a:lnTo>
                  <a:pt x="4826546" y="0"/>
                </a:lnTo>
                <a:lnTo>
                  <a:pt x="4832731" y="12700"/>
                </a:lnTo>
                <a:close/>
              </a:path>
              <a:path w="5012690" h="1562100">
                <a:moveTo>
                  <a:pt x="183946" y="25400"/>
                </a:moveTo>
                <a:lnTo>
                  <a:pt x="150063" y="25400"/>
                </a:lnTo>
                <a:lnTo>
                  <a:pt x="161759" y="12700"/>
                </a:lnTo>
                <a:lnTo>
                  <a:pt x="189991" y="12700"/>
                </a:lnTo>
                <a:lnTo>
                  <a:pt x="183946" y="25400"/>
                </a:lnTo>
                <a:close/>
              </a:path>
              <a:path w="5012690" h="1562100">
                <a:moveTo>
                  <a:pt x="4862626" y="25400"/>
                </a:moveTo>
                <a:lnTo>
                  <a:pt x="4828743" y="25400"/>
                </a:lnTo>
                <a:lnTo>
                  <a:pt x="4822698" y="12700"/>
                </a:lnTo>
                <a:lnTo>
                  <a:pt x="4850930" y="12700"/>
                </a:lnTo>
                <a:lnTo>
                  <a:pt x="4862626" y="25400"/>
                </a:lnTo>
                <a:close/>
              </a:path>
              <a:path w="5012690" h="1562100">
                <a:moveTo>
                  <a:pt x="144564" y="38100"/>
                </a:moveTo>
                <a:lnTo>
                  <a:pt x="127546" y="38100"/>
                </a:lnTo>
                <a:lnTo>
                  <a:pt x="138633" y="25400"/>
                </a:lnTo>
                <a:lnTo>
                  <a:pt x="155714" y="25400"/>
                </a:lnTo>
                <a:lnTo>
                  <a:pt x="144564" y="38100"/>
                </a:lnTo>
                <a:close/>
              </a:path>
              <a:path w="5012690" h="1562100">
                <a:moveTo>
                  <a:pt x="4885143" y="38100"/>
                </a:moveTo>
                <a:lnTo>
                  <a:pt x="4868125" y="38100"/>
                </a:lnTo>
                <a:lnTo>
                  <a:pt x="4856975" y="25400"/>
                </a:lnTo>
                <a:lnTo>
                  <a:pt x="4874056" y="25400"/>
                </a:lnTo>
                <a:lnTo>
                  <a:pt x="4885143" y="38100"/>
                </a:lnTo>
                <a:close/>
              </a:path>
              <a:path w="5012690" h="1562100">
                <a:moveTo>
                  <a:pt x="123774" y="50800"/>
                </a:moveTo>
                <a:lnTo>
                  <a:pt x="106413" y="50800"/>
                </a:lnTo>
                <a:lnTo>
                  <a:pt x="116789" y="38100"/>
                </a:lnTo>
                <a:lnTo>
                  <a:pt x="134264" y="38100"/>
                </a:lnTo>
                <a:lnTo>
                  <a:pt x="123774" y="50800"/>
                </a:lnTo>
                <a:close/>
              </a:path>
              <a:path w="5012690" h="1562100">
                <a:moveTo>
                  <a:pt x="4906276" y="50800"/>
                </a:moveTo>
                <a:lnTo>
                  <a:pt x="4888915" y="50800"/>
                </a:lnTo>
                <a:lnTo>
                  <a:pt x="4878425" y="38100"/>
                </a:lnTo>
                <a:lnTo>
                  <a:pt x="4895888" y="38100"/>
                </a:lnTo>
                <a:lnTo>
                  <a:pt x="4906276" y="50800"/>
                </a:lnTo>
                <a:close/>
              </a:path>
              <a:path w="5012690" h="1562100">
                <a:moveTo>
                  <a:pt x="95224" y="76200"/>
                </a:moveTo>
                <a:lnTo>
                  <a:pt x="77597" y="76200"/>
                </a:lnTo>
                <a:lnTo>
                  <a:pt x="86791" y="63500"/>
                </a:lnTo>
                <a:lnTo>
                  <a:pt x="96405" y="50800"/>
                </a:lnTo>
                <a:lnTo>
                  <a:pt x="114134" y="50800"/>
                </a:lnTo>
                <a:lnTo>
                  <a:pt x="104368" y="63500"/>
                </a:lnTo>
                <a:lnTo>
                  <a:pt x="104597" y="63500"/>
                </a:lnTo>
                <a:lnTo>
                  <a:pt x="95224" y="76200"/>
                </a:lnTo>
                <a:close/>
              </a:path>
              <a:path w="5012690" h="1562100">
                <a:moveTo>
                  <a:pt x="4935093" y="76200"/>
                </a:moveTo>
                <a:lnTo>
                  <a:pt x="4917465" y="76200"/>
                </a:lnTo>
                <a:lnTo>
                  <a:pt x="4908092" y="63500"/>
                </a:lnTo>
                <a:lnTo>
                  <a:pt x="4908321" y="63500"/>
                </a:lnTo>
                <a:lnTo>
                  <a:pt x="4898555" y="50800"/>
                </a:lnTo>
                <a:lnTo>
                  <a:pt x="4916284" y="50800"/>
                </a:lnTo>
                <a:lnTo>
                  <a:pt x="4925898" y="63500"/>
                </a:lnTo>
                <a:lnTo>
                  <a:pt x="4935093" y="76200"/>
                </a:lnTo>
                <a:close/>
              </a:path>
              <a:path w="5012690" h="1562100">
                <a:moveTo>
                  <a:pt x="49123" y="127000"/>
                </a:moveTo>
                <a:lnTo>
                  <a:pt x="38353" y="127000"/>
                </a:lnTo>
                <a:lnTo>
                  <a:pt x="45250" y="114300"/>
                </a:lnTo>
                <a:lnTo>
                  <a:pt x="52628" y="101600"/>
                </a:lnTo>
                <a:lnTo>
                  <a:pt x="60490" y="88900"/>
                </a:lnTo>
                <a:lnTo>
                  <a:pt x="68821" y="76200"/>
                </a:lnTo>
                <a:lnTo>
                  <a:pt x="86677" y="76200"/>
                </a:lnTo>
                <a:lnTo>
                  <a:pt x="78117" y="88900"/>
                </a:lnTo>
                <a:lnTo>
                  <a:pt x="78320" y="88900"/>
                </a:lnTo>
                <a:lnTo>
                  <a:pt x="70192" y="101600"/>
                </a:lnTo>
                <a:lnTo>
                  <a:pt x="62890" y="101600"/>
                </a:lnTo>
                <a:lnTo>
                  <a:pt x="55689" y="114300"/>
                </a:lnTo>
                <a:lnTo>
                  <a:pt x="55854" y="114300"/>
                </a:lnTo>
                <a:lnTo>
                  <a:pt x="49123" y="127000"/>
                </a:lnTo>
                <a:close/>
              </a:path>
              <a:path w="5012690" h="1562100">
                <a:moveTo>
                  <a:pt x="4974336" y="127000"/>
                </a:moveTo>
                <a:lnTo>
                  <a:pt x="4963553" y="127000"/>
                </a:lnTo>
                <a:lnTo>
                  <a:pt x="4956835" y="114300"/>
                </a:lnTo>
                <a:lnTo>
                  <a:pt x="4957000" y="114300"/>
                </a:lnTo>
                <a:lnTo>
                  <a:pt x="4949799" y="101600"/>
                </a:lnTo>
                <a:lnTo>
                  <a:pt x="4942497" y="101600"/>
                </a:lnTo>
                <a:lnTo>
                  <a:pt x="4934369" y="88900"/>
                </a:lnTo>
                <a:lnTo>
                  <a:pt x="4934572" y="88900"/>
                </a:lnTo>
                <a:lnTo>
                  <a:pt x="4926012" y="76200"/>
                </a:lnTo>
                <a:lnTo>
                  <a:pt x="4943868" y="76200"/>
                </a:lnTo>
                <a:lnTo>
                  <a:pt x="4952199" y="88900"/>
                </a:lnTo>
                <a:lnTo>
                  <a:pt x="4960061" y="101600"/>
                </a:lnTo>
                <a:lnTo>
                  <a:pt x="4967439" y="114300"/>
                </a:lnTo>
                <a:lnTo>
                  <a:pt x="4974336" y="127000"/>
                </a:lnTo>
                <a:close/>
              </a:path>
              <a:path w="5012690" h="1562100">
                <a:moveTo>
                  <a:pt x="32461" y="165100"/>
                </a:moveTo>
                <a:lnTo>
                  <a:pt x="18376" y="165100"/>
                </a:lnTo>
                <a:lnTo>
                  <a:pt x="20840" y="152400"/>
                </a:lnTo>
                <a:lnTo>
                  <a:pt x="26123" y="139700"/>
                </a:lnTo>
                <a:lnTo>
                  <a:pt x="31978" y="127000"/>
                </a:lnTo>
                <a:lnTo>
                  <a:pt x="49288" y="127000"/>
                </a:lnTo>
                <a:lnTo>
                  <a:pt x="43065" y="139700"/>
                </a:lnTo>
                <a:lnTo>
                  <a:pt x="43205" y="139700"/>
                </a:lnTo>
                <a:lnTo>
                  <a:pt x="37503" y="152400"/>
                </a:lnTo>
                <a:lnTo>
                  <a:pt x="32461" y="165100"/>
                </a:lnTo>
                <a:close/>
              </a:path>
              <a:path w="5012690" h="1562100">
                <a:moveTo>
                  <a:pt x="4994313" y="165100"/>
                </a:moveTo>
                <a:lnTo>
                  <a:pt x="4980228" y="165100"/>
                </a:lnTo>
                <a:lnTo>
                  <a:pt x="4975059" y="152400"/>
                </a:lnTo>
                <a:lnTo>
                  <a:pt x="4969484" y="139700"/>
                </a:lnTo>
                <a:lnTo>
                  <a:pt x="4969624" y="139700"/>
                </a:lnTo>
                <a:lnTo>
                  <a:pt x="4963401" y="127000"/>
                </a:lnTo>
                <a:lnTo>
                  <a:pt x="4980711" y="127000"/>
                </a:lnTo>
                <a:lnTo>
                  <a:pt x="4986566" y="139700"/>
                </a:lnTo>
                <a:lnTo>
                  <a:pt x="4991849" y="152400"/>
                </a:lnTo>
                <a:lnTo>
                  <a:pt x="4994313" y="165100"/>
                </a:lnTo>
                <a:close/>
              </a:path>
              <a:path w="5012690" h="1562100">
                <a:moveTo>
                  <a:pt x="27978" y="177800"/>
                </a:moveTo>
                <a:lnTo>
                  <a:pt x="13919" y="177800"/>
                </a:lnTo>
                <a:lnTo>
                  <a:pt x="16078" y="165100"/>
                </a:lnTo>
                <a:lnTo>
                  <a:pt x="30225" y="165100"/>
                </a:lnTo>
                <a:lnTo>
                  <a:pt x="27978" y="177800"/>
                </a:lnTo>
                <a:close/>
              </a:path>
              <a:path w="5012690" h="1562100">
                <a:moveTo>
                  <a:pt x="4998770" y="177800"/>
                </a:moveTo>
                <a:lnTo>
                  <a:pt x="4984711" y="177800"/>
                </a:lnTo>
                <a:lnTo>
                  <a:pt x="4982464" y="165100"/>
                </a:lnTo>
                <a:lnTo>
                  <a:pt x="4996611" y="165100"/>
                </a:lnTo>
                <a:lnTo>
                  <a:pt x="4998770" y="177800"/>
                </a:lnTo>
                <a:close/>
              </a:path>
              <a:path w="5012690" h="1562100">
                <a:moveTo>
                  <a:pt x="22250" y="190500"/>
                </a:moveTo>
                <a:lnTo>
                  <a:pt x="10045" y="190500"/>
                </a:lnTo>
                <a:lnTo>
                  <a:pt x="11912" y="177800"/>
                </a:lnTo>
                <a:lnTo>
                  <a:pt x="24066" y="177800"/>
                </a:lnTo>
                <a:lnTo>
                  <a:pt x="22250" y="190500"/>
                </a:lnTo>
                <a:close/>
              </a:path>
              <a:path w="5012690" h="1562100">
                <a:moveTo>
                  <a:pt x="5002644" y="190500"/>
                </a:moveTo>
                <a:lnTo>
                  <a:pt x="4990439" y="190500"/>
                </a:lnTo>
                <a:lnTo>
                  <a:pt x="4988623" y="177800"/>
                </a:lnTo>
                <a:lnTo>
                  <a:pt x="5000777" y="177800"/>
                </a:lnTo>
                <a:lnTo>
                  <a:pt x="5002644" y="190500"/>
                </a:lnTo>
                <a:close/>
              </a:path>
              <a:path w="5012690" h="1562100">
                <a:moveTo>
                  <a:pt x="19138" y="203200"/>
                </a:moveTo>
                <a:lnTo>
                  <a:pt x="6781" y="203200"/>
                </a:lnTo>
                <a:lnTo>
                  <a:pt x="8343" y="190500"/>
                </a:lnTo>
                <a:lnTo>
                  <a:pt x="20662" y="190500"/>
                </a:lnTo>
                <a:lnTo>
                  <a:pt x="19138" y="203200"/>
                </a:lnTo>
                <a:close/>
              </a:path>
              <a:path w="5012690" h="1562100">
                <a:moveTo>
                  <a:pt x="5005908" y="203200"/>
                </a:moveTo>
                <a:lnTo>
                  <a:pt x="4993551" y="203200"/>
                </a:lnTo>
                <a:lnTo>
                  <a:pt x="4992027" y="190500"/>
                </a:lnTo>
                <a:lnTo>
                  <a:pt x="5004346" y="190500"/>
                </a:lnTo>
                <a:lnTo>
                  <a:pt x="5005908" y="203200"/>
                </a:lnTo>
                <a:close/>
              </a:path>
              <a:path w="5012690" h="1562100">
                <a:moveTo>
                  <a:pt x="16624" y="215900"/>
                </a:moveTo>
                <a:lnTo>
                  <a:pt x="4140" y="215900"/>
                </a:lnTo>
                <a:lnTo>
                  <a:pt x="5384" y="203200"/>
                </a:lnTo>
                <a:lnTo>
                  <a:pt x="17843" y="203200"/>
                </a:lnTo>
                <a:lnTo>
                  <a:pt x="16624" y="215900"/>
                </a:lnTo>
                <a:close/>
              </a:path>
              <a:path w="5012690" h="1562100">
                <a:moveTo>
                  <a:pt x="5008549" y="215900"/>
                </a:moveTo>
                <a:lnTo>
                  <a:pt x="4996065" y="215900"/>
                </a:lnTo>
                <a:lnTo>
                  <a:pt x="4994846" y="203200"/>
                </a:lnTo>
                <a:lnTo>
                  <a:pt x="5007305" y="203200"/>
                </a:lnTo>
                <a:lnTo>
                  <a:pt x="5008549" y="215900"/>
                </a:lnTo>
                <a:close/>
              </a:path>
              <a:path w="5012690" h="1562100">
                <a:moveTo>
                  <a:pt x="14719" y="228600"/>
                </a:moveTo>
                <a:lnTo>
                  <a:pt x="2133" y="228600"/>
                </a:lnTo>
                <a:lnTo>
                  <a:pt x="3047" y="215900"/>
                </a:lnTo>
                <a:lnTo>
                  <a:pt x="15620" y="215900"/>
                </a:lnTo>
                <a:lnTo>
                  <a:pt x="14719" y="228600"/>
                </a:lnTo>
                <a:close/>
              </a:path>
              <a:path w="5012690" h="1562100">
                <a:moveTo>
                  <a:pt x="5010556" y="228600"/>
                </a:moveTo>
                <a:lnTo>
                  <a:pt x="4997970" y="228600"/>
                </a:lnTo>
                <a:lnTo>
                  <a:pt x="4997069" y="215900"/>
                </a:lnTo>
                <a:lnTo>
                  <a:pt x="5009642" y="215900"/>
                </a:lnTo>
                <a:lnTo>
                  <a:pt x="5010556" y="228600"/>
                </a:lnTo>
                <a:close/>
              </a:path>
              <a:path w="5012690" h="1562100">
                <a:moveTo>
                  <a:pt x="13423" y="241300"/>
                </a:moveTo>
                <a:lnTo>
                  <a:pt x="774" y="241300"/>
                </a:lnTo>
                <a:lnTo>
                  <a:pt x="1371" y="228600"/>
                </a:lnTo>
                <a:lnTo>
                  <a:pt x="14008" y="228600"/>
                </a:lnTo>
                <a:lnTo>
                  <a:pt x="13423" y="241300"/>
                </a:lnTo>
                <a:close/>
              </a:path>
              <a:path w="5012690" h="1562100">
                <a:moveTo>
                  <a:pt x="5011915" y="241300"/>
                </a:moveTo>
                <a:lnTo>
                  <a:pt x="4999266" y="241300"/>
                </a:lnTo>
                <a:lnTo>
                  <a:pt x="4998681" y="228600"/>
                </a:lnTo>
                <a:lnTo>
                  <a:pt x="5011318" y="228600"/>
                </a:lnTo>
                <a:lnTo>
                  <a:pt x="5011915" y="241300"/>
                </a:lnTo>
                <a:close/>
              </a:path>
              <a:path w="5012690" h="1562100">
                <a:moveTo>
                  <a:pt x="12776" y="254000"/>
                </a:moveTo>
                <a:lnTo>
                  <a:pt x="88" y="254000"/>
                </a:lnTo>
                <a:lnTo>
                  <a:pt x="342" y="241300"/>
                </a:lnTo>
                <a:lnTo>
                  <a:pt x="13030" y="241300"/>
                </a:lnTo>
                <a:lnTo>
                  <a:pt x="12776" y="254000"/>
                </a:lnTo>
                <a:close/>
              </a:path>
              <a:path w="5012690" h="1562100">
                <a:moveTo>
                  <a:pt x="5012601" y="254000"/>
                </a:moveTo>
                <a:lnTo>
                  <a:pt x="4999913" y="254000"/>
                </a:lnTo>
                <a:lnTo>
                  <a:pt x="4999659" y="241300"/>
                </a:lnTo>
                <a:lnTo>
                  <a:pt x="5012347" y="241300"/>
                </a:lnTo>
                <a:lnTo>
                  <a:pt x="5012601" y="254000"/>
                </a:lnTo>
                <a:close/>
              </a:path>
              <a:path w="5012690" h="1562100">
                <a:moveTo>
                  <a:pt x="12700" y="1295400"/>
                </a:moveTo>
                <a:lnTo>
                  <a:pt x="0" y="1295400"/>
                </a:lnTo>
                <a:lnTo>
                  <a:pt x="0" y="254000"/>
                </a:lnTo>
                <a:lnTo>
                  <a:pt x="12700" y="254000"/>
                </a:lnTo>
                <a:lnTo>
                  <a:pt x="12700" y="1295400"/>
                </a:lnTo>
                <a:close/>
              </a:path>
              <a:path w="5012690" h="1562100">
                <a:moveTo>
                  <a:pt x="5012690" y="1295400"/>
                </a:moveTo>
                <a:lnTo>
                  <a:pt x="4999990" y="1295400"/>
                </a:lnTo>
                <a:lnTo>
                  <a:pt x="4999990" y="254000"/>
                </a:lnTo>
                <a:lnTo>
                  <a:pt x="5012690" y="254000"/>
                </a:lnTo>
                <a:lnTo>
                  <a:pt x="5012690" y="1295400"/>
                </a:lnTo>
                <a:close/>
              </a:path>
              <a:path w="5012690" h="1562100">
                <a:moveTo>
                  <a:pt x="13030" y="1308100"/>
                </a:moveTo>
                <a:lnTo>
                  <a:pt x="342" y="1308100"/>
                </a:lnTo>
                <a:lnTo>
                  <a:pt x="88" y="1295400"/>
                </a:lnTo>
                <a:lnTo>
                  <a:pt x="12776" y="1295400"/>
                </a:lnTo>
                <a:lnTo>
                  <a:pt x="13030" y="1308100"/>
                </a:lnTo>
                <a:close/>
              </a:path>
              <a:path w="5012690" h="1562100">
                <a:moveTo>
                  <a:pt x="5012347" y="1308100"/>
                </a:moveTo>
                <a:lnTo>
                  <a:pt x="4999659" y="1308100"/>
                </a:lnTo>
                <a:lnTo>
                  <a:pt x="4999913" y="1295400"/>
                </a:lnTo>
                <a:lnTo>
                  <a:pt x="5012601" y="1295400"/>
                </a:lnTo>
                <a:lnTo>
                  <a:pt x="5012347" y="1308100"/>
                </a:lnTo>
                <a:close/>
              </a:path>
              <a:path w="5012690" h="1562100">
                <a:moveTo>
                  <a:pt x="14008" y="1320800"/>
                </a:moveTo>
                <a:lnTo>
                  <a:pt x="1371" y="1320800"/>
                </a:lnTo>
                <a:lnTo>
                  <a:pt x="774" y="1308100"/>
                </a:lnTo>
                <a:lnTo>
                  <a:pt x="13423" y="1308100"/>
                </a:lnTo>
                <a:lnTo>
                  <a:pt x="14008" y="1320800"/>
                </a:lnTo>
                <a:close/>
              </a:path>
              <a:path w="5012690" h="1562100">
                <a:moveTo>
                  <a:pt x="5011318" y="1320800"/>
                </a:moveTo>
                <a:lnTo>
                  <a:pt x="4998681" y="1320800"/>
                </a:lnTo>
                <a:lnTo>
                  <a:pt x="4999266" y="1308100"/>
                </a:lnTo>
                <a:lnTo>
                  <a:pt x="5011915" y="1308100"/>
                </a:lnTo>
                <a:lnTo>
                  <a:pt x="5011318" y="1320800"/>
                </a:lnTo>
                <a:close/>
              </a:path>
              <a:path w="5012690" h="1562100">
                <a:moveTo>
                  <a:pt x="15620" y="1333500"/>
                </a:moveTo>
                <a:lnTo>
                  <a:pt x="3047" y="1333500"/>
                </a:lnTo>
                <a:lnTo>
                  <a:pt x="2133" y="1320800"/>
                </a:lnTo>
                <a:lnTo>
                  <a:pt x="14719" y="1320800"/>
                </a:lnTo>
                <a:lnTo>
                  <a:pt x="15620" y="1333500"/>
                </a:lnTo>
                <a:close/>
              </a:path>
              <a:path w="5012690" h="1562100">
                <a:moveTo>
                  <a:pt x="5009642" y="1333500"/>
                </a:moveTo>
                <a:lnTo>
                  <a:pt x="4997069" y="1333500"/>
                </a:lnTo>
                <a:lnTo>
                  <a:pt x="4997970" y="1320800"/>
                </a:lnTo>
                <a:lnTo>
                  <a:pt x="5010556" y="1320800"/>
                </a:lnTo>
                <a:lnTo>
                  <a:pt x="5009642" y="1333500"/>
                </a:lnTo>
                <a:close/>
              </a:path>
              <a:path w="5012690" h="1562100">
                <a:moveTo>
                  <a:pt x="20662" y="1358900"/>
                </a:moveTo>
                <a:lnTo>
                  <a:pt x="6781" y="1358900"/>
                </a:lnTo>
                <a:lnTo>
                  <a:pt x="5384" y="1346200"/>
                </a:lnTo>
                <a:lnTo>
                  <a:pt x="4140" y="1333500"/>
                </a:lnTo>
                <a:lnTo>
                  <a:pt x="16624" y="1333500"/>
                </a:lnTo>
                <a:lnTo>
                  <a:pt x="17843" y="1346200"/>
                </a:lnTo>
                <a:lnTo>
                  <a:pt x="19138" y="1346200"/>
                </a:lnTo>
                <a:lnTo>
                  <a:pt x="20662" y="1358900"/>
                </a:lnTo>
                <a:close/>
              </a:path>
              <a:path w="5012690" h="1562100">
                <a:moveTo>
                  <a:pt x="5005908" y="1358900"/>
                </a:moveTo>
                <a:lnTo>
                  <a:pt x="4992027" y="1358900"/>
                </a:lnTo>
                <a:lnTo>
                  <a:pt x="4993551" y="1346200"/>
                </a:lnTo>
                <a:lnTo>
                  <a:pt x="4994846" y="1346200"/>
                </a:lnTo>
                <a:lnTo>
                  <a:pt x="4996065" y="1333500"/>
                </a:lnTo>
                <a:lnTo>
                  <a:pt x="5008549" y="1333500"/>
                </a:lnTo>
                <a:lnTo>
                  <a:pt x="5007305" y="1346200"/>
                </a:lnTo>
                <a:lnTo>
                  <a:pt x="5005908" y="1358900"/>
                </a:lnTo>
                <a:close/>
              </a:path>
              <a:path w="5012690" h="1562100">
                <a:moveTo>
                  <a:pt x="24066" y="1371600"/>
                </a:moveTo>
                <a:lnTo>
                  <a:pt x="10045" y="1371600"/>
                </a:lnTo>
                <a:lnTo>
                  <a:pt x="8343" y="1358900"/>
                </a:lnTo>
                <a:lnTo>
                  <a:pt x="22250" y="1358900"/>
                </a:lnTo>
                <a:lnTo>
                  <a:pt x="24066" y="1371600"/>
                </a:lnTo>
                <a:close/>
              </a:path>
              <a:path w="5012690" h="1562100">
                <a:moveTo>
                  <a:pt x="5002644" y="1371600"/>
                </a:moveTo>
                <a:lnTo>
                  <a:pt x="4988623" y="1371600"/>
                </a:lnTo>
                <a:lnTo>
                  <a:pt x="4990439" y="1358900"/>
                </a:lnTo>
                <a:lnTo>
                  <a:pt x="5004346" y="1358900"/>
                </a:lnTo>
                <a:lnTo>
                  <a:pt x="5002644" y="1371600"/>
                </a:lnTo>
                <a:close/>
              </a:path>
              <a:path w="5012690" h="1562100">
                <a:moveTo>
                  <a:pt x="28028" y="1384300"/>
                </a:moveTo>
                <a:lnTo>
                  <a:pt x="16078" y="1384300"/>
                </a:lnTo>
                <a:lnTo>
                  <a:pt x="13919" y="1371600"/>
                </a:lnTo>
                <a:lnTo>
                  <a:pt x="25920" y="1371600"/>
                </a:lnTo>
                <a:lnTo>
                  <a:pt x="28028" y="1384300"/>
                </a:lnTo>
                <a:close/>
              </a:path>
              <a:path w="5012690" h="1562100">
                <a:moveTo>
                  <a:pt x="4996611" y="1384300"/>
                </a:moveTo>
                <a:lnTo>
                  <a:pt x="4984661" y="1384300"/>
                </a:lnTo>
                <a:lnTo>
                  <a:pt x="4986769" y="1371600"/>
                </a:lnTo>
                <a:lnTo>
                  <a:pt x="4998770" y="1371600"/>
                </a:lnTo>
                <a:lnTo>
                  <a:pt x="4996611" y="1384300"/>
                </a:lnTo>
                <a:close/>
              </a:path>
              <a:path w="5012690" h="1562100">
                <a:moveTo>
                  <a:pt x="55854" y="1435100"/>
                </a:moveTo>
                <a:lnTo>
                  <a:pt x="38353" y="1435100"/>
                </a:lnTo>
                <a:lnTo>
                  <a:pt x="31978" y="1422400"/>
                </a:lnTo>
                <a:lnTo>
                  <a:pt x="26123" y="1409700"/>
                </a:lnTo>
                <a:lnTo>
                  <a:pt x="20840" y="1397000"/>
                </a:lnTo>
                <a:lnTo>
                  <a:pt x="18376" y="1384300"/>
                </a:lnTo>
                <a:lnTo>
                  <a:pt x="30162" y="1384300"/>
                </a:lnTo>
                <a:lnTo>
                  <a:pt x="32550" y="1397000"/>
                </a:lnTo>
                <a:lnTo>
                  <a:pt x="37503" y="1397000"/>
                </a:lnTo>
                <a:lnTo>
                  <a:pt x="43205" y="1409700"/>
                </a:lnTo>
                <a:lnTo>
                  <a:pt x="43065" y="1409700"/>
                </a:lnTo>
                <a:lnTo>
                  <a:pt x="49288" y="1422400"/>
                </a:lnTo>
                <a:lnTo>
                  <a:pt x="49123" y="1422400"/>
                </a:lnTo>
                <a:lnTo>
                  <a:pt x="55854" y="1435100"/>
                </a:lnTo>
                <a:close/>
              </a:path>
              <a:path w="5012690" h="1562100">
                <a:moveTo>
                  <a:pt x="4974336" y="1435100"/>
                </a:moveTo>
                <a:lnTo>
                  <a:pt x="4956835" y="1435100"/>
                </a:lnTo>
                <a:lnTo>
                  <a:pt x="4963553" y="1422400"/>
                </a:lnTo>
                <a:lnTo>
                  <a:pt x="4963401" y="1422400"/>
                </a:lnTo>
                <a:lnTo>
                  <a:pt x="4969624" y="1409700"/>
                </a:lnTo>
                <a:lnTo>
                  <a:pt x="4969484" y="1409700"/>
                </a:lnTo>
                <a:lnTo>
                  <a:pt x="4975186" y="1397000"/>
                </a:lnTo>
                <a:lnTo>
                  <a:pt x="4980139" y="1397000"/>
                </a:lnTo>
                <a:lnTo>
                  <a:pt x="4982527" y="1384300"/>
                </a:lnTo>
                <a:lnTo>
                  <a:pt x="4994313" y="1384300"/>
                </a:lnTo>
                <a:lnTo>
                  <a:pt x="4991849" y="1397000"/>
                </a:lnTo>
                <a:lnTo>
                  <a:pt x="4986566" y="1409700"/>
                </a:lnTo>
                <a:lnTo>
                  <a:pt x="4980711" y="1422400"/>
                </a:lnTo>
                <a:lnTo>
                  <a:pt x="4974336" y="1435100"/>
                </a:lnTo>
                <a:close/>
              </a:path>
              <a:path w="5012690" h="1562100">
                <a:moveTo>
                  <a:pt x="95440" y="1485900"/>
                </a:moveTo>
                <a:lnTo>
                  <a:pt x="77597" y="1485900"/>
                </a:lnTo>
                <a:lnTo>
                  <a:pt x="68821" y="1473200"/>
                </a:lnTo>
                <a:lnTo>
                  <a:pt x="60490" y="1460500"/>
                </a:lnTo>
                <a:lnTo>
                  <a:pt x="52628" y="1447800"/>
                </a:lnTo>
                <a:lnTo>
                  <a:pt x="45250" y="1435100"/>
                </a:lnTo>
                <a:lnTo>
                  <a:pt x="55689" y="1435100"/>
                </a:lnTo>
                <a:lnTo>
                  <a:pt x="62890" y="1447800"/>
                </a:lnTo>
                <a:lnTo>
                  <a:pt x="70192" y="1447800"/>
                </a:lnTo>
                <a:lnTo>
                  <a:pt x="78320" y="1460500"/>
                </a:lnTo>
                <a:lnTo>
                  <a:pt x="78117" y="1460500"/>
                </a:lnTo>
                <a:lnTo>
                  <a:pt x="86677" y="1473200"/>
                </a:lnTo>
                <a:lnTo>
                  <a:pt x="86461" y="1473200"/>
                </a:lnTo>
                <a:lnTo>
                  <a:pt x="95440" y="1485900"/>
                </a:lnTo>
                <a:close/>
              </a:path>
              <a:path w="5012690" h="1562100">
                <a:moveTo>
                  <a:pt x="4935093" y="1485900"/>
                </a:moveTo>
                <a:lnTo>
                  <a:pt x="4917249" y="1485900"/>
                </a:lnTo>
                <a:lnTo>
                  <a:pt x="4926228" y="1473200"/>
                </a:lnTo>
                <a:lnTo>
                  <a:pt x="4926012" y="1473200"/>
                </a:lnTo>
                <a:lnTo>
                  <a:pt x="4934572" y="1460500"/>
                </a:lnTo>
                <a:lnTo>
                  <a:pt x="4934369" y="1460500"/>
                </a:lnTo>
                <a:lnTo>
                  <a:pt x="4942497" y="1447800"/>
                </a:lnTo>
                <a:lnTo>
                  <a:pt x="4949799" y="1447800"/>
                </a:lnTo>
                <a:lnTo>
                  <a:pt x="4957000" y="1435100"/>
                </a:lnTo>
                <a:lnTo>
                  <a:pt x="4967439" y="1435100"/>
                </a:lnTo>
                <a:lnTo>
                  <a:pt x="4960061" y="1447800"/>
                </a:lnTo>
                <a:lnTo>
                  <a:pt x="4952199" y="1460500"/>
                </a:lnTo>
                <a:lnTo>
                  <a:pt x="4943868" y="1473200"/>
                </a:lnTo>
                <a:lnTo>
                  <a:pt x="4935093" y="1485900"/>
                </a:lnTo>
                <a:close/>
              </a:path>
              <a:path w="5012690" h="1562100">
                <a:moveTo>
                  <a:pt x="104597" y="1485900"/>
                </a:moveTo>
                <a:lnTo>
                  <a:pt x="95440" y="1485900"/>
                </a:lnTo>
                <a:lnTo>
                  <a:pt x="95224" y="1473200"/>
                </a:lnTo>
                <a:lnTo>
                  <a:pt x="104597" y="1485900"/>
                </a:lnTo>
                <a:close/>
              </a:path>
              <a:path w="5012690" h="1562100">
                <a:moveTo>
                  <a:pt x="4917249" y="1485900"/>
                </a:moveTo>
                <a:lnTo>
                  <a:pt x="4908092" y="1485900"/>
                </a:lnTo>
                <a:lnTo>
                  <a:pt x="4917465" y="1473200"/>
                </a:lnTo>
                <a:lnTo>
                  <a:pt x="4917249" y="1485900"/>
                </a:lnTo>
                <a:close/>
              </a:path>
              <a:path w="5012690" h="1562100">
                <a:moveTo>
                  <a:pt x="134264" y="1511300"/>
                </a:moveTo>
                <a:lnTo>
                  <a:pt x="106413" y="1511300"/>
                </a:lnTo>
                <a:lnTo>
                  <a:pt x="96405" y="1498600"/>
                </a:lnTo>
                <a:lnTo>
                  <a:pt x="86791" y="1485900"/>
                </a:lnTo>
                <a:lnTo>
                  <a:pt x="104368" y="1485900"/>
                </a:lnTo>
                <a:lnTo>
                  <a:pt x="114134" y="1498600"/>
                </a:lnTo>
                <a:lnTo>
                  <a:pt x="123774" y="1498600"/>
                </a:lnTo>
                <a:lnTo>
                  <a:pt x="134264" y="1511300"/>
                </a:lnTo>
                <a:close/>
              </a:path>
              <a:path w="5012690" h="1562100">
                <a:moveTo>
                  <a:pt x="4906276" y="1511300"/>
                </a:moveTo>
                <a:lnTo>
                  <a:pt x="4878425" y="1511300"/>
                </a:lnTo>
                <a:lnTo>
                  <a:pt x="4888915" y="1498600"/>
                </a:lnTo>
                <a:lnTo>
                  <a:pt x="4898555" y="1498600"/>
                </a:lnTo>
                <a:lnTo>
                  <a:pt x="4908321" y="1485900"/>
                </a:lnTo>
                <a:lnTo>
                  <a:pt x="4925898" y="1485900"/>
                </a:lnTo>
                <a:lnTo>
                  <a:pt x="4916284" y="1498600"/>
                </a:lnTo>
                <a:lnTo>
                  <a:pt x="4906276" y="1511300"/>
                </a:lnTo>
                <a:close/>
              </a:path>
              <a:path w="5012690" h="1562100">
                <a:moveTo>
                  <a:pt x="155714" y="1524000"/>
                </a:moveTo>
                <a:lnTo>
                  <a:pt x="127546" y="1524000"/>
                </a:lnTo>
                <a:lnTo>
                  <a:pt x="116789" y="1511300"/>
                </a:lnTo>
                <a:lnTo>
                  <a:pt x="144564" y="1511300"/>
                </a:lnTo>
                <a:lnTo>
                  <a:pt x="155714" y="1524000"/>
                </a:lnTo>
                <a:close/>
              </a:path>
              <a:path w="5012690" h="1562100">
                <a:moveTo>
                  <a:pt x="4885143" y="1524000"/>
                </a:moveTo>
                <a:lnTo>
                  <a:pt x="4856975" y="1524000"/>
                </a:lnTo>
                <a:lnTo>
                  <a:pt x="4868125" y="1511300"/>
                </a:lnTo>
                <a:lnTo>
                  <a:pt x="4895888" y="1511300"/>
                </a:lnTo>
                <a:lnTo>
                  <a:pt x="4885143" y="1524000"/>
                </a:lnTo>
                <a:close/>
              </a:path>
              <a:path w="5012690" h="1562100">
                <a:moveTo>
                  <a:pt x="184099" y="1536700"/>
                </a:moveTo>
                <a:lnTo>
                  <a:pt x="150063" y="1536700"/>
                </a:lnTo>
                <a:lnTo>
                  <a:pt x="138633" y="1524000"/>
                </a:lnTo>
                <a:lnTo>
                  <a:pt x="178130" y="1524000"/>
                </a:lnTo>
                <a:lnTo>
                  <a:pt x="184099" y="1536700"/>
                </a:lnTo>
                <a:close/>
              </a:path>
              <a:path w="5012690" h="1562100">
                <a:moveTo>
                  <a:pt x="4862626" y="1536700"/>
                </a:moveTo>
                <a:lnTo>
                  <a:pt x="4828590" y="1536700"/>
                </a:lnTo>
                <a:lnTo>
                  <a:pt x="4834559" y="1524000"/>
                </a:lnTo>
                <a:lnTo>
                  <a:pt x="4874056" y="1524000"/>
                </a:lnTo>
                <a:lnTo>
                  <a:pt x="4862626" y="1536700"/>
                </a:lnTo>
                <a:close/>
              </a:path>
              <a:path w="5012690" h="1562100">
                <a:moveTo>
                  <a:pt x="239204" y="1549400"/>
                </a:moveTo>
                <a:lnTo>
                  <a:pt x="179959" y="1549400"/>
                </a:lnTo>
                <a:lnTo>
                  <a:pt x="173824" y="1536700"/>
                </a:lnTo>
                <a:lnTo>
                  <a:pt x="232702" y="1536700"/>
                </a:lnTo>
                <a:lnTo>
                  <a:pt x="239204" y="1549400"/>
                </a:lnTo>
                <a:close/>
              </a:path>
              <a:path w="5012690" h="1562100">
                <a:moveTo>
                  <a:pt x="4832731" y="1549400"/>
                </a:moveTo>
                <a:lnTo>
                  <a:pt x="4773485" y="1549400"/>
                </a:lnTo>
                <a:lnTo>
                  <a:pt x="4779975" y="1536700"/>
                </a:lnTo>
                <a:lnTo>
                  <a:pt x="4838852" y="1536700"/>
                </a:lnTo>
                <a:lnTo>
                  <a:pt x="4832731" y="1549400"/>
                </a:lnTo>
                <a:close/>
              </a:path>
              <a:path w="5012690" h="1562100">
                <a:moveTo>
                  <a:pt x="4774844" y="1562100"/>
                </a:moveTo>
                <a:lnTo>
                  <a:pt x="237845" y="1562100"/>
                </a:lnTo>
                <a:lnTo>
                  <a:pt x="231190" y="1549400"/>
                </a:lnTo>
                <a:lnTo>
                  <a:pt x="4781499" y="1549400"/>
                </a:lnTo>
                <a:lnTo>
                  <a:pt x="4774844" y="1562100"/>
                </a:lnTo>
                <a:close/>
              </a:path>
            </a:pathLst>
          </a:custGeom>
          <a:solidFill>
            <a:srgbClr val="293E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120775" y="2468994"/>
            <a:ext cx="3232150" cy="1259840"/>
          </a:xfrm>
          <a:prstGeom prst="rect">
            <a:avLst/>
          </a:prstGeom>
        </p:spPr>
        <p:txBody>
          <a:bodyPr wrap="square" lIns="0" tIns="1498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dirty="0" sz="1800" b="1">
                <a:latin typeface="宋体"/>
                <a:cs typeface="宋体"/>
              </a:rPr>
              <a:t>for循环标准写法</a:t>
            </a:r>
            <a:r>
              <a:rPr dirty="0" sz="1800" spc="-10" b="1">
                <a:latin typeface="宋体"/>
                <a:cs typeface="宋体"/>
              </a:rPr>
              <a:t>：</a:t>
            </a:r>
            <a:endParaRPr sz="1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dirty="0" sz="1800" b="1">
                <a:latin typeface="宋体"/>
                <a:cs typeface="宋体"/>
              </a:rPr>
              <a:t>for</a:t>
            </a:r>
            <a:r>
              <a:rPr dirty="0" sz="1800" spc="-40" b="1">
                <a:latin typeface="宋体"/>
                <a:cs typeface="宋体"/>
              </a:rPr>
              <a:t> </a:t>
            </a:r>
            <a:r>
              <a:rPr dirty="0" sz="1800">
                <a:latin typeface="宋体"/>
                <a:cs typeface="宋体"/>
              </a:rPr>
              <a:t>临时变量</a:t>
            </a:r>
            <a:r>
              <a:rPr dirty="0" sz="1800" spc="-25">
                <a:latin typeface="宋体"/>
                <a:cs typeface="宋体"/>
              </a:rPr>
              <a:t> </a:t>
            </a:r>
            <a:r>
              <a:rPr dirty="0" sz="1800" b="1">
                <a:latin typeface="宋体"/>
                <a:cs typeface="宋体"/>
              </a:rPr>
              <a:t>in</a:t>
            </a:r>
            <a:r>
              <a:rPr dirty="0" sz="1800" spc="-35" b="1">
                <a:latin typeface="宋体"/>
                <a:cs typeface="宋体"/>
              </a:rPr>
              <a:t> </a:t>
            </a:r>
            <a:r>
              <a:rPr dirty="0" sz="1800">
                <a:latin typeface="宋体"/>
                <a:cs typeface="宋体"/>
              </a:rPr>
              <a:t>可迭代对象：</a:t>
            </a:r>
            <a:endParaRPr sz="1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dirty="0" sz="1800">
                <a:latin typeface="宋体"/>
                <a:cs typeface="宋体"/>
              </a:rPr>
              <a:t>    循环满足条件时执行的代码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10183" y="4177284"/>
            <a:ext cx="10800715" cy="2411095"/>
          </a:xfrm>
          <a:custGeom>
            <a:avLst/>
            <a:gdLst/>
            <a:ahLst/>
            <a:cxnLst/>
            <a:rect l="l" t="t" r="r" b="b"/>
            <a:pathLst>
              <a:path w="10800715" h="2411095">
                <a:moveTo>
                  <a:pt x="10398252" y="2410967"/>
                </a:moveTo>
                <a:lnTo>
                  <a:pt x="402335" y="2410967"/>
                </a:lnTo>
                <a:lnTo>
                  <a:pt x="355466" y="2408397"/>
                </a:lnTo>
                <a:lnTo>
                  <a:pt x="310181" y="2400600"/>
                </a:lnTo>
                <a:lnTo>
                  <a:pt x="266783" y="2387881"/>
                </a:lnTo>
                <a:lnTo>
                  <a:pt x="225573" y="2370545"/>
                </a:lnTo>
                <a:lnTo>
                  <a:pt x="186851" y="2348895"/>
                </a:lnTo>
                <a:lnTo>
                  <a:pt x="150918" y="2323236"/>
                </a:lnTo>
                <a:lnTo>
                  <a:pt x="118076" y="2293872"/>
                </a:lnTo>
                <a:lnTo>
                  <a:pt x="88626" y="2261108"/>
                </a:lnTo>
                <a:lnTo>
                  <a:pt x="62868" y="2225247"/>
                </a:lnTo>
                <a:lnTo>
                  <a:pt x="41103" y="2186595"/>
                </a:lnTo>
                <a:lnTo>
                  <a:pt x="23633" y="2145456"/>
                </a:lnTo>
                <a:lnTo>
                  <a:pt x="10758" y="2102133"/>
                </a:lnTo>
                <a:lnTo>
                  <a:pt x="2780" y="2056931"/>
                </a:lnTo>
                <a:lnTo>
                  <a:pt x="0" y="2010155"/>
                </a:lnTo>
                <a:lnTo>
                  <a:pt x="0" y="400812"/>
                </a:lnTo>
                <a:lnTo>
                  <a:pt x="2780" y="354063"/>
                </a:lnTo>
                <a:lnTo>
                  <a:pt x="10758" y="308885"/>
                </a:lnTo>
                <a:lnTo>
                  <a:pt x="23633" y="265582"/>
                </a:lnTo>
                <a:lnTo>
                  <a:pt x="41103" y="224457"/>
                </a:lnTo>
                <a:lnTo>
                  <a:pt x="62868" y="185816"/>
                </a:lnTo>
                <a:lnTo>
                  <a:pt x="88626" y="149962"/>
                </a:lnTo>
                <a:lnTo>
                  <a:pt x="118076" y="117200"/>
                </a:lnTo>
                <a:lnTo>
                  <a:pt x="150918" y="87834"/>
                </a:lnTo>
                <a:lnTo>
                  <a:pt x="186851" y="62168"/>
                </a:lnTo>
                <a:lnTo>
                  <a:pt x="225573" y="40508"/>
                </a:lnTo>
                <a:lnTo>
                  <a:pt x="266783" y="23156"/>
                </a:lnTo>
                <a:lnTo>
                  <a:pt x="310181" y="10418"/>
                </a:lnTo>
                <a:lnTo>
                  <a:pt x="355466" y="2598"/>
                </a:lnTo>
                <a:lnTo>
                  <a:pt x="402335" y="0"/>
                </a:lnTo>
                <a:lnTo>
                  <a:pt x="10398252" y="0"/>
                </a:lnTo>
                <a:lnTo>
                  <a:pt x="10445172" y="2598"/>
                </a:lnTo>
                <a:lnTo>
                  <a:pt x="10490499" y="10418"/>
                </a:lnTo>
                <a:lnTo>
                  <a:pt x="10533932" y="23156"/>
                </a:lnTo>
                <a:lnTo>
                  <a:pt x="10575170" y="40508"/>
                </a:lnTo>
                <a:lnTo>
                  <a:pt x="10613911" y="62168"/>
                </a:lnTo>
                <a:lnTo>
                  <a:pt x="10649855" y="87834"/>
                </a:lnTo>
                <a:lnTo>
                  <a:pt x="10682701" y="117200"/>
                </a:lnTo>
                <a:lnTo>
                  <a:pt x="10712148" y="149962"/>
                </a:lnTo>
                <a:lnTo>
                  <a:pt x="10737894" y="185816"/>
                </a:lnTo>
                <a:lnTo>
                  <a:pt x="10759639" y="224457"/>
                </a:lnTo>
                <a:lnTo>
                  <a:pt x="10777082" y="265582"/>
                </a:lnTo>
                <a:lnTo>
                  <a:pt x="10789922" y="308885"/>
                </a:lnTo>
                <a:lnTo>
                  <a:pt x="10797857" y="354063"/>
                </a:lnTo>
                <a:lnTo>
                  <a:pt x="10800588" y="400812"/>
                </a:lnTo>
                <a:lnTo>
                  <a:pt x="10800588" y="2010155"/>
                </a:lnTo>
                <a:lnTo>
                  <a:pt x="10797857" y="2056931"/>
                </a:lnTo>
                <a:lnTo>
                  <a:pt x="10789922" y="2102133"/>
                </a:lnTo>
                <a:lnTo>
                  <a:pt x="10777082" y="2145456"/>
                </a:lnTo>
                <a:lnTo>
                  <a:pt x="10759639" y="2186595"/>
                </a:lnTo>
                <a:lnTo>
                  <a:pt x="10737894" y="2225247"/>
                </a:lnTo>
                <a:lnTo>
                  <a:pt x="10712148" y="2261108"/>
                </a:lnTo>
                <a:lnTo>
                  <a:pt x="10682701" y="2293872"/>
                </a:lnTo>
                <a:lnTo>
                  <a:pt x="10649855" y="2323236"/>
                </a:lnTo>
                <a:lnTo>
                  <a:pt x="10613911" y="2348895"/>
                </a:lnTo>
                <a:lnTo>
                  <a:pt x="10575170" y="2370545"/>
                </a:lnTo>
                <a:lnTo>
                  <a:pt x="10533932" y="2387881"/>
                </a:lnTo>
                <a:lnTo>
                  <a:pt x="10490499" y="2400600"/>
                </a:lnTo>
                <a:lnTo>
                  <a:pt x="10445172" y="2408397"/>
                </a:lnTo>
                <a:lnTo>
                  <a:pt x="10398252" y="241096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04341" y="4170400"/>
            <a:ext cx="10812780" cy="2413000"/>
          </a:xfrm>
          <a:custGeom>
            <a:avLst/>
            <a:gdLst/>
            <a:ahLst/>
            <a:cxnLst/>
            <a:rect l="l" t="t" r="r" b="b"/>
            <a:pathLst>
              <a:path w="10812780" h="2413000">
                <a:moveTo>
                  <a:pt x="10506329" y="12700"/>
                </a:moveTo>
                <a:lnTo>
                  <a:pt x="306196" y="12700"/>
                </a:lnTo>
                <a:lnTo>
                  <a:pt x="316039" y="0"/>
                </a:lnTo>
                <a:lnTo>
                  <a:pt x="10496486" y="0"/>
                </a:lnTo>
                <a:lnTo>
                  <a:pt x="10506329" y="12700"/>
                </a:lnTo>
                <a:close/>
              </a:path>
              <a:path w="10812780" h="2413000">
                <a:moveTo>
                  <a:pt x="299859" y="25400"/>
                </a:moveTo>
                <a:lnTo>
                  <a:pt x="258508" y="25400"/>
                </a:lnTo>
                <a:lnTo>
                  <a:pt x="267842" y="12700"/>
                </a:lnTo>
                <a:lnTo>
                  <a:pt x="309448" y="12700"/>
                </a:lnTo>
                <a:lnTo>
                  <a:pt x="299859" y="25400"/>
                </a:lnTo>
                <a:close/>
              </a:path>
              <a:path w="10812780" h="2413000">
                <a:moveTo>
                  <a:pt x="10554004" y="25400"/>
                </a:moveTo>
                <a:lnTo>
                  <a:pt x="10512666" y="25400"/>
                </a:lnTo>
                <a:lnTo>
                  <a:pt x="10503077" y="12700"/>
                </a:lnTo>
                <a:lnTo>
                  <a:pt x="10544683" y="12700"/>
                </a:lnTo>
                <a:lnTo>
                  <a:pt x="10554004" y="25400"/>
                </a:lnTo>
                <a:close/>
              </a:path>
              <a:path w="10812780" h="2413000">
                <a:moveTo>
                  <a:pt x="263105" y="38100"/>
                </a:moveTo>
                <a:lnTo>
                  <a:pt x="231203" y="38100"/>
                </a:lnTo>
                <a:lnTo>
                  <a:pt x="240195" y="25400"/>
                </a:lnTo>
                <a:lnTo>
                  <a:pt x="272288" y="25400"/>
                </a:lnTo>
                <a:lnTo>
                  <a:pt x="263105" y="38100"/>
                </a:lnTo>
                <a:close/>
              </a:path>
              <a:path w="10812780" h="2413000">
                <a:moveTo>
                  <a:pt x="10581322" y="38100"/>
                </a:moveTo>
                <a:lnTo>
                  <a:pt x="10549420" y="38100"/>
                </a:lnTo>
                <a:lnTo>
                  <a:pt x="10540238" y="25400"/>
                </a:lnTo>
                <a:lnTo>
                  <a:pt x="10572330" y="25400"/>
                </a:lnTo>
                <a:lnTo>
                  <a:pt x="10581322" y="38100"/>
                </a:lnTo>
                <a:close/>
              </a:path>
              <a:path w="10812780" h="2413000">
                <a:moveTo>
                  <a:pt x="236651" y="50800"/>
                </a:moveTo>
                <a:lnTo>
                  <a:pt x="204977" y="50800"/>
                </a:lnTo>
                <a:lnTo>
                  <a:pt x="213588" y="38100"/>
                </a:lnTo>
                <a:lnTo>
                  <a:pt x="245491" y="38100"/>
                </a:lnTo>
                <a:lnTo>
                  <a:pt x="236651" y="50800"/>
                </a:lnTo>
                <a:close/>
              </a:path>
              <a:path w="10812780" h="2413000">
                <a:moveTo>
                  <a:pt x="10607548" y="50800"/>
                </a:moveTo>
                <a:lnTo>
                  <a:pt x="10575874" y="50800"/>
                </a:lnTo>
                <a:lnTo>
                  <a:pt x="10567035" y="38100"/>
                </a:lnTo>
                <a:lnTo>
                  <a:pt x="10598937" y="38100"/>
                </a:lnTo>
                <a:lnTo>
                  <a:pt x="10607548" y="50800"/>
                </a:lnTo>
                <a:close/>
              </a:path>
              <a:path w="10812780" h="2413000">
                <a:moveTo>
                  <a:pt x="211239" y="63500"/>
                </a:moveTo>
                <a:lnTo>
                  <a:pt x="188137" y="63500"/>
                </a:lnTo>
                <a:lnTo>
                  <a:pt x="196494" y="50800"/>
                </a:lnTo>
                <a:lnTo>
                  <a:pt x="219722" y="50800"/>
                </a:lnTo>
                <a:lnTo>
                  <a:pt x="211239" y="63500"/>
                </a:lnTo>
                <a:close/>
              </a:path>
              <a:path w="10812780" h="2413000">
                <a:moveTo>
                  <a:pt x="10624388" y="63500"/>
                </a:moveTo>
                <a:lnTo>
                  <a:pt x="10601286" y="63500"/>
                </a:lnTo>
                <a:lnTo>
                  <a:pt x="10592803" y="50800"/>
                </a:lnTo>
                <a:lnTo>
                  <a:pt x="10616031" y="50800"/>
                </a:lnTo>
                <a:lnTo>
                  <a:pt x="10624388" y="63500"/>
                </a:lnTo>
                <a:close/>
              </a:path>
              <a:path w="10812780" h="2413000">
                <a:moveTo>
                  <a:pt x="186969" y="76200"/>
                </a:moveTo>
                <a:lnTo>
                  <a:pt x="163906" y="76200"/>
                </a:lnTo>
                <a:lnTo>
                  <a:pt x="171843" y="63500"/>
                </a:lnTo>
                <a:lnTo>
                  <a:pt x="195059" y="63500"/>
                </a:lnTo>
                <a:lnTo>
                  <a:pt x="186969" y="76200"/>
                </a:lnTo>
                <a:close/>
              </a:path>
              <a:path w="10812780" h="2413000">
                <a:moveTo>
                  <a:pt x="10648619" y="76200"/>
                </a:moveTo>
                <a:lnTo>
                  <a:pt x="10625556" y="76200"/>
                </a:lnTo>
                <a:lnTo>
                  <a:pt x="10617466" y="63500"/>
                </a:lnTo>
                <a:lnTo>
                  <a:pt x="10640682" y="63500"/>
                </a:lnTo>
                <a:lnTo>
                  <a:pt x="10648619" y="76200"/>
                </a:lnTo>
                <a:close/>
              </a:path>
              <a:path w="10812780" h="2413000">
                <a:moveTo>
                  <a:pt x="171462" y="88900"/>
                </a:moveTo>
                <a:lnTo>
                  <a:pt x="148488" y="88900"/>
                </a:lnTo>
                <a:lnTo>
                  <a:pt x="156121" y="76200"/>
                </a:lnTo>
                <a:lnTo>
                  <a:pt x="179273" y="76200"/>
                </a:lnTo>
                <a:lnTo>
                  <a:pt x="171462" y="88900"/>
                </a:lnTo>
                <a:close/>
              </a:path>
              <a:path w="10812780" h="2413000">
                <a:moveTo>
                  <a:pt x="10664037" y="88900"/>
                </a:moveTo>
                <a:lnTo>
                  <a:pt x="10641063" y="88900"/>
                </a:lnTo>
                <a:lnTo>
                  <a:pt x="10633252" y="76200"/>
                </a:lnTo>
                <a:lnTo>
                  <a:pt x="10656404" y="76200"/>
                </a:lnTo>
                <a:lnTo>
                  <a:pt x="10664037" y="88900"/>
                </a:lnTo>
                <a:close/>
              </a:path>
              <a:path w="10812780" h="2413000">
                <a:moveTo>
                  <a:pt x="156514" y="101600"/>
                </a:moveTo>
                <a:lnTo>
                  <a:pt x="133667" y="101600"/>
                </a:lnTo>
                <a:lnTo>
                  <a:pt x="140995" y="88900"/>
                </a:lnTo>
                <a:lnTo>
                  <a:pt x="164033" y="88900"/>
                </a:lnTo>
                <a:lnTo>
                  <a:pt x="156514" y="101600"/>
                </a:lnTo>
                <a:close/>
              </a:path>
              <a:path w="10812780" h="2413000">
                <a:moveTo>
                  <a:pt x="10678858" y="101600"/>
                </a:moveTo>
                <a:lnTo>
                  <a:pt x="10656011" y="101600"/>
                </a:lnTo>
                <a:lnTo>
                  <a:pt x="10648492" y="88900"/>
                </a:lnTo>
                <a:lnTo>
                  <a:pt x="10671530" y="88900"/>
                </a:lnTo>
                <a:lnTo>
                  <a:pt x="10678858" y="101600"/>
                </a:lnTo>
                <a:close/>
              </a:path>
              <a:path w="10812780" h="2413000">
                <a:moveTo>
                  <a:pt x="142151" y="114300"/>
                </a:moveTo>
                <a:lnTo>
                  <a:pt x="119481" y="114300"/>
                </a:lnTo>
                <a:lnTo>
                  <a:pt x="126492" y="101600"/>
                </a:lnTo>
                <a:lnTo>
                  <a:pt x="149377" y="101600"/>
                </a:lnTo>
                <a:lnTo>
                  <a:pt x="142151" y="114300"/>
                </a:lnTo>
                <a:close/>
              </a:path>
              <a:path w="10812780" h="2413000">
                <a:moveTo>
                  <a:pt x="10693044" y="114300"/>
                </a:moveTo>
                <a:lnTo>
                  <a:pt x="10670374" y="114300"/>
                </a:lnTo>
                <a:lnTo>
                  <a:pt x="10663148" y="101600"/>
                </a:lnTo>
                <a:lnTo>
                  <a:pt x="10686034" y="101600"/>
                </a:lnTo>
                <a:lnTo>
                  <a:pt x="10693044" y="114300"/>
                </a:lnTo>
                <a:close/>
              </a:path>
              <a:path w="10812780" h="2413000">
                <a:moveTo>
                  <a:pt x="115316" y="139700"/>
                </a:moveTo>
                <a:lnTo>
                  <a:pt x="99466" y="139700"/>
                </a:lnTo>
                <a:lnTo>
                  <a:pt x="105968" y="127000"/>
                </a:lnTo>
                <a:lnTo>
                  <a:pt x="112636" y="114300"/>
                </a:lnTo>
                <a:lnTo>
                  <a:pt x="135318" y="114300"/>
                </a:lnTo>
                <a:lnTo>
                  <a:pt x="128409" y="127000"/>
                </a:lnTo>
                <a:lnTo>
                  <a:pt x="121881" y="127000"/>
                </a:lnTo>
                <a:lnTo>
                  <a:pt x="115316" y="139700"/>
                </a:lnTo>
                <a:close/>
              </a:path>
              <a:path w="10812780" h="2413000">
                <a:moveTo>
                  <a:pt x="10713059" y="139700"/>
                </a:moveTo>
                <a:lnTo>
                  <a:pt x="10697210" y="139700"/>
                </a:lnTo>
                <a:lnTo>
                  <a:pt x="10690644" y="127000"/>
                </a:lnTo>
                <a:lnTo>
                  <a:pt x="10684116" y="127000"/>
                </a:lnTo>
                <a:lnTo>
                  <a:pt x="10677207" y="114300"/>
                </a:lnTo>
                <a:lnTo>
                  <a:pt x="10699889" y="114300"/>
                </a:lnTo>
                <a:lnTo>
                  <a:pt x="10706557" y="127000"/>
                </a:lnTo>
                <a:lnTo>
                  <a:pt x="10713059" y="139700"/>
                </a:lnTo>
                <a:close/>
              </a:path>
              <a:path w="10812780" h="2413000">
                <a:moveTo>
                  <a:pt x="102882" y="152400"/>
                </a:moveTo>
                <a:lnTo>
                  <a:pt x="86982" y="152400"/>
                </a:lnTo>
                <a:lnTo>
                  <a:pt x="93129" y="139700"/>
                </a:lnTo>
                <a:lnTo>
                  <a:pt x="109105" y="139700"/>
                </a:lnTo>
                <a:lnTo>
                  <a:pt x="102882" y="152400"/>
                </a:lnTo>
                <a:close/>
              </a:path>
              <a:path w="10812780" h="2413000">
                <a:moveTo>
                  <a:pt x="10725543" y="152400"/>
                </a:moveTo>
                <a:lnTo>
                  <a:pt x="10709643" y="152400"/>
                </a:lnTo>
                <a:lnTo>
                  <a:pt x="10703420" y="139700"/>
                </a:lnTo>
                <a:lnTo>
                  <a:pt x="10719396" y="139700"/>
                </a:lnTo>
                <a:lnTo>
                  <a:pt x="10725543" y="152400"/>
                </a:lnTo>
                <a:close/>
              </a:path>
              <a:path w="10812780" h="2413000">
                <a:moveTo>
                  <a:pt x="85521" y="177800"/>
                </a:moveTo>
                <a:lnTo>
                  <a:pt x="69621" y="177800"/>
                </a:lnTo>
                <a:lnTo>
                  <a:pt x="75222" y="165100"/>
                </a:lnTo>
                <a:lnTo>
                  <a:pt x="81013" y="152400"/>
                </a:lnTo>
                <a:lnTo>
                  <a:pt x="97015" y="152400"/>
                </a:lnTo>
                <a:lnTo>
                  <a:pt x="91135" y="165100"/>
                </a:lnTo>
                <a:lnTo>
                  <a:pt x="85521" y="177800"/>
                </a:lnTo>
                <a:close/>
              </a:path>
              <a:path w="10812780" h="2413000">
                <a:moveTo>
                  <a:pt x="10742904" y="177800"/>
                </a:moveTo>
                <a:lnTo>
                  <a:pt x="10727004" y="177800"/>
                </a:lnTo>
                <a:lnTo>
                  <a:pt x="10721301" y="165100"/>
                </a:lnTo>
                <a:lnTo>
                  <a:pt x="10715510" y="152400"/>
                </a:lnTo>
                <a:lnTo>
                  <a:pt x="10731512" y="152400"/>
                </a:lnTo>
                <a:lnTo>
                  <a:pt x="10737303" y="165100"/>
                </a:lnTo>
                <a:lnTo>
                  <a:pt x="10742904" y="177800"/>
                </a:lnTo>
                <a:close/>
              </a:path>
              <a:path w="10812780" h="2413000">
                <a:moveTo>
                  <a:pt x="64960" y="203200"/>
                </a:moveTo>
                <a:lnTo>
                  <a:pt x="53987" y="203200"/>
                </a:lnTo>
                <a:lnTo>
                  <a:pt x="59004" y="190500"/>
                </a:lnTo>
                <a:lnTo>
                  <a:pt x="64211" y="177800"/>
                </a:lnTo>
                <a:lnTo>
                  <a:pt x="80187" y="177800"/>
                </a:lnTo>
                <a:lnTo>
                  <a:pt x="74866" y="190500"/>
                </a:lnTo>
                <a:lnTo>
                  <a:pt x="69888" y="190500"/>
                </a:lnTo>
                <a:lnTo>
                  <a:pt x="64960" y="203200"/>
                </a:lnTo>
                <a:close/>
              </a:path>
              <a:path w="10812780" h="2413000">
                <a:moveTo>
                  <a:pt x="10758538" y="203200"/>
                </a:moveTo>
                <a:lnTo>
                  <a:pt x="10747565" y="203200"/>
                </a:lnTo>
                <a:lnTo>
                  <a:pt x="10742637" y="190500"/>
                </a:lnTo>
                <a:lnTo>
                  <a:pt x="10737659" y="190500"/>
                </a:lnTo>
                <a:lnTo>
                  <a:pt x="10732338" y="177800"/>
                </a:lnTo>
                <a:lnTo>
                  <a:pt x="10748314" y="177800"/>
                </a:lnTo>
                <a:lnTo>
                  <a:pt x="10753521" y="190500"/>
                </a:lnTo>
                <a:lnTo>
                  <a:pt x="10758538" y="203200"/>
                </a:lnTo>
                <a:close/>
              </a:path>
              <a:path w="10812780" h="2413000">
                <a:moveTo>
                  <a:pt x="69811" y="203200"/>
                </a:moveTo>
                <a:lnTo>
                  <a:pt x="69888" y="190500"/>
                </a:lnTo>
                <a:lnTo>
                  <a:pt x="74942" y="190500"/>
                </a:lnTo>
                <a:lnTo>
                  <a:pt x="69811" y="203200"/>
                </a:lnTo>
                <a:close/>
              </a:path>
              <a:path w="10812780" h="2413000">
                <a:moveTo>
                  <a:pt x="10742714" y="203200"/>
                </a:moveTo>
                <a:lnTo>
                  <a:pt x="10737583" y="190500"/>
                </a:lnTo>
                <a:lnTo>
                  <a:pt x="10742637" y="190500"/>
                </a:lnTo>
                <a:lnTo>
                  <a:pt x="10742714" y="203200"/>
                </a:lnTo>
                <a:close/>
              </a:path>
              <a:path w="10812780" h="2413000">
                <a:moveTo>
                  <a:pt x="51549" y="228600"/>
                </a:moveTo>
                <a:lnTo>
                  <a:pt x="40144" y="228600"/>
                </a:lnTo>
                <a:lnTo>
                  <a:pt x="44551" y="215900"/>
                </a:lnTo>
                <a:lnTo>
                  <a:pt x="49161" y="203200"/>
                </a:lnTo>
                <a:lnTo>
                  <a:pt x="65036" y="203200"/>
                </a:lnTo>
                <a:lnTo>
                  <a:pt x="60286" y="215900"/>
                </a:lnTo>
                <a:lnTo>
                  <a:pt x="55892" y="215900"/>
                </a:lnTo>
                <a:lnTo>
                  <a:pt x="51549" y="228600"/>
                </a:lnTo>
                <a:close/>
              </a:path>
              <a:path w="10812780" h="2413000">
                <a:moveTo>
                  <a:pt x="10772381" y="228600"/>
                </a:moveTo>
                <a:lnTo>
                  <a:pt x="10760976" y="228600"/>
                </a:lnTo>
                <a:lnTo>
                  <a:pt x="10756633" y="215900"/>
                </a:lnTo>
                <a:lnTo>
                  <a:pt x="10752239" y="215900"/>
                </a:lnTo>
                <a:lnTo>
                  <a:pt x="10747489" y="203200"/>
                </a:lnTo>
                <a:lnTo>
                  <a:pt x="10763364" y="203200"/>
                </a:lnTo>
                <a:lnTo>
                  <a:pt x="10767974" y="215900"/>
                </a:lnTo>
                <a:lnTo>
                  <a:pt x="10772381" y="228600"/>
                </a:lnTo>
                <a:close/>
              </a:path>
              <a:path w="10812780" h="2413000">
                <a:moveTo>
                  <a:pt x="36550" y="266700"/>
                </a:moveTo>
                <a:lnTo>
                  <a:pt x="24650" y="266700"/>
                </a:lnTo>
                <a:lnTo>
                  <a:pt x="28206" y="254000"/>
                </a:lnTo>
                <a:lnTo>
                  <a:pt x="31965" y="241300"/>
                </a:lnTo>
                <a:lnTo>
                  <a:pt x="35953" y="228600"/>
                </a:lnTo>
                <a:lnTo>
                  <a:pt x="51625" y="228600"/>
                </a:lnTo>
                <a:lnTo>
                  <a:pt x="47485" y="241300"/>
                </a:lnTo>
                <a:lnTo>
                  <a:pt x="43637" y="254000"/>
                </a:lnTo>
                <a:lnTo>
                  <a:pt x="40043" y="254000"/>
                </a:lnTo>
                <a:lnTo>
                  <a:pt x="36550" y="266700"/>
                </a:lnTo>
                <a:close/>
              </a:path>
              <a:path w="10812780" h="2413000">
                <a:moveTo>
                  <a:pt x="10787875" y="266700"/>
                </a:moveTo>
                <a:lnTo>
                  <a:pt x="10775975" y="266700"/>
                </a:lnTo>
                <a:lnTo>
                  <a:pt x="10772482" y="254000"/>
                </a:lnTo>
                <a:lnTo>
                  <a:pt x="10768888" y="254000"/>
                </a:lnTo>
                <a:lnTo>
                  <a:pt x="10764964" y="241300"/>
                </a:lnTo>
                <a:lnTo>
                  <a:pt x="10760900" y="228600"/>
                </a:lnTo>
                <a:lnTo>
                  <a:pt x="10776572" y="228600"/>
                </a:lnTo>
                <a:lnTo>
                  <a:pt x="10780560" y="241300"/>
                </a:lnTo>
                <a:lnTo>
                  <a:pt x="10784319" y="254000"/>
                </a:lnTo>
                <a:lnTo>
                  <a:pt x="10787875" y="266700"/>
                </a:lnTo>
                <a:close/>
              </a:path>
              <a:path w="10812780" h="2413000">
                <a:moveTo>
                  <a:pt x="25006" y="304800"/>
                </a:moveTo>
                <a:lnTo>
                  <a:pt x="12725" y="304800"/>
                </a:lnTo>
                <a:lnTo>
                  <a:pt x="15367" y="292100"/>
                </a:lnTo>
                <a:lnTo>
                  <a:pt x="18237" y="279400"/>
                </a:lnTo>
                <a:lnTo>
                  <a:pt x="21335" y="266700"/>
                </a:lnTo>
                <a:lnTo>
                  <a:pt x="36614" y="266700"/>
                </a:lnTo>
                <a:lnTo>
                  <a:pt x="33337" y="279400"/>
                </a:lnTo>
                <a:lnTo>
                  <a:pt x="30378" y="279400"/>
                </a:lnTo>
                <a:lnTo>
                  <a:pt x="27559" y="292100"/>
                </a:lnTo>
                <a:lnTo>
                  <a:pt x="25006" y="304800"/>
                </a:lnTo>
                <a:close/>
              </a:path>
              <a:path w="10812780" h="2413000">
                <a:moveTo>
                  <a:pt x="10799800" y="304800"/>
                </a:moveTo>
                <a:lnTo>
                  <a:pt x="10787519" y="304800"/>
                </a:lnTo>
                <a:lnTo>
                  <a:pt x="10784916" y="292100"/>
                </a:lnTo>
                <a:lnTo>
                  <a:pt x="10782147" y="279400"/>
                </a:lnTo>
                <a:lnTo>
                  <a:pt x="10779188" y="279400"/>
                </a:lnTo>
                <a:lnTo>
                  <a:pt x="10775911" y="266700"/>
                </a:lnTo>
                <a:lnTo>
                  <a:pt x="10791190" y="266700"/>
                </a:lnTo>
                <a:lnTo>
                  <a:pt x="10794288" y="279400"/>
                </a:lnTo>
                <a:lnTo>
                  <a:pt x="10797159" y="292100"/>
                </a:lnTo>
                <a:lnTo>
                  <a:pt x="10799800" y="304800"/>
                </a:lnTo>
                <a:close/>
              </a:path>
              <a:path w="10812780" h="2413000">
                <a:moveTo>
                  <a:pt x="15748" y="355600"/>
                </a:moveTo>
                <a:lnTo>
                  <a:pt x="3149" y="355600"/>
                </a:lnTo>
                <a:lnTo>
                  <a:pt x="4571" y="342900"/>
                </a:lnTo>
                <a:lnTo>
                  <a:pt x="6248" y="330200"/>
                </a:lnTo>
                <a:lnTo>
                  <a:pt x="8166" y="317500"/>
                </a:lnTo>
                <a:lnTo>
                  <a:pt x="10325" y="304800"/>
                </a:lnTo>
                <a:lnTo>
                  <a:pt x="25044" y="304800"/>
                </a:lnTo>
                <a:lnTo>
                  <a:pt x="22682" y="317500"/>
                </a:lnTo>
                <a:lnTo>
                  <a:pt x="20624" y="317500"/>
                </a:lnTo>
                <a:lnTo>
                  <a:pt x="18745" y="330200"/>
                </a:lnTo>
                <a:lnTo>
                  <a:pt x="17119" y="342900"/>
                </a:lnTo>
                <a:lnTo>
                  <a:pt x="15748" y="355600"/>
                </a:lnTo>
                <a:close/>
              </a:path>
              <a:path w="10812780" h="2413000">
                <a:moveTo>
                  <a:pt x="10809376" y="355600"/>
                </a:moveTo>
                <a:lnTo>
                  <a:pt x="10796778" y="355600"/>
                </a:lnTo>
                <a:lnTo>
                  <a:pt x="10795381" y="342900"/>
                </a:lnTo>
                <a:lnTo>
                  <a:pt x="10793755" y="330200"/>
                </a:lnTo>
                <a:lnTo>
                  <a:pt x="10791901" y="317500"/>
                </a:lnTo>
                <a:lnTo>
                  <a:pt x="10789843" y="317500"/>
                </a:lnTo>
                <a:lnTo>
                  <a:pt x="10787481" y="304800"/>
                </a:lnTo>
                <a:lnTo>
                  <a:pt x="10802188" y="304800"/>
                </a:lnTo>
                <a:lnTo>
                  <a:pt x="10804359" y="317500"/>
                </a:lnTo>
                <a:lnTo>
                  <a:pt x="10806277" y="330200"/>
                </a:lnTo>
                <a:lnTo>
                  <a:pt x="10807954" y="342900"/>
                </a:lnTo>
                <a:lnTo>
                  <a:pt x="10809376" y="355600"/>
                </a:lnTo>
                <a:close/>
              </a:path>
              <a:path w="10812780" h="2413000">
                <a:moveTo>
                  <a:pt x="15760" y="2057400"/>
                </a:moveTo>
                <a:lnTo>
                  <a:pt x="1981" y="2057400"/>
                </a:lnTo>
                <a:lnTo>
                  <a:pt x="1066" y="2044700"/>
                </a:lnTo>
                <a:lnTo>
                  <a:pt x="406" y="2032000"/>
                </a:lnTo>
                <a:lnTo>
                  <a:pt x="0" y="2019300"/>
                </a:lnTo>
                <a:lnTo>
                  <a:pt x="0" y="393700"/>
                </a:lnTo>
                <a:lnTo>
                  <a:pt x="406" y="381000"/>
                </a:lnTo>
                <a:lnTo>
                  <a:pt x="1066" y="368300"/>
                </a:lnTo>
                <a:lnTo>
                  <a:pt x="1981" y="355600"/>
                </a:lnTo>
                <a:lnTo>
                  <a:pt x="14617" y="355600"/>
                </a:lnTo>
                <a:lnTo>
                  <a:pt x="13715" y="368300"/>
                </a:lnTo>
                <a:lnTo>
                  <a:pt x="13081" y="381000"/>
                </a:lnTo>
                <a:lnTo>
                  <a:pt x="12700" y="393700"/>
                </a:lnTo>
                <a:lnTo>
                  <a:pt x="12700" y="2019300"/>
                </a:lnTo>
                <a:lnTo>
                  <a:pt x="13093" y="2032000"/>
                </a:lnTo>
                <a:lnTo>
                  <a:pt x="13728" y="2044700"/>
                </a:lnTo>
                <a:lnTo>
                  <a:pt x="14604" y="2044700"/>
                </a:lnTo>
                <a:lnTo>
                  <a:pt x="15760" y="2057400"/>
                </a:lnTo>
                <a:close/>
              </a:path>
              <a:path w="10812780" h="2413000">
                <a:moveTo>
                  <a:pt x="10810544" y="2057400"/>
                </a:moveTo>
                <a:lnTo>
                  <a:pt x="10796765" y="2057400"/>
                </a:lnTo>
                <a:lnTo>
                  <a:pt x="10797921" y="2044700"/>
                </a:lnTo>
                <a:lnTo>
                  <a:pt x="10798797" y="2044700"/>
                </a:lnTo>
                <a:lnTo>
                  <a:pt x="10799444" y="2032000"/>
                </a:lnTo>
                <a:lnTo>
                  <a:pt x="10799826" y="2019300"/>
                </a:lnTo>
                <a:lnTo>
                  <a:pt x="10799826" y="393700"/>
                </a:lnTo>
                <a:lnTo>
                  <a:pt x="10799432" y="381000"/>
                </a:lnTo>
                <a:lnTo>
                  <a:pt x="10798797" y="368300"/>
                </a:lnTo>
                <a:lnTo>
                  <a:pt x="10797895" y="355600"/>
                </a:lnTo>
                <a:lnTo>
                  <a:pt x="10810544" y="355600"/>
                </a:lnTo>
                <a:lnTo>
                  <a:pt x="10811459" y="368300"/>
                </a:lnTo>
                <a:lnTo>
                  <a:pt x="10812119" y="381000"/>
                </a:lnTo>
                <a:lnTo>
                  <a:pt x="10812513" y="393700"/>
                </a:lnTo>
                <a:lnTo>
                  <a:pt x="10812653" y="406400"/>
                </a:lnTo>
                <a:lnTo>
                  <a:pt x="10812653" y="2006600"/>
                </a:lnTo>
                <a:lnTo>
                  <a:pt x="10812513" y="2019300"/>
                </a:lnTo>
                <a:lnTo>
                  <a:pt x="10812119" y="2032000"/>
                </a:lnTo>
                <a:lnTo>
                  <a:pt x="10811459" y="2044700"/>
                </a:lnTo>
                <a:lnTo>
                  <a:pt x="10810544" y="2057400"/>
                </a:lnTo>
                <a:close/>
              </a:path>
              <a:path w="10812780" h="2413000">
                <a:moveTo>
                  <a:pt x="25044" y="2108200"/>
                </a:moveTo>
                <a:lnTo>
                  <a:pt x="10325" y="2108200"/>
                </a:lnTo>
                <a:lnTo>
                  <a:pt x="8166" y="2095500"/>
                </a:lnTo>
                <a:lnTo>
                  <a:pt x="6248" y="2082800"/>
                </a:lnTo>
                <a:lnTo>
                  <a:pt x="4571" y="2070100"/>
                </a:lnTo>
                <a:lnTo>
                  <a:pt x="3149" y="2057400"/>
                </a:lnTo>
                <a:lnTo>
                  <a:pt x="15748" y="2057400"/>
                </a:lnTo>
                <a:lnTo>
                  <a:pt x="17145" y="2070100"/>
                </a:lnTo>
                <a:lnTo>
                  <a:pt x="18770" y="2082800"/>
                </a:lnTo>
                <a:lnTo>
                  <a:pt x="20624" y="2095500"/>
                </a:lnTo>
                <a:lnTo>
                  <a:pt x="22682" y="2095500"/>
                </a:lnTo>
                <a:lnTo>
                  <a:pt x="25044" y="2108200"/>
                </a:lnTo>
                <a:close/>
              </a:path>
              <a:path w="10812780" h="2413000">
                <a:moveTo>
                  <a:pt x="10802188" y="2108200"/>
                </a:moveTo>
                <a:lnTo>
                  <a:pt x="10787481" y="2108200"/>
                </a:lnTo>
                <a:lnTo>
                  <a:pt x="10789843" y="2095500"/>
                </a:lnTo>
                <a:lnTo>
                  <a:pt x="10791901" y="2095500"/>
                </a:lnTo>
                <a:lnTo>
                  <a:pt x="10793780" y="2082800"/>
                </a:lnTo>
                <a:lnTo>
                  <a:pt x="10795406" y="2070100"/>
                </a:lnTo>
                <a:lnTo>
                  <a:pt x="10796778" y="2057400"/>
                </a:lnTo>
                <a:lnTo>
                  <a:pt x="10809376" y="2057400"/>
                </a:lnTo>
                <a:lnTo>
                  <a:pt x="10807954" y="2070100"/>
                </a:lnTo>
                <a:lnTo>
                  <a:pt x="10806277" y="2082800"/>
                </a:lnTo>
                <a:lnTo>
                  <a:pt x="10804359" y="2095500"/>
                </a:lnTo>
                <a:lnTo>
                  <a:pt x="10802188" y="2108200"/>
                </a:lnTo>
                <a:close/>
              </a:path>
              <a:path w="10812780" h="2413000">
                <a:moveTo>
                  <a:pt x="36614" y="2146300"/>
                </a:moveTo>
                <a:lnTo>
                  <a:pt x="21335" y="2146300"/>
                </a:lnTo>
                <a:lnTo>
                  <a:pt x="18237" y="2133600"/>
                </a:lnTo>
                <a:lnTo>
                  <a:pt x="15367" y="2120900"/>
                </a:lnTo>
                <a:lnTo>
                  <a:pt x="12725" y="2108200"/>
                </a:lnTo>
                <a:lnTo>
                  <a:pt x="25006" y="2108200"/>
                </a:lnTo>
                <a:lnTo>
                  <a:pt x="27609" y="2120900"/>
                </a:lnTo>
                <a:lnTo>
                  <a:pt x="30378" y="2133600"/>
                </a:lnTo>
                <a:lnTo>
                  <a:pt x="33337" y="2133600"/>
                </a:lnTo>
                <a:lnTo>
                  <a:pt x="36614" y="2146300"/>
                </a:lnTo>
                <a:close/>
              </a:path>
              <a:path w="10812780" h="2413000">
                <a:moveTo>
                  <a:pt x="10791190" y="2146300"/>
                </a:moveTo>
                <a:lnTo>
                  <a:pt x="10775911" y="2146300"/>
                </a:lnTo>
                <a:lnTo>
                  <a:pt x="10779188" y="2133600"/>
                </a:lnTo>
                <a:lnTo>
                  <a:pt x="10782147" y="2133600"/>
                </a:lnTo>
                <a:lnTo>
                  <a:pt x="10784966" y="2120900"/>
                </a:lnTo>
                <a:lnTo>
                  <a:pt x="10787519" y="2108200"/>
                </a:lnTo>
                <a:lnTo>
                  <a:pt x="10799800" y="2108200"/>
                </a:lnTo>
                <a:lnTo>
                  <a:pt x="10797159" y="2120900"/>
                </a:lnTo>
                <a:lnTo>
                  <a:pt x="10794288" y="2133600"/>
                </a:lnTo>
                <a:lnTo>
                  <a:pt x="10791190" y="2146300"/>
                </a:lnTo>
                <a:close/>
              </a:path>
              <a:path w="10812780" h="2413000">
                <a:moveTo>
                  <a:pt x="51625" y="2184400"/>
                </a:moveTo>
                <a:lnTo>
                  <a:pt x="35953" y="2184400"/>
                </a:lnTo>
                <a:lnTo>
                  <a:pt x="31965" y="2171700"/>
                </a:lnTo>
                <a:lnTo>
                  <a:pt x="28206" y="2159000"/>
                </a:lnTo>
                <a:lnTo>
                  <a:pt x="24650" y="2146300"/>
                </a:lnTo>
                <a:lnTo>
                  <a:pt x="36550" y="2146300"/>
                </a:lnTo>
                <a:lnTo>
                  <a:pt x="40043" y="2159000"/>
                </a:lnTo>
                <a:lnTo>
                  <a:pt x="43637" y="2159000"/>
                </a:lnTo>
                <a:lnTo>
                  <a:pt x="47561" y="2171700"/>
                </a:lnTo>
                <a:lnTo>
                  <a:pt x="51625" y="2184400"/>
                </a:lnTo>
                <a:close/>
              </a:path>
              <a:path w="10812780" h="2413000">
                <a:moveTo>
                  <a:pt x="10776572" y="2184400"/>
                </a:moveTo>
                <a:lnTo>
                  <a:pt x="10760900" y="2184400"/>
                </a:lnTo>
                <a:lnTo>
                  <a:pt x="10765028" y="2171700"/>
                </a:lnTo>
                <a:lnTo>
                  <a:pt x="10768888" y="2159000"/>
                </a:lnTo>
                <a:lnTo>
                  <a:pt x="10772482" y="2159000"/>
                </a:lnTo>
                <a:lnTo>
                  <a:pt x="10775975" y="2146300"/>
                </a:lnTo>
                <a:lnTo>
                  <a:pt x="10787875" y="2146300"/>
                </a:lnTo>
                <a:lnTo>
                  <a:pt x="10784319" y="2159000"/>
                </a:lnTo>
                <a:lnTo>
                  <a:pt x="10780560" y="2171700"/>
                </a:lnTo>
                <a:lnTo>
                  <a:pt x="10776572" y="2184400"/>
                </a:lnTo>
                <a:close/>
              </a:path>
              <a:path w="10812780" h="2413000">
                <a:moveTo>
                  <a:pt x="65036" y="2209800"/>
                </a:moveTo>
                <a:lnTo>
                  <a:pt x="49161" y="2209800"/>
                </a:lnTo>
                <a:lnTo>
                  <a:pt x="44551" y="2197100"/>
                </a:lnTo>
                <a:lnTo>
                  <a:pt x="40144" y="2184400"/>
                </a:lnTo>
                <a:lnTo>
                  <a:pt x="55816" y="2184400"/>
                </a:lnTo>
                <a:lnTo>
                  <a:pt x="60363" y="2197100"/>
                </a:lnTo>
                <a:lnTo>
                  <a:pt x="65036" y="2209800"/>
                </a:lnTo>
                <a:close/>
              </a:path>
              <a:path w="10812780" h="2413000">
                <a:moveTo>
                  <a:pt x="10763364" y="2209800"/>
                </a:moveTo>
                <a:lnTo>
                  <a:pt x="10747489" y="2209800"/>
                </a:lnTo>
                <a:lnTo>
                  <a:pt x="10752239" y="2197100"/>
                </a:lnTo>
                <a:lnTo>
                  <a:pt x="10756696" y="2184400"/>
                </a:lnTo>
                <a:lnTo>
                  <a:pt x="10772381" y="2184400"/>
                </a:lnTo>
                <a:lnTo>
                  <a:pt x="10767974" y="2197100"/>
                </a:lnTo>
                <a:lnTo>
                  <a:pt x="10763364" y="2209800"/>
                </a:lnTo>
                <a:close/>
              </a:path>
              <a:path w="10812780" h="2413000">
                <a:moveTo>
                  <a:pt x="80187" y="2235200"/>
                </a:moveTo>
                <a:lnTo>
                  <a:pt x="64211" y="2235200"/>
                </a:lnTo>
                <a:lnTo>
                  <a:pt x="59004" y="2222500"/>
                </a:lnTo>
                <a:lnTo>
                  <a:pt x="53987" y="2209800"/>
                </a:lnTo>
                <a:lnTo>
                  <a:pt x="69811" y="2209800"/>
                </a:lnTo>
                <a:lnTo>
                  <a:pt x="74942" y="2222500"/>
                </a:lnTo>
                <a:lnTo>
                  <a:pt x="80187" y="2235200"/>
                </a:lnTo>
                <a:close/>
              </a:path>
              <a:path w="10812780" h="2413000">
                <a:moveTo>
                  <a:pt x="10748314" y="2235200"/>
                </a:moveTo>
                <a:lnTo>
                  <a:pt x="10732338" y="2235200"/>
                </a:lnTo>
                <a:lnTo>
                  <a:pt x="10737659" y="2222500"/>
                </a:lnTo>
                <a:lnTo>
                  <a:pt x="10742714" y="2209800"/>
                </a:lnTo>
                <a:lnTo>
                  <a:pt x="10758538" y="2209800"/>
                </a:lnTo>
                <a:lnTo>
                  <a:pt x="10753521" y="2222500"/>
                </a:lnTo>
                <a:lnTo>
                  <a:pt x="10748314" y="2235200"/>
                </a:lnTo>
                <a:close/>
              </a:path>
              <a:path w="10812780" h="2413000">
                <a:moveTo>
                  <a:pt x="97015" y="2260600"/>
                </a:moveTo>
                <a:lnTo>
                  <a:pt x="81013" y="2260600"/>
                </a:lnTo>
                <a:lnTo>
                  <a:pt x="75222" y="2247900"/>
                </a:lnTo>
                <a:lnTo>
                  <a:pt x="69621" y="2235200"/>
                </a:lnTo>
                <a:lnTo>
                  <a:pt x="85521" y="2235200"/>
                </a:lnTo>
                <a:lnTo>
                  <a:pt x="91224" y="2247900"/>
                </a:lnTo>
                <a:lnTo>
                  <a:pt x="97015" y="2260600"/>
                </a:lnTo>
                <a:close/>
              </a:path>
              <a:path w="10812780" h="2413000">
                <a:moveTo>
                  <a:pt x="10731512" y="2260600"/>
                </a:moveTo>
                <a:lnTo>
                  <a:pt x="10715510" y="2260600"/>
                </a:lnTo>
                <a:lnTo>
                  <a:pt x="10721390" y="2247900"/>
                </a:lnTo>
                <a:lnTo>
                  <a:pt x="10727004" y="2235200"/>
                </a:lnTo>
                <a:lnTo>
                  <a:pt x="10742904" y="2235200"/>
                </a:lnTo>
                <a:lnTo>
                  <a:pt x="10737303" y="2247900"/>
                </a:lnTo>
                <a:lnTo>
                  <a:pt x="10731512" y="2260600"/>
                </a:lnTo>
                <a:close/>
              </a:path>
              <a:path w="10812780" h="2413000">
                <a:moveTo>
                  <a:pt x="109105" y="2273300"/>
                </a:moveTo>
                <a:lnTo>
                  <a:pt x="93129" y="2273300"/>
                </a:lnTo>
                <a:lnTo>
                  <a:pt x="86982" y="2260600"/>
                </a:lnTo>
                <a:lnTo>
                  <a:pt x="102882" y="2260600"/>
                </a:lnTo>
                <a:lnTo>
                  <a:pt x="109105" y="2273300"/>
                </a:lnTo>
                <a:close/>
              </a:path>
              <a:path w="10812780" h="2413000">
                <a:moveTo>
                  <a:pt x="10719396" y="2273300"/>
                </a:moveTo>
                <a:lnTo>
                  <a:pt x="10703420" y="2273300"/>
                </a:lnTo>
                <a:lnTo>
                  <a:pt x="10709643" y="2260600"/>
                </a:lnTo>
                <a:lnTo>
                  <a:pt x="10725543" y="2260600"/>
                </a:lnTo>
                <a:lnTo>
                  <a:pt x="10719396" y="2273300"/>
                </a:lnTo>
                <a:close/>
              </a:path>
              <a:path w="10812780" h="2413000">
                <a:moveTo>
                  <a:pt x="121881" y="2286000"/>
                </a:moveTo>
                <a:lnTo>
                  <a:pt x="105968" y="2286000"/>
                </a:lnTo>
                <a:lnTo>
                  <a:pt x="99466" y="2273300"/>
                </a:lnTo>
                <a:lnTo>
                  <a:pt x="115316" y="2273300"/>
                </a:lnTo>
                <a:lnTo>
                  <a:pt x="121881" y="2286000"/>
                </a:lnTo>
                <a:close/>
              </a:path>
              <a:path w="10812780" h="2413000">
                <a:moveTo>
                  <a:pt x="10706557" y="2286000"/>
                </a:moveTo>
                <a:lnTo>
                  <a:pt x="10690644" y="2286000"/>
                </a:lnTo>
                <a:lnTo>
                  <a:pt x="10697210" y="2273300"/>
                </a:lnTo>
                <a:lnTo>
                  <a:pt x="10713059" y="2273300"/>
                </a:lnTo>
                <a:lnTo>
                  <a:pt x="10706557" y="2286000"/>
                </a:lnTo>
                <a:close/>
              </a:path>
              <a:path w="10812780" h="2413000">
                <a:moveTo>
                  <a:pt x="149377" y="2311400"/>
                </a:moveTo>
                <a:lnTo>
                  <a:pt x="126492" y="2311400"/>
                </a:lnTo>
                <a:lnTo>
                  <a:pt x="119481" y="2298700"/>
                </a:lnTo>
                <a:lnTo>
                  <a:pt x="112636" y="2286000"/>
                </a:lnTo>
                <a:lnTo>
                  <a:pt x="128409" y="2286000"/>
                </a:lnTo>
                <a:lnTo>
                  <a:pt x="135318" y="2298700"/>
                </a:lnTo>
                <a:lnTo>
                  <a:pt x="142151" y="2298700"/>
                </a:lnTo>
                <a:lnTo>
                  <a:pt x="149377" y="2311400"/>
                </a:lnTo>
                <a:close/>
              </a:path>
              <a:path w="10812780" h="2413000">
                <a:moveTo>
                  <a:pt x="10686034" y="2311400"/>
                </a:moveTo>
                <a:lnTo>
                  <a:pt x="10663148" y="2311400"/>
                </a:lnTo>
                <a:lnTo>
                  <a:pt x="10670374" y="2298700"/>
                </a:lnTo>
                <a:lnTo>
                  <a:pt x="10677207" y="2298700"/>
                </a:lnTo>
                <a:lnTo>
                  <a:pt x="10684116" y="2286000"/>
                </a:lnTo>
                <a:lnTo>
                  <a:pt x="10699889" y="2286000"/>
                </a:lnTo>
                <a:lnTo>
                  <a:pt x="10693044" y="2298700"/>
                </a:lnTo>
                <a:lnTo>
                  <a:pt x="10686034" y="2311400"/>
                </a:lnTo>
                <a:close/>
              </a:path>
              <a:path w="10812780" h="2413000">
                <a:moveTo>
                  <a:pt x="164033" y="2324100"/>
                </a:moveTo>
                <a:lnTo>
                  <a:pt x="140995" y="2324100"/>
                </a:lnTo>
                <a:lnTo>
                  <a:pt x="133667" y="2311400"/>
                </a:lnTo>
                <a:lnTo>
                  <a:pt x="156514" y="2311400"/>
                </a:lnTo>
                <a:lnTo>
                  <a:pt x="164033" y="2324100"/>
                </a:lnTo>
                <a:close/>
              </a:path>
              <a:path w="10812780" h="2413000">
                <a:moveTo>
                  <a:pt x="10671530" y="2324100"/>
                </a:moveTo>
                <a:lnTo>
                  <a:pt x="10648492" y="2324100"/>
                </a:lnTo>
                <a:lnTo>
                  <a:pt x="10656011" y="2311400"/>
                </a:lnTo>
                <a:lnTo>
                  <a:pt x="10678858" y="2311400"/>
                </a:lnTo>
                <a:lnTo>
                  <a:pt x="10671530" y="2324100"/>
                </a:lnTo>
                <a:close/>
              </a:path>
              <a:path w="10812780" h="2413000">
                <a:moveTo>
                  <a:pt x="179273" y="2336799"/>
                </a:moveTo>
                <a:lnTo>
                  <a:pt x="156121" y="2336799"/>
                </a:lnTo>
                <a:lnTo>
                  <a:pt x="148488" y="2324100"/>
                </a:lnTo>
                <a:lnTo>
                  <a:pt x="171462" y="2324100"/>
                </a:lnTo>
                <a:lnTo>
                  <a:pt x="179273" y="2336799"/>
                </a:lnTo>
                <a:close/>
              </a:path>
              <a:path w="10812780" h="2413000">
                <a:moveTo>
                  <a:pt x="10656404" y="2336799"/>
                </a:moveTo>
                <a:lnTo>
                  <a:pt x="10633252" y="2336799"/>
                </a:lnTo>
                <a:lnTo>
                  <a:pt x="10641063" y="2324100"/>
                </a:lnTo>
                <a:lnTo>
                  <a:pt x="10664037" y="2324100"/>
                </a:lnTo>
                <a:lnTo>
                  <a:pt x="10656404" y="2336799"/>
                </a:lnTo>
                <a:close/>
              </a:path>
              <a:path w="10812780" h="2413000">
                <a:moveTo>
                  <a:pt x="195059" y="2349499"/>
                </a:moveTo>
                <a:lnTo>
                  <a:pt x="171843" y="2349499"/>
                </a:lnTo>
                <a:lnTo>
                  <a:pt x="163906" y="2336799"/>
                </a:lnTo>
                <a:lnTo>
                  <a:pt x="186969" y="2336799"/>
                </a:lnTo>
                <a:lnTo>
                  <a:pt x="195059" y="2349499"/>
                </a:lnTo>
                <a:close/>
              </a:path>
              <a:path w="10812780" h="2413000">
                <a:moveTo>
                  <a:pt x="10640682" y="2349499"/>
                </a:moveTo>
                <a:lnTo>
                  <a:pt x="10617466" y="2349499"/>
                </a:lnTo>
                <a:lnTo>
                  <a:pt x="10625556" y="2336799"/>
                </a:lnTo>
                <a:lnTo>
                  <a:pt x="10648619" y="2336799"/>
                </a:lnTo>
                <a:lnTo>
                  <a:pt x="10640682" y="2349499"/>
                </a:lnTo>
                <a:close/>
              </a:path>
              <a:path w="10812780" h="2413000">
                <a:moveTo>
                  <a:pt x="219722" y="2362199"/>
                </a:moveTo>
                <a:lnTo>
                  <a:pt x="196494" y="2362199"/>
                </a:lnTo>
                <a:lnTo>
                  <a:pt x="188137" y="2349499"/>
                </a:lnTo>
                <a:lnTo>
                  <a:pt x="211239" y="2349499"/>
                </a:lnTo>
                <a:lnTo>
                  <a:pt x="219722" y="2362199"/>
                </a:lnTo>
                <a:close/>
              </a:path>
              <a:path w="10812780" h="2413000">
                <a:moveTo>
                  <a:pt x="10616031" y="2362199"/>
                </a:moveTo>
                <a:lnTo>
                  <a:pt x="10592803" y="2362199"/>
                </a:lnTo>
                <a:lnTo>
                  <a:pt x="10601286" y="2349499"/>
                </a:lnTo>
                <a:lnTo>
                  <a:pt x="10624388" y="2349499"/>
                </a:lnTo>
                <a:lnTo>
                  <a:pt x="10616031" y="2362199"/>
                </a:lnTo>
                <a:close/>
              </a:path>
              <a:path w="10812780" h="2413000">
                <a:moveTo>
                  <a:pt x="245491" y="2374899"/>
                </a:moveTo>
                <a:lnTo>
                  <a:pt x="213588" y="2374899"/>
                </a:lnTo>
                <a:lnTo>
                  <a:pt x="204977" y="2362199"/>
                </a:lnTo>
                <a:lnTo>
                  <a:pt x="236651" y="2362199"/>
                </a:lnTo>
                <a:lnTo>
                  <a:pt x="245491" y="2374899"/>
                </a:lnTo>
                <a:close/>
              </a:path>
              <a:path w="10812780" h="2413000">
                <a:moveTo>
                  <a:pt x="10598937" y="2374899"/>
                </a:moveTo>
                <a:lnTo>
                  <a:pt x="10567035" y="2374899"/>
                </a:lnTo>
                <a:lnTo>
                  <a:pt x="10575874" y="2362199"/>
                </a:lnTo>
                <a:lnTo>
                  <a:pt x="10607548" y="2362199"/>
                </a:lnTo>
                <a:lnTo>
                  <a:pt x="10598937" y="2374899"/>
                </a:lnTo>
                <a:close/>
              </a:path>
              <a:path w="10812780" h="2413000">
                <a:moveTo>
                  <a:pt x="272288" y="2387599"/>
                </a:moveTo>
                <a:lnTo>
                  <a:pt x="240195" y="2387599"/>
                </a:lnTo>
                <a:lnTo>
                  <a:pt x="231203" y="2374899"/>
                </a:lnTo>
                <a:lnTo>
                  <a:pt x="263105" y="2374899"/>
                </a:lnTo>
                <a:lnTo>
                  <a:pt x="272288" y="2387599"/>
                </a:lnTo>
                <a:close/>
              </a:path>
              <a:path w="10812780" h="2413000">
                <a:moveTo>
                  <a:pt x="10572330" y="2387599"/>
                </a:moveTo>
                <a:lnTo>
                  <a:pt x="10540238" y="2387599"/>
                </a:lnTo>
                <a:lnTo>
                  <a:pt x="10549420" y="2374899"/>
                </a:lnTo>
                <a:lnTo>
                  <a:pt x="10581322" y="2374899"/>
                </a:lnTo>
                <a:lnTo>
                  <a:pt x="10572330" y="2387599"/>
                </a:lnTo>
                <a:close/>
              </a:path>
              <a:path w="10812780" h="2413000">
                <a:moveTo>
                  <a:pt x="318973" y="2400299"/>
                </a:moveTo>
                <a:lnTo>
                  <a:pt x="277279" y="2400299"/>
                </a:lnTo>
                <a:lnTo>
                  <a:pt x="267842" y="2387599"/>
                </a:lnTo>
                <a:lnTo>
                  <a:pt x="309295" y="2387599"/>
                </a:lnTo>
                <a:lnTo>
                  <a:pt x="318973" y="2400299"/>
                </a:lnTo>
                <a:close/>
              </a:path>
              <a:path w="10812780" h="2413000">
                <a:moveTo>
                  <a:pt x="10535246" y="2400299"/>
                </a:moveTo>
                <a:lnTo>
                  <a:pt x="10493552" y="2400299"/>
                </a:lnTo>
                <a:lnTo>
                  <a:pt x="10503230" y="2387599"/>
                </a:lnTo>
                <a:lnTo>
                  <a:pt x="10544683" y="2387599"/>
                </a:lnTo>
                <a:lnTo>
                  <a:pt x="10535246" y="2400299"/>
                </a:lnTo>
                <a:close/>
              </a:path>
              <a:path w="10812780" h="2413000">
                <a:moveTo>
                  <a:pt x="10496486" y="2412999"/>
                </a:moveTo>
                <a:lnTo>
                  <a:pt x="316039" y="2412999"/>
                </a:lnTo>
                <a:lnTo>
                  <a:pt x="306196" y="2400299"/>
                </a:lnTo>
                <a:lnTo>
                  <a:pt x="10506329" y="2400299"/>
                </a:lnTo>
                <a:lnTo>
                  <a:pt x="10496486" y="2412999"/>
                </a:lnTo>
                <a:close/>
              </a:path>
            </a:pathLst>
          </a:custGeom>
          <a:solidFill>
            <a:srgbClr val="293E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999489" y="4296803"/>
            <a:ext cx="9982200" cy="2082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1800" b="1">
                <a:latin typeface="宋体"/>
                <a:cs typeface="宋体"/>
              </a:rPr>
              <a:t>range()</a:t>
            </a:r>
            <a:r>
              <a:rPr dirty="0" sz="1800" b="1">
                <a:latin typeface="宋体"/>
                <a:cs typeface="宋体"/>
              </a:rPr>
              <a:t>函数：</a:t>
            </a:r>
            <a:r>
              <a:rPr dirty="0" sz="1800">
                <a:latin typeface="宋体"/>
                <a:cs typeface="宋体"/>
              </a:rPr>
              <a:t>表示范围，返回range对象(不可变数字序列)，一般用于for循环中指定循环的次数；  </a:t>
            </a:r>
            <a:r>
              <a:rPr dirty="0" sz="1800" b="1">
                <a:latin typeface="宋体"/>
                <a:cs typeface="宋体"/>
              </a:rPr>
              <a:t>range()函数语法</a:t>
            </a:r>
            <a:r>
              <a:rPr dirty="0" sz="1800">
                <a:latin typeface="宋体"/>
                <a:cs typeface="宋体"/>
              </a:rPr>
              <a:t>：</a:t>
            </a:r>
            <a:r>
              <a:rPr dirty="0" sz="1800" b="1">
                <a:latin typeface="宋体"/>
                <a:cs typeface="宋体"/>
              </a:rPr>
              <a:t>range(start,end,step)</a:t>
            </a:r>
            <a:endParaRPr sz="1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dirty="0" sz="1800" b="1">
                <a:latin typeface="宋体"/>
                <a:cs typeface="宋体"/>
              </a:rPr>
              <a:t>start</a:t>
            </a:r>
            <a:r>
              <a:rPr dirty="0" sz="1800">
                <a:latin typeface="宋体"/>
                <a:cs typeface="宋体"/>
              </a:rPr>
              <a:t>：起始值，默认为0</a:t>
            </a:r>
            <a:endParaRPr sz="1800">
              <a:latin typeface="宋体"/>
              <a:cs typeface="宋体"/>
            </a:endParaRPr>
          </a:p>
          <a:p>
            <a:pPr marL="12700" marR="6643370">
              <a:lnSpc>
                <a:spcPct val="150000"/>
              </a:lnSpc>
            </a:pPr>
            <a:r>
              <a:rPr dirty="0" sz="1800" b="1">
                <a:latin typeface="宋体"/>
                <a:cs typeface="宋体"/>
              </a:rPr>
              <a:t>end</a:t>
            </a:r>
            <a:r>
              <a:rPr dirty="0" sz="1800">
                <a:latin typeface="宋体"/>
                <a:cs typeface="宋体"/>
              </a:rPr>
              <a:t>：终止值，计数不包括终止值  </a:t>
            </a:r>
            <a:r>
              <a:rPr dirty="0" sz="1800" b="1">
                <a:latin typeface="宋体"/>
                <a:cs typeface="宋体"/>
              </a:rPr>
              <a:t>step</a:t>
            </a:r>
            <a:r>
              <a:rPr dirty="0" sz="1800">
                <a:latin typeface="宋体"/>
                <a:cs typeface="宋体"/>
              </a:rPr>
              <a:t>：步长值，默认为1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289547" y="2365248"/>
            <a:ext cx="5221605" cy="1550035"/>
          </a:xfrm>
          <a:custGeom>
            <a:avLst/>
            <a:gdLst/>
            <a:ahLst/>
            <a:cxnLst/>
            <a:rect l="l" t="t" r="r" b="b"/>
            <a:pathLst>
              <a:path w="5221605" h="1550035">
                <a:moveTo>
                  <a:pt x="4962144" y="1549907"/>
                </a:moveTo>
                <a:lnTo>
                  <a:pt x="257555" y="1549907"/>
                </a:lnTo>
                <a:lnTo>
                  <a:pt x="211214" y="1545820"/>
                </a:lnTo>
                <a:lnTo>
                  <a:pt x="167583" y="1533880"/>
                </a:lnTo>
                <a:lnTo>
                  <a:pt x="127400" y="1514824"/>
                </a:lnTo>
                <a:lnTo>
                  <a:pt x="91403" y="1489391"/>
                </a:lnTo>
                <a:lnTo>
                  <a:pt x="60328" y="1458316"/>
                </a:lnTo>
                <a:lnTo>
                  <a:pt x="34913" y="1422337"/>
                </a:lnTo>
                <a:lnTo>
                  <a:pt x="15895" y="1382192"/>
                </a:lnTo>
                <a:lnTo>
                  <a:pt x="4012" y="1338618"/>
                </a:lnTo>
                <a:lnTo>
                  <a:pt x="0" y="1292352"/>
                </a:lnTo>
                <a:lnTo>
                  <a:pt x="0" y="257556"/>
                </a:lnTo>
                <a:lnTo>
                  <a:pt x="4012" y="211214"/>
                </a:lnTo>
                <a:lnTo>
                  <a:pt x="15895" y="167583"/>
                </a:lnTo>
                <a:lnTo>
                  <a:pt x="34913" y="127400"/>
                </a:lnTo>
                <a:lnTo>
                  <a:pt x="60328" y="91403"/>
                </a:lnTo>
                <a:lnTo>
                  <a:pt x="91403" y="60328"/>
                </a:lnTo>
                <a:lnTo>
                  <a:pt x="127400" y="34913"/>
                </a:lnTo>
                <a:lnTo>
                  <a:pt x="167583" y="15895"/>
                </a:lnTo>
                <a:lnTo>
                  <a:pt x="211214" y="4012"/>
                </a:lnTo>
                <a:lnTo>
                  <a:pt x="257555" y="0"/>
                </a:lnTo>
                <a:lnTo>
                  <a:pt x="4962144" y="0"/>
                </a:lnTo>
                <a:lnTo>
                  <a:pt x="5008751" y="4012"/>
                </a:lnTo>
                <a:lnTo>
                  <a:pt x="5052594" y="15895"/>
                </a:lnTo>
                <a:lnTo>
                  <a:pt x="5092948" y="34913"/>
                </a:lnTo>
                <a:lnTo>
                  <a:pt x="5129088" y="60328"/>
                </a:lnTo>
                <a:lnTo>
                  <a:pt x="5160291" y="91403"/>
                </a:lnTo>
                <a:lnTo>
                  <a:pt x="5185830" y="127400"/>
                </a:lnTo>
                <a:lnTo>
                  <a:pt x="5204982" y="167583"/>
                </a:lnTo>
                <a:lnTo>
                  <a:pt x="5217021" y="211214"/>
                </a:lnTo>
                <a:lnTo>
                  <a:pt x="5221224" y="257556"/>
                </a:lnTo>
                <a:lnTo>
                  <a:pt x="5221224" y="1292352"/>
                </a:lnTo>
                <a:lnTo>
                  <a:pt x="5217021" y="1338618"/>
                </a:lnTo>
                <a:lnTo>
                  <a:pt x="5204982" y="1382192"/>
                </a:lnTo>
                <a:lnTo>
                  <a:pt x="5185830" y="1422337"/>
                </a:lnTo>
                <a:lnTo>
                  <a:pt x="5160291" y="1458316"/>
                </a:lnTo>
                <a:lnTo>
                  <a:pt x="5129088" y="1489391"/>
                </a:lnTo>
                <a:lnTo>
                  <a:pt x="5092948" y="1514824"/>
                </a:lnTo>
                <a:lnTo>
                  <a:pt x="5052594" y="1533880"/>
                </a:lnTo>
                <a:lnTo>
                  <a:pt x="5008751" y="1545820"/>
                </a:lnTo>
                <a:lnTo>
                  <a:pt x="4962144" y="154990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161532" y="2365248"/>
            <a:ext cx="731520" cy="378460"/>
          </a:xfrm>
          <a:custGeom>
            <a:avLst/>
            <a:gdLst/>
            <a:ahLst/>
            <a:cxnLst/>
            <a:rect l="l" t="t" r="r" b="b"/>
            <a:pathLst>
              <a:path w="731520" h="378460">
                <a:moveTo>
                  <a:pt x="667512" y="377951"/>
                </a:moveTo>
                <a:lnTo>
                  <a:pt x="62483" y="377951"/>
                </a:lnTo>
                <a:lnTo>
                  <a:pt x="38220" y="373355"/>
                </a:lnTo>
                <a:lnTo>
                  <a:pt x="18321" y="360011"/>
                </a:lnTo>
                <a:lnTo>
                  <a:pt x="4882" y="340016"/>
                </a:lnTo>
                <a:lnTo>
                  <a:pt x="0" y="315468"/>
                </a:lnTo>
                <a:lnTo>
                  <a:pt x="0" y="62483"/>
                </a:lnTo>
                <a:lnTo>
                  <a:pt x="4882" y="38006"/>
                </a:lnTo>
                <a:lnTo>
                  <a:pt x="18321" y="18035"/>
                </a:lnTo>
                <a:lnTo>
                  <a:pt x="38220" y="4667"/>
                </a:lnTo>
                <a:lnTo>
                  <a:pt x="62483" y="0"/>
                </a:lnTo>
                <a:lnTo>
                  <a:pt x="667512" y="0"/>
                </a:lnTo>
                <a:lnTo>
                  <a:pt x="692513" y="4667"/>
                </a:lnTo>
                <a:lnTo>
                  <a:pt x="712817" y="18035"/>
                </a:lnTo>
                <a:lnTo>
                  <a:pt x="726471" y="38006"/>
                </a:lnTo>
                <a:lnTo>
                  <a:pt x="731519" y="62483"/>
                </a:lnTo>
                <a:lnTo>
                  <a:pt x="731519" y="315468"/>
                </a:lnTo>
                <a:lnTo>
                  <a:pt x="726471" y="340016"/>
                </a:lnTo>
                <a:lnTo>
                  <a:pt x="712817" y="360011"/>
                </a:lnTo>
                <a:lnTo>
                  <a:pt x="692513" y="373355"/>
                </a:lnTo>
                <a:lnTo>
                  <a:pt x="667512" y="377951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6285319" y="2392133"/>
            <a:ext cx="4826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提示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610350" y="2725928"/>
            <a:ext cx="4393565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1600">
                <a:latin typeface="宋体"/>
                <a:cs typeface="宋体"/>
              </a:rPr>
              <a:t>能够通过</a:t>
            </a:r>
            <a:r>
              <a:rPr dirty="0" sz="1600" spc="-5">
                <a:latin typeface="宋体"/>
                <a:cs typeface="宋体"/>
              </a:rPr>
              <a:t>for</a:t>
            </a:r>
            <a:r>
              <a:rPr dirty="0" sz="1600">
                <a:latin typeface="宋体"/>
                <a:cs typeface="宋体"/>
              </a:rPr>
              <a:t>循环遍历的对象称为可迭代对象，</a:t>
            </a:r>
            <a:r>
              <a:rPr dirty="0" sz="1600" spc="-5">
                <a:latin typeface="宋体"/>
                <a:cs typeface="宋体"/>
              </a:rPr>
              <a:t>包 </a:t>
            </a:r>
            <a:r>
              <a:rPr dirty="0" sz="1600">
                <a:latin typeface="宋体"/>
                <a:cs typeface="宋体"/>
              </a:rPr>
              <a:t>括字符串、列表、元组、字典等</a:t>
            </a:r>
            <a:r>
              <a:rPr dirty="0" sz="1600" spc="-5">
                <a:latin typeface="宋体"/>
                <a:cs typeface="宋体"/>
              </a:rPr>
              <a:t>。</a:t>
            </a:r>
            <a:endParaRPr sz="16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2"/>
            <a:ext cx="203200" cy="609600"/>
          </a:xfrm>
          <a:custGeom>
            <a:avLst/>
            <a:gdLst/>
            <a:ahLst/>
            <a:cxnLst/>
            <a:rect l="l" t="t" r="r" b="b"/>
            <a:pathLst>
              <a:path w="203200" h="609600">
                <a:moveTo>
                  <a:pt x="0" y="0"/>
                </a:moveTo>
                <a:lnTo>
                  <a:pt x="202692" y="0"/>
                </a:lnTo>
                <a:lnTo>
                  <a:pt x="202692" y="609599"/>
                </a:lnTo>
                <a:lnTo>
                  <a:pt x="0" y="609599"/>
                </a:lnTo>
                <a:lnTo>
                  <a:pt x="0" y="0"/>
                </a:lnTo>
                <a:close/>
              </a:path>
            </a:pathLst>
          </a:custGeom>
          <a:solidFill>
            <a:srgbClr val="20565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1940" y="217411"/>
            <a:ext cx="109728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for</a:t>
            </a: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遍</a:t>
            </a:r>
            <a:r>
              <a:rPr dirty="0" sz="2400" spc="-10" b="1">
                <a:solidFill>
                  <a:srgbClr val="2E5B50"/>
                </a:solidFill>
                <a:latin typeface="宋体"/>
                <a:cs typeface="宋体"/>
              </a:rPr>
              <a:t>历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90372" y="1229867"/>
            <a:ext cx="10800715" cy="756285"/>
          </a:xfrm>
          <a:custGeom>
            <a:avLst/>
            <a:gdLst/>
            <a:ahLst/>
            <a:cxnLst/>
            <a:rect l="l" t="t" r="r" b="b"/>
            <a:pathLst>
              <a:path w="10800715" h="756285">
                <a:moveTo>
                  <a:pt x="10674096" y="755903"/>
                </a:moveTo>
                <a:lnTo>
                  <a:pt x="126491" y="755903"/>
                </a:lnTo>
                <a:lnTo>
                  <a:pt x="77091" y="746123"/>
                </a:lnTo>
                <a:lnTo>
                  <a:pt x="36871" y="719108"/>
                </a:lnTo>
                <a:lnTo>
                  <a:pt x="9838" y="678869"/>
                </a:lnTo>
                <a:lnTo>
                  <a:pt x="0" y="629411"/>
                </a:lnTo>
                <a:lnTo>
                  <a:pt x="0" y="126491"/>
                </a:lnTo>
                <a:lnTo>
                  <a:pt x="9838" y="77234"/>
                </a:lnTo>
                <a:lnTo>
                  <a:pt x="36871" y="37061"/>
                </a:lnTo>
                <a:lnTo>
                  <a:pt x="77091" y="9981"/>
                </a:lnTo>
                <a:lnTo>
                  <a:pt x="126491" y="0"/>
                </a:lnTo>
                <a:lnTo>
                  <a:pt x="10674096" y="0"/>
                </a:lnTo>
                <a:lnTo>
                  <a:pt x="10723067" y="9981"/>
                </a:lnTo>
                <a:lnTo>
                  <a:pt x="10763145" y="37061"/>
                </a:lnTo>
                <a:lnTo>
                  <a:pt x="10790321" y="77234"/>
                </a:lnTo>
                <a:lnTo>
                  <a:pt x="10800588" y="126491"/>
                </a:lnTo>
                <a:lnTo>
                  <a:pt x="10800588" y="629411"/>
                </a:lnTo>
                <a:lnTo>
                  <a:pt x="10790321" y="678869"/>
                </a:lnTo>
                <a:lnTo>
                  <a:pt x="10763145" y="719108"/>
                </a:lnTo>
                <a:lnTo>
                  <a:pt x="10723067" y="746123"/>
                </a:lnTo>
                <a:lnTo>
                  <a:pt x="10674096" y="755903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51331" y="2217420"/>
            <a:ext cx="6136005" cy="2136775"/>
          </a:xfrm>
          <a:custGeom>
            <a:avLst/>
            <a:gdLst/>
            <a:ahLst/>
            <a:cxnLst/>
            <a:rect l="l" t="t" r="r" b="b"/>
            <a:pathLst>
              <a:path w="6136005" h="2136775">
                <a:moveTo>
                  <a:pt x="5779008" y="2136647"/>
                </a:moveTo>
                <a:lnTo>
                  <a:pt x="355092" y="2136647"/>
                </a:lnTo>
                <a:lnTo>
                  <a:pt x="306821" y="2133281"/>
                </a:lnTo>
                <a:lnTo>
                  <a:pt x="260521" y="2123716"/>
                </a:lnTo>
                <a:lnTo>
                  <a:pt x="216621" y="2108374"/>
                </a:lnTo>
                <a:lnTo>
                  <a:pt x="175547" y="2087679"/>
                </a:lnTo>
                <a:lnTo>
                  <a:pt x="137727" y="2062052"/>
                </a:lnTo>
                <a:lnTo>
                  <a:pt x="103589" y="2031915"/>
                </a:lnTo>
                <a:lnTo>
                  <a:pt x="73559" y="1997691"/>
                </a:lnTo>
                <a:lnTo>
                  <a:pt x="48065" y="1959801"/>
                </a:lnTo>
                <a:lnTo>
                  <a:pt x="27534" y="1918668"/>
                </a:lnTo>
                <a:lnTo>
                  <a:pt x="12395" y="1874714"/>
                </a:lnTo>
                <a:lnTo>
                  <a:pt x="3074" y="1828361"/>
                </a:lnTo>
                <a:lnTo>
                  <a:pt x="0" y="1780031"/>
                </a:lnTo>
                <a:lnTo>
                  <a:pt x="0" y="356615"/>
                </a:lnTo>
                <a:lnTo>
                  <a:pt x="3074" y="308169"/>
                </a:lnTo>
                <a:lnTo>
                  <a:pt x="12395" y="261721"/>
                </a:lnTo>
                <a:lnTo>
                  <a:pt x="27534" y="217693"/>
                </a:lnTo>
                <a:lnTo>
                  <a:pt x="48065" y="176507"/>
                </a:lnTo>
                <a:lnTo>
                  <a:pt x="73559" y="138585"/>
                </a:lnTo>
                <a:lnTo>
                  <a:pt x="103589" y="104351"/>
                </a:lnTo>
                <a:lnTo>
                  <a:pt x="137727" y="74224"/>
                </a:lnTo>
                <a:lnTo>
                  <a:pt x="175547" y="48629"/>
                </a:lnTo>
                <a:lnTo>
                  <a:pt x="216621" y="27987"/>
                </a:lnTo>
                <a:lnTo>
                  <a:pt x="260521" y="12720"/>
                </a:lnTo>
                <a:lnTo>
                  <a:pt x="306821" y="3250"/>
                </a:lnTo>
                <a:lnTo>
                  <a:pt x="355092" y="0"/>
                </a:lnTo>
                <a:lnTo>
                  <a:pt x="5779008" y="0"/>
                </a:lnTo>
                <a:lnTo>
                  <a:pt x="5827366" y="3250"/>
                </a:lnTo>
                <a:lnTo>
                  <a:pt x="5873743" y="12720"/>
                </a:lnTo>
                <a:lnTo>
                  <a:pt x="5917716" y="27987"/>
                </a:lnTo>
                <a:lnTo>
                  <a:pt x="5958862" y="48629"/>
                </a:lnTo>
                <a:lnTo>
                  <a:pt x="5996760" y="74224"/>
                </a:lnTo>
                <a:lnTo>
                  <a:pt x="6030987" y="104351"/>
                </a:lnTo>
                <a:lnTo>
                  <a:pt x="6061121" y="138585"/>
                </a:lnTo>
                <a:lnTo>
                  <a:pt x="6086740" y="176507"/>
                </a:lnTo>
                <a:lnTo>
                  <a:pt x="6107422" y="217693"/>
                </a:lnTo>
                <a:lnTo>
                  <a:pt x="6122744" y="261721"/>
                </a:lnTo>
                <a:lnTo>
                  <a:pt x="6132286" y="308169"/>
                </a:lnTo>
                <a:lnTo>
                  <a:pt x="6135624" y="356615"/>
                </a:lnTo>
                <a:lnTo>
                  <a:pt x="6135624" y="1780031"/>
                </a:lnTo>
                <a:lnTo>
                  <a:pt x="6132286" y="1828361"/>
                </a:lnTo>
                <a:lnTo>
                  <a:pt x="6122744" y="1874714"/>
                </a:lnTo>
                <a:lnTo>
                  <a:pt x="6107422" y="1918668"/>
                </a:lnTo>
                <a:lnTo>
                  <a:pt x="6086740" y="1959801"/>
                </a:lnTo>
                <a:lnTo>
                  <a:pt x="6061121" y="1997691"/>
                </a:lnTo>
                <a:lnTo>
                  <a:pt x="6030987" y="2031915"/>
                </a:lnTo>
                <a:lnTo>
                  <a:pt x="5996760" y="2062052"/>
                </a:lnTo>
                <a:lnTo>
                  <a:pt x="5958862" y="2087679"/>
                </a:lnTo>
                <a:lnTo>
                  <a:pt x="5917716" y="2108374"/>
                </a:lnTo>
                <a:lnTo>
                  <a:pt x="5873743" y="2123716"/>
                </a:lnTo>
                <a:lnTo>
                  <a:pt x="5827366" y="2133281"/>
                </a:lnTo>
                <a:lnTo>
                  <a:pt x="5779008" y="2136647"/>
                </a:lnTo>
                <a:close/>
              </a:path>
            </a:pathLst>
          </a:custGeom>
          <a:solidFill>
            <a:srgbClr val="D2E1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23316" y="2156460"/>
            <a:ext cx="731520" cy="378460"/>
          </a:xfrm>
          <a:custGeom>
            <a:avLst/>
            <a:gdLst/>
            <a:ahLst/>
            <a:cxnLst/>
            <a:rect l="l" t="t" r="r" b="b"/>
            <a:pathLst>
              <a:path w="731519" h="378460">
                <a:moveTo>
                  <a:pt x="667512" y="377951"/>
                </a:moveTo>
                <a:lnTo>
                  <a:pt x="62484" y="377951"/>
                </a:lnTo>
                <a:lnTo>
                  <a:pt x="38077" y="373284"/>
                </a:lnTo>
                <a:lnTo>
                  <a:pt x="18130" y="359916"/>
                </a:lnTo>
                <a:lnTo>
                  <a:pt x="4739" y="339945"/>
                </a:lnTo>
                <a:lnTo>
                  <a:pt x="0" y="315467"/>
                </a:lnTo>
                <a:lnTo>
                  <a:pt x="0" y="62483"/>
                </a:lnTo>
                <a:lnTo>
                  <a:pt x="4739" y="37935"/>
                </a:lnTo>
                <a:lnTo>
                  <a:pt x="18130" y="17940"/>
                </a:lnTo>
                <a:lnTo>
                  <a:pt x="38077" y="4596"/>
                </a:lnTo>
                <a:lnTo>
                  <a:pt x="62484" y="0"/>
                </a:lnTo>
                <a:lnTo>
                  <a:pt x="667512" y="0"/>
                </a:lnTo>
                <a:lnTo>
                  <a:pt x="692370" y="4596"/>
                </a:lnTo>
                <a:lnTo>
                  <a:pt x="712627" y="17940"/>
                </a:lnTo>
                <a:lnTo>
                  <a:pt x="726328" y="37935"/>
                </a:lnTo>
                <a:lnTo>
                  <a:pt x="731520" y="62483"/>
                </a:lnTo>
                <a:lnTo>
                  <a:pt x="731520" y="315467"/>
                </a:lnTo>
                <a:lnTo>
                  <a:pt x="726328" y="339945"/>
                </a:lnTo>
                <a:lnTo>
                  <a:pt x="712627" y="359916"/>
                </a:lnTo>
                <a:lnTo>
                  <a:pt x="692370" y="373284"/>
                </a:lnTo>
                <a:lnTo>
                  <a:pt x="667512" y="377951"/>
                </a:lnTo>
                <a:close/>
              </a:path>
            </a:pathLst>
          </a:custGeom>
          <a:solidFill>
            <a:srgbClr val="78A77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46848" y="1430896"/>
            <a:ext cx="8381365" cy="10521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66395">
              <a:lnSpc>
                <a:spcPct val="100000"/>
              </a:lnSpc>
              <a:spcBef>
                <a:spcPts val="105"/>
              </a:spcBef>
            </a:pP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for循环依次把一个可迭代对象中的每个元素遍历出来，分别进行操作</a:t>
            </a:r>
            <a:r>
              <a:rPr dirty="0" sz="2000" spc="5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15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代码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01089" y="2557144"/>
            <a:ext cx="5511800" cy="5124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latin typeface="宋体"/>
                <a:cs typeface="宋体"/>
              </a:rPr>
              <a:t># </a:t>
            </a:r>
            <a:r>
              <a:rPr dirty="0" sz="1600">
                <a:latin typeface="宋体"/>
                <a:cs typeface="宋体"/>
              </a:rPr>
              <a:t>创建一个列</a:t>
            </a:r>
            <a:r>
              <a:rPr dirty="0" sz="1600" spc="-5">
                <a:latin typeface="宋体"/>
                <a:cs typeface="宋体"/>
              </a:rPr>
              <a:t>表</a:t>
            </a:r>
            <a:endParaRPr sz="16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</a:pPr>
            <a:r>
              <a:rPr dirty="0" sz="1600" spc="-5">
                <a:latin typeface="宋体"/>
                <a:cs typeface="宋体"/>
              </a:rPr>
              <a:t>account</a:t>
            </a:r>
            <a:r>
              <a:rPr dirty="0" sz="1600" spc="-3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=</a:t>
            </a:r>
            <a:r>
              <a:rPr dirty="0" sz="1600" spc="-3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['</a:t>
            </a:r>
            <a:r>
              <a:rPr dirty="0" sz="1600">
                <a:latin typeface="宋体"/>
                <a:cs typeface="宋体"/>
              </a:rPr>
              <a:t>主营业务收入</a:t>
            </a:r>
            <a:r>
              <a:rPr dirty="0" sz="1600" spc="-5">
                <a:latin typeface="宋体"/>
                <a:cs typeface="宋体"/>
              </a:rPr>
              <a:t>','</a:t>
            </a:r>
            <a:r>
              <a:rPr dirty="0" sz="1600">
                <a:latin typeface="宋体"/>
                <a:cs typeface="宋体"/>
              </a:rPr>
              <a:t>主营业务成本</a:t>
            </a:r>
            <a:r>
              <a:rPr dirty="0" sz="1600" spc="-5">
                <a:latin typeface="宋体"/>
                <a:cs typeface="宋体"/>
              </a:rPr>
              <a:t>','</a:t>
            </a:r>
            <a:r>
              <a:rPr dirty="0" sz="1600">
                <a:latin typeface="宋体"/>
                <a:cs typeface="宋体"/>
              </a:rPr>
              <a:t>税金及附加</a:t>
            </a:r>
            <a:r>
              <a:rPr dirty="0" sz="1600" spc="-5">
                <a:latin typeface="宋体"/>
                <a:cs typeface="宋体"/>
              </a:rPr>
              <a:t>']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01089" y="3288664"/>
            <a:ext cx="3377565" cy="7562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latin typeface="宋体"/>
                <a:cs typeface="宋体"/>
              </a:rPr>
              <a:t>#</a:t>
            </a:r>
            <a:r>
              <a:rPr dirty="0" sz="1600" spc="-9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for</a:t>
            </a:r>
            <a:r>
              <a:rPr dirty="0" sz="1600">
                <a:latin typeface="宋体"/>
                <a:cs typeface="宋体"/>
              </a:rPr>
              <a:t>遍历列表元素，并输出所有元</a:t>
            </a:r>
            <a:r>
              <a:rPr dirty="0" sz="1600" spc="-5">
                <a:latin typeface="宋体"/>
                <a:cs typeface="宋体"/>
              </a:rPr>
              <a:t>素 for i in</a:t>
            </a:r>
            <a:r>
              <a:rPr dirty="0" sz="1600" spc="-1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account:</a:t>
            </a:r>
            <a:endParaRPr sz="16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</a:pPr>
            <a:r>
              <a:rPr dirty="0" sz="1600" spc="-5">
                <a:latin typeface="宋体"/>
                <a:cs typeface="宋体"/>
              </a:rPr>
              <a:t>    </a:t>
            </a:r>
            <a:r>
              <a:rPr dirty="0" sz="1600" spc="-5">
                <a:latin typeface="宋体"/>
                <a:cs typeface="宋体"/>
              </a:rPr>
              <a:t>print(i)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077200" y="2249423"/>
            <a:ext cx="3205480" cy="2139950"/>
          </a:xfrm>
          <a:custGeom>
            <a:avLst/>
            <a:gdLst/>
            <a:ahLst/>
            <a:cxnLst/>
            <a:rect l="l" t="t" r="r" b="b"/>
            <a:pathLst>
              <a:path w="3205479" h="2139950">
                <a:moveTo>
                  <a:pt x="2848355" y="2139696"/>
                </a:moveTo>
                <a:lnTo>
                  <a:pt x="356616" y="2139696"/>
                </a:lnTo>
                <a:lnTo>
                  <a:pt x="308373" y="2136457"/>
                </a:lnTo>
                <a:lnTo>
                  <a:pt x="262083" y="2126988"/>
                </a:lnTo>
                <a:lnTo>
                  <a:pt x="218168" y="2111712"/>
                </a:lnTo>
                <a:lnTo>
                  <a:pt x="177054" y="2091055"/>
                </a:lnTo>
                <a:lnTo>
                  <a:pt x="139167" y="2065441"/>
                </a:lnTo>
                <a:lnTo>
                  <a:pt x="104932" y="2035297"/>
                </a:lnTo>
                <a:lnTo>
                  <a:pt x="74772" y="2001046"/>
                </a:lnTo>
                <a:lnTo>
                  <a:pt x="49115" y="1963115"/>
                </a:lnTo>
                <a:lnTo>
                  <a:pt x="28383" y="1921927"/>
                </a:lnTo>
                <a:lnTo>
                  <a:pt x="13004" y="1877909"/>
                </a:lnTo>
                <a:lnTo>
                  <a:pt x="3401" y="1831485"/>
                </a:lnTo>
                <a:lnTo>
                  <a:pt x="0" y="1783079"/>
                </a:lnTo>
                <a:lnTo>
                  <a:pt x="0" y="356615"/>
                </a:lnTo>
                <a:lnTo>
                  <a:pt x="3401" y="308213"/>
                </a:lnTo>
                <a:lnTo>
                  <a:pt x="13004" y="261791"/>
                </a:lnTo>
                <a:lnTo>
                  <a:pt x="28383" y="217775"/>
                </a:lnTo>
                <a:lnTo>
                  <a:pt x="49115" y="176589"/>
                </a:lnTo>
                <a:lnTo>
                  <a:pt x="74772" y="138658"/>
                </a:lnTo>
                <a:lnTo>
                  <a:pt x="104932" y="104408"/>
                </a:lnTo>
                <a:lnTo>
                  <a:pt x="139167" y="74263"/>
                </a:lnTo>
                <a:lnTo>
                  <a:pt x="177054" y="48649"/>
                </a:lnTo>
                <a:lnTo>
                  <a:pt x="218168" y="27990"/>
                </a:lnTo>
                <a:lnTo>
                  <a:pt x="262083" y="12713"/>
                </a:lnTo>
                <a:lnTo>
                  <a:pt x="308373" y="3241"/>
                </a:lnTo>
                <a:lnTo>
                  <a:pt x="356616" y="0"/>
                </a:lnTo>
                <a:lnTo>
                  <a:pt x="2848355" y="0"/>
                </a:lnTo>
                <a:lnTo>
                  <a:pt x="2896714" y="3241"/>
                </a:lnTo>
                <a:lnTo>
                  <a:pt x="2943100" y="12713"/>
                </a:lnTo>
                <a:lnTo>
                  <a:pt x="2987089" y="27990"/>
                </a:lnTo>
                <a:lnTo>
                  <a:pt x="3028255" y="48649"/>
                </a:lnTo>
                <a:lnTo>
                  <a:pt x="3066174" y="74263"/>
                </a:lnTo>
                <a:lnTo>
                  <a:pt x="3100420" y="104408"/>
                </a:lnTo>
                <a:lnTo>
                  <a:pt x="3130569" y="138658"/>
                </a:lnTo>
                <a:lnTo>
                  <a:pt x="3156195" y="176589"/>
                </a:lnTo>
                <a:lnTo>
                  <a:pt x="3176873" y="217775"/>
                </a:lnTo>
                <a:lnTo>
                  <a:pt x="3192179" y="261791"/>
                </a:lnTo>
                <a:lnTo>
                  <a:pt x="3201687" y="308213"/>
                </a:lnTo>
                <a:lnTo>
                  <a:pt x="3204972" y="356615"/>
                </a:lnTo>
                <a:lnTo>
                  <a:pt x="3204972" y="1783079"/>
                </a:lnTo>
                <a:lnTo>
                  <a:pt x="3201687" y="1831485"/>
                </a:lnTo>
                <a:lnTo>
                  <a:pt x="3192179" y="1877909"/>
                </a:lnTo>
                <a:lnTo>
                  <a:pt x="3176873" y="1921927"/>
                </a:lnTo>
                <a:lnTo>
                  <a:pt x="3156195" y="1963115"/>
                </a:lnTo>
                <a:lnTo>
                  <a:pt x="3130569" y="2001046"/>
                </a:lnTo>
                <a:lnTo>
                  <a:pt x="3100420" y="2035297"/>
                </a:lnTo>
                <a:lnTo>
                  <a:pt x="3066174" y="2065441"/>
                </a:lnTo>
                <a:lnTo>
                  <a:pt x="3028255" y="2091055"/>
                </a:lnTo>
                <a:lnTo>
                  <a:pt x="2987089" y="2111712"/>
                </a:lnTo>
                <a:lnTo>
                  <a:pt x="2943100" y="2126988"/>
                </a:lnTo>
                <a:lnTo>
                  <a:pt x="2896714" y="2136457"/>
                </a:lnTo>
                <a:lnTo>
                  <a:pt x="2848355" y="213969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8981440" y="2535923"/>
            <a:ext cx="1243965" cy="1488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1600">
                <a:latin typeface="宋体"/>
                <a:cs typeface="宋体"/>
              </a:rPr>
              <a:t>输出结果</a:t>
            </a:r>
            <a:r>
              <a:rPr dirty="0" sz="1600" spc="-5">
                <a:latin typeface="宋体"/>
                <a:cs typeface="宋体"/>
              </a:rPr>
              <a:t>：  </a:t>
            </a:r>
            <a:r>
              <a:rPr dirty="0" sz="1600">
                <a:latin typeface="宋体"/>
                <a:cs typeface="宋体"/>
              </a:rPr>
              <a:t>主营业务收</a:t>
            </a:r>
            <a:r>
              <a:rPr dirty="0" sz="1600" spc="-5">
                <a:latin typeface="宋体"/>
                <a:cs typeface="宋体"/>
              </a:rPr>
              <a:t>入 </a:t>
            </a:r>
            <a:r>
              <a:rPr dirty="0" sz="1600">
                <a:latin typeface="宋体"/>
                <a:cs typeface="宋体"/>
              </a:rPr>
              <a:t>主营业务成</a:t>
            </a:r>
            <a:r>
              <a:rPr dirty="0" sz="1600" spc="-5">
                <a:latin typeface="宋体"/>
                <a:cs typeface="宋体"/>
              </a:rPr>
              <a:t>本 </a:t>
            </a:r>
            <a:r>
              <a:rPr dirty="0" sz="1600">
                <a:latin typeface="宋体"/>
                <a:cs typeface="宋体"/>
              </a:rPr>
              <a:t>税金及附</a:t>
            </a:r>
            <a:r>
              <a:rPr dirty="0" sz="1600" spc="-5">
                <a:latin typeface="宋体"/>
                <a:cs typeface="宋体"/>
              </a:rPr>
              <a:t>加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159752" y="2874264"/>
            <a:ext cx="548640" cy="951230"/>
          </a:xfrm>
          <a:custGeom>
            <a:avLst/>
            <a:gdLst/>
            <a:ahLst/>
            <a:cxnLst/>
            <a:rect l="l" t="t" r="r" b="b"/>
            <a:pathLst>
              <a:path w="548640" h="951229">
                <a:moveTo>
                  <a:pt x="274320" y="950976"/>
                </a:moveTo>
                <a:lnTo>
                  <a:pt x="274320" y="713232"/>
                </a:lnTo>
                <a:lnTo>
                  <a:pt x="0" y="713232"/>
                </a:lnTo>
                <a:lnTo>
                  <a:pt x="0" y="237744"/>
                </a:lnTo>
                <a:lnTo>
                  <a:pt x="274320" y="237744"/>
                </a:lnTo>
                <a:lnTo>
                  <a:pt x="274320" y="0"/>
                </a:lnTo>
                <a:lnTo>
                  <a:pt x="548640" y="475488"/>
                </a:lnTo>
                <a:lnTo>
                  <a:pt x="274320" y="950976"/>
                </a:lnTo>
                <a:close/>
              </a:path>
            </a:pathLst>
          </a:custGeom>
          <a:solidFill>
            <a:srgbClr val="78A77B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669925" y="4639309"/>
          <a:ext cx="10819130" cy="19177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00040"/>
                <a:gridCol w="5400040"/>
              </a:tblGrid>
              <a:tr h="381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dirty="0" sz="17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for遍历字</a:t>
                      </a:r>
                      <a:r>
                        <a:rPr dirty="0" sz="1700" spc="-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典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4889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7533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dirty="0" sz="1700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说</a:t>
                      </a:r>
                      <a:r>
                        <a:rPr dirty="0" sz="1700" spc="-5" b="1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明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4889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7533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for i in</a:t>
                      </a:r>
                      <a:r>
                        <a:rPr dirty="0" sz="1700" spc="-10"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700" spc="-5">
                          <a:latin typeface="宋体"/>
                          <a:cs typeface="宋体"/>
                        </a:rPr>
                        <a:t>dict: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488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遍历字典所有</a:t>
                      </a:r>
                      <a:r>
                        <a:rPr dirty="0" sz="1700" spc="-5">
                          <a:latin typeface="宋体"/>
                          <a:cs typeface="宋体"/>
                        </a:rPr>
                        <a:t>key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488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for i in</a:t>
                      </a:r>
                      <a:r>
                        <a:rPr dirty="0" sz="1700" spc="-10"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700" spc="-5">
                          <a:latin typeface="宋体"/>
                          <a:cs typeface="宋体"/>
                        </a:rPr>
                        <a:t>dict.keys():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488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遍历字典所有</a:t>
                      </a:r>
                      <a:r>
                        <a:rPr dirty="0" sz="1700" spc="-5">
                          <a:latin typeface="宋体"/>
                          <a:cs typeface="宋体"/>
                        </a:rPr>
                        <a:t>key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488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for i in</a:t>
                      </a:r>
                      <a:r>
                        <a:rPr dirty="0" sz="1700" spc="-10"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700" spc="-5">
                          <a:latin typeface="宋体"/>
                          <a:cs typeface="宋体"/>
                        </a:rPr>
                        <a:t>dict.values():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488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遍历字典所有</a:t>
                      </a:r>
                      <a:r>
                        <a:rPr dirty="0" sz="1700" spc="-5">
                          <a:latin typeface="宋体"/>
                          <a:cs typeface="宋体"/>
                        </a:rPr>
                        <a:t>value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488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1CE"/>
                    </a:solidFill>
                  </a:tcPr>
                </a:tc>
              </a:tr>
              <a:tr h="38099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700" spc="-5">
                          <a:latin typeface="宋体"/>
                          <a:cs typeface="宋体"/>
                        </a:rPr>
                        <a:t>for i in</a:t>
                      </a:r>
                      <a:r>
                        <a:rPr dirty="0" sz="1700" spc="-10">
                          <a:latin typeface="宋体"/>
                          <a:cs typeface="宋体"/>
                        </a:rPr>
                        <a:t> </a:t>
                      </a:r>
                      <a:r>
                        <a:rPr dirty="0" sz="1700" spc="-5">
                          <a:latin typeface="宋体"/>
                          <a:cs typeface="宋体"/>
                        </a:rPr>
                        <a:t>dict.items():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488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700">
                          <a:latin typeface="宋体"/>
                          <a:cs typeface="宋体"/>
                        </a:rPr>
                        <a:t>遍历字典所有键值</a:t>
                      </a:r>
                      <a:r>
                        <a:rPr dirty="0" sz="1700" spc="5">
                          <a:latin typeface="宋体"/>
                          <a:cs typeface="宋体"/>
                        </a:rPr>
                        <a:t>对</a:t>
                      </a:r>
                      <a:endParaRPr sz="1700">
                        <a:latin typeface="宋体"/>
                        <a:cs typeface="宋体"/>
                      </a:endParaRPr>
                    </a:p>
                  </a:txBody>
                  <a:tcPr marL="0" marR="0" marB="0" marT="488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9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2"/>
            <a:ext cx="203200" cy="609600"/>
          </a:xfrm>
          <a:custGeom>
            <a:avLst/>
            <a:gdLst/>
            <a:ahLst/>
            <a:cxnLst/>
            <a:rect l="l" t="t" r="r" b="b"/>
            <a:pathLst>
              <a:path w="203200" h="609600">
                <a:moveTo>
                  <a:pt x="0" y="0"/>
                </a:moveTo>
                <a:lnTo>
                  <a:pt x="202692" y="0"/>
                </a:lnTo>
                <a:lnTo>
                  <a:pt x="202692" y="609599"/>
                </a:lnTo>
                <a:lnTo>
                  <a:pt x="0" y="609599"/>
                </a:lnTo>
                <a:lnTo>
                  <a:pt x="0" y="0"/>
                </a:lnTo>
                <a:close/>
              </a:path>
            </a:pathLst>
          </a:custGeom>
          <a:solidFill>
            <a:srgbClr val="20565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1940" y="217411"/>
            <a:ext cx="109728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for</a:t>
            </a: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循</a:t>
            </a:r>
            <a:r>
              <a:rPr dirty="0" sz="2400" spc="-10" b="1">
                <a:solidFill>
                  <a:srgbClr val="2E5B50"/>
                </a:solidFill>
                <a:latin typeface="宋体"/>
                <a:cs typeface="宋体"/>
              </a:rPr>
              <a:t>环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62940" y="1245108"/>
            <a:ext cx="10800715" cy="1335405"/>
          </a:xfrm>
          <a:custGeom>
            <a:avLst/>
            <a:gdLst/>
            <a:ahLst/>
            <a:cxnLst/>
            <a:rect l="l" t="t" r="r" b="b"/>
            <a:pathLst>
              <a:path w="10800715" h="1335405">
                <a:moveTo>
                  <a:pt x="10578084" y="1335023"/>
                </a:moveTo>
                <a:lnTo>
                  <a:pt x="222503" y="1335023"/>
                </a:lnTo>
                <a:lnTo>
                  <a:pt x="177687" y="1330733"/>
                </a:lnTo>
                <a:lnTo>
                  <a:pt x="135933" y="1317926"/>
                </a:lnTo>
                <a:lnTo>
                  <a:pt x="98139" y="1297500"/>
                </a:lnTo>
                <a:lnTo>
                  <a:pt x="65203" y="1270354"/>
                </a:lnTo>
                <a:lnTo>
                  <a:pt x="38023" y="1237384"/>
                </a:lnTo>
                <a:lnTo>
                  <a:pt x="17498" y="1199490"/>
                </a:lnTo>
                <a:lnTo>
                  <a:pt x="4524" y="1157570"/>
                </a:lnTo>
                <a:lnTo>
                  <a:pt x="0" y="1112519"/>
                </a:lnTo>
                <a:lnTo>
                  <a:pt x="0" y="222503"/>
                </a:lnTo>
                <a:lnTo>
                  <a:pt x="4524" y="177520"/>
                </a:lnTo>
                <a:lnTo>
                  <a:pt x="17498" y="135647"/>
                </a:lnTo>
                <a:lnTo>
                  <a:pt x="38023" y="97781"/>
                </a:lnTo>
                <a:lnTo>
                  <a:pt x="65203" y="64822"/>
                </a:lnTo>
                <a:lnTo>
                  <a:pt x="98139" y="37666"/>
                </a:lnTo>
                <a:lnTo>
                  <a:pt x="135933" y="17212"/>
                </a:lnTo>
                <a:lnTo>
                  <a:pt x="177687" y="4357"/>
                </a:lnTo>
                <a:lnTo>
                  <a:pt x="222503" y="0"/>
                </a:lnTo>
                <a:lnTo>
                  <a:pt x="10578084" y="0"/>
                </a:lnTo>
                <a:lnTo>
                  <a:pt x="10622734" y="4357"/>
                </a:lnTo>
                <a:lnTo>
                  <a:pt x="10664369" y="17212"/>
                </a:lnTo>
                <a:lnTo>
                  <a:pt x="10702091" y="37666"/>
                </a:lnTo>
                <a:lnTo>
                  <a:pt x="10735003" y="64822"/>
                </a:lnTo>
                <a:lnTo>
                  <a:pt x="10762207" y="97781"/>
                </a:lnTo>
                <a:lnTo>
                  <a:pt x="10782804" y="135647"/>
                </a:lnTo>
                <a:lnTo>
                  <a:pt x="10795897" y="177520"/>
                </a:lnTo>
                <a:lnTo>
                  <a:pt x="10800588" y="222503"/>
                </a:lnTo>
                <a:lnTo>
                  <a:pt x="10800588" y="1112519"/>
                </a:lnTo>
                <a:lnTo>
                  <a:pt x="10795897" y="1157570"/>
                </a:lnTo>
                <a:lnTo>
                  <a:pt x="10782804" y="1199490"/>
                </a:lnTo>
                <a:lnTo>
                  <a:pt x="10762207" y="1237384"/>
                </a:lnTo>
                <a:lnTo>
                  <a:pt x="10735003" y="1270354"/>
                </a:lnTo>
                <a:lnTo>
                  <a:pt x="10702091" y="1297500"/>
                </a:lnTo>
                <a:lnTo>
                  <a:pt x="10664369" y="1317926"/>
                </a:lnTo>
                <a:lnTo>
                  <a:pt x="10622734" y="1330733"/>
                </a:lnTo>
                <a:lnTo>
                  <a:pt x="10578084" y="1335023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62940" y="2880360"/>
            <a:ext cx="10800715" cy="3616960"/>
          </a:xfrm>
          <a:custGeom>
            <a:avLst/>
            <a:gdLst/>
            <a:ahLst/>
            <a:cxnLst/>
            <a:rect l="l" t="t" r="r" b="b"/>
            <a:pathLst>
              <a:path w="10800715" h="3616960">
                <a:moveTo>
                  <a:pt x="10197084" y="3616452"/>
                </a:moveTo>
                <a:lnTo>
                  <a:pt x="603504" y="3616452"/>
                </a:lnTo>
                <a:lnTo>
                  <a:pt x="556388" y="3614620"/>
                </a:lnTo>
                <a:lnTo>
                  <a:pt x="510264" y="3609253"/>
                </a:lnTo>
                <a:lnTo>
                  <a:pt x="465265" y="3600481"/>
                </a:lnTo>
                <a:lnTo>
                  <a:pt x="421525" y="3588441"/>
                </a:lnTo>
                <a:lnTo>
                  <a:pt x="379178" y="3573264"/>
                </a:lnTo>
                <a:lnTo>
                  <a:pt x="338356" y="3555085"/>
                </a:lnTo>
                <a:lnTo>
                  <a:pt x="299195" y="3534037"/>
                </a:lnTo>
                <a:lnTo>
                  <a:pt x="261826" y="3510254"/>
                </a:lnTo>
                <a:lnTo>
                  <a:pt x="226384" y="3483869"/>
                </a:lnTo>
                <a:lnTo>
                  <a:pt x="193003" y="3455016"/>
                </a:lnTo>
                <a:lnTo>
                  <a:pt x="161815" y="3423828"/>
                </a:lnTo>
                <a:lnTo>
                  <a:pt x="132955" y="3390440"/>
                </a:lnTo>
                <a:lnTo>
                  <a:pt x="106557" y="3354984"/>
                </a:lnTo>
                <a:lnTo>
                  <a:pt x="82753" y="3317595"/>
                </a:lnTo>
                <a:lnTo>
                  <a:pt x="61677" y="3278406"/>
                </a:lnTo>
                <a:lnTo>
                  <a:pt x="43463" y="3237550"/>
                </a:lnTo>
                <a:lnTo>
                  <a:pt x="28245" y="3195161"/>
                </a:lnTo>
                <a:lnTo>
                  <a:pt x="16156" y="3151372"/>
                </a:lnTo>
                <a:lnTo>
                  <a:pt x="7330" y="3106318"/>
                </a:lnTo>
                <a:lnTo>
                  <a:pt x="1900" y="3060132"/>
                </a:lnTo>
                <a:lnTo>
                  <a:pt x="0" y="3012948"/>
                </a:lnTo>
                <a:lnTo>
                  <a:pt x="0" y="601979"/>
                </a:lnTo>
                <a:lnTo>
                  <a:pt x="1900" y="554899"/>
                </a:lnTo>
                <a:lnTo>
                  <a:pt x="7330" y="508807"/>
                </a:lnTo>
                <a:lnTo>
                  <a:pt x="16156" y="463839"/>
                </a:lnTo>
                <a:lnTo>
                  <a:pt x="28245" y="420129"/>
                </a:lnTo>
                <a:lnTo>
                  <a:pt x="43463" y="377813"/>
                </a:lnTo>
                <a:lnTo>
                  <a:pt x="61677" y="337023"/>
                </a:lnTo>
                <a:lnTo>
                  <a:pt x="82753" y="297896"/>
                </a:lnTo>
                <a:lnTo>
                  <a:pt x="106557" y="260566"/>
                </a:lnTo>
                <a:lnTo>
                  <a:pt x="132955" y="225167"/>
                </a:lnTo>
                <a:lnTo>
                  <a:pt x="161815" y="191833"/>
                </a:lnTo>
                <a:lnTo>
                  <a:pt x="193003" y="160700"/>
                </a:lnTo>
                <a:lnTo>
                  <a:pt x="226384" y="131902"/>
                </a:lnTo>
                <a:lnTo>
                  <a:pt x="261826" y="105574"/>
                </a:lnTo>
                <a:lnTo>
                  <a:pt x="299195" y="81850"/>
                </a:lnTo>
                <a:lnTo>
                  <a:pt x="338356" y="60864"/>
                </a:lnTo>
                <a:lnTo>
                  <a:pt x="379178" y="42752"/>
                </a:lnTo>
                <a:lnTo>
                  <a:pt x="421525" y="27647"/>
                </a:lnTo>
                <a:lnTo>
                  <a:pt x="465265" y="15685"/>
                </a:lnTo>
                <a:lnTo>
                  <a:pt x="510264" y="7000"/>
                </a:lnTo>
                <a:lnTo>
                  <a:pt x="556388" y="1727"/>
                </a:lnTo>
                <a:lnTo>
                  <a:pt x="603504" y="0"/>
                </a:lnTo>
                <a:lnTo>
                  <a:pt x="10197084" y="0"/>
                </a:lnTo>
                <a:lnTo>
                  <a:pt x="10244216" y="1727"/>
                </a:lnTo>
                <a:lnTo>
                  <a:pt x="10290356" y="7000"/>
                </a:lnTo>
                <a:lnTo>
                  <a:pt x="10335369" y="15685"/>
                </a:lnTo>
                <a:lnTo>
                  <a:pt x="10379120" y="27647"/>
                </a:lnTo>
                <a:lnTo>
                  <a:pt x="10421478" y="42752"/>
                </a:lnTo>
                <a:lnTo>
                  <a:pt x="10462308" y="60864"/>
                </a:lnTo>
                <a:lnTo>
                  <a:pt x="10501477" y="81850"/>
                </a:lnTo>
                <a:lnTo>
                  <a:pt x="10538851" y="105574"/>
                </a:lnTo>
                <a:lnTo>
                  <a:pt x="10574296" y="131902"/>
                </a:lnTo>
                <a:lnTo>
                  <a:pt x="10607679" y="160700"/>
                </a:lnTo>
                <a:lnTo>
                  <a:pt x="10638867" y="191833"/>
                </a:lnTo>
                <a:lnTo>
                  <a:pt x="10667725" y="225167"/>
                </a:lnTo>
                <a:lnTo>
                  <a:pt x="10694120" y="260566"/>
                </a:lnTo>
                <a:lnTo>
                  <a:pt x="10717919" y="297896"/>
                </a:lnTo>
                <a:lnTo>
                  <a:pt x="10738988" y="337023"/>
                </a:lnTo>
                <a:lnTo>
                  <a:pt x="10757193" y="377813"/>
                </a:lnTo>
                <a:lnTo>
                  <a:pt x="10772401" y="420129"/>
                </a:lnTo>
                <a:lnTo>
                  <a:pt x="10784478" y="463839"/>
                </a:lnTo>
                <a:lnTo>
                  <a:pt x="10793290" y="508807"/>
                </a:lnTo>
                <a:lnTo>
                  <a:pt x="10798705" y="554899"/>
                </a:lnTo>
                <a:lnTo>
                  <a:pt x="10800588" y="601979"/>
                </a:lnTo>
                <a:lnTo>
                  <a:pt x="10800588" y="3012948"/>
                </a:lnTo>
                <a:lnTo>
                  <a:pt x="10798705" y="3060132"/>
                </a:lnTo>
                <a:lnTo>
                  <a:pt x="10793290" y="3106318"/>
                </a:lnTo>
                <a:lnTo>
                  <a:pt x="10784478" y="3151372"/>
                </a:lnTo>
                <a:lnTo>
                  <a:pt x="10772401" y="3195161"/>
                </a:lnTo>
                <a:lnTo>
                  <a:pt x="10757193" y="3237550"/>
                </a:lnTo>
                <a:lnTo>
                  <a:pt x="10738988" y="3278406"/>
                </a:lnTo>
                <a:lnTo>
                  <a:pt x="10717919" y="3317595"/>
                </a:lnTo>
                <a:lnTo>
                  <a:pt x="10694120" y="3354984"/>
                </a:lnTo>
                <a:lnTo>
                  <a:pt x="10667725" y="3390440"/>
                </a:lnTo>
                <a:lnTo>
                  <a:pt x="10638867" y="3423828"/>
                </a:lnTo>
                <a:lnTo>
                  <a:pt x="10607679" y="3455016"/>
                </a:lnTo>
                <a:lnTo>
                  <a:pt x="10574296" y="3483869"/>
                </a:lnTo>
                <a:lnTo>
                  <a:pt x="10538851" y="3510254"/>
                </a:lnTo>
                <a:lnTo>
                  <a:pt x="10501477" y="3534037"/>
                </a:lnTo>
                <a:lnTo>
                  <a:pt x="10462308" y="3555085"/>
                </a:lnTo>
                <a:lnTo>
                  <a:pt x="10421478" y="3573264"/>
                </a:lnTo>
                <a:lnTo>
                  <a:pt x="10379120" y="3588441"/>
                </a:lnTo>
                <a:lnTo>
                  <a:pt x="10335369" y="3600481"/>
                </a:lnTo>
                <a:lnTo>
                  <a:pt x="10290356" y="3609253"/>
                </a:lnTo>
                <a:lnTo>
                  <a:pt x="10244216" y="3614620"/>
                </a:lnTo>
                <a:lnTo>
                  <a:pt x="10197084" y="3616452"/>
                </a:lnTo>
                <a:close/>
              </a:path>
            </a:pathLst>
          </a:custGeom>
          <a:solidFill>
            <a:srgbClr val="D2E1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33400" y="2817876"/>
            <a:ext cx="1163320" cy="464820"/>
          </a:xfrm>
          <a:custGeom>
            <a:avLst/>
            <a:gdLst/>
            <a:ahLst/>
            <a:cxnLst/>
            <a:rect l="l" t="t" r="r" b="b"/>
            <a:pathLst>
              <a:path w="1163320" h="464820">
                <a:moveTo>
                  <a:pt x="1085088" y="464820"/>
                </a:moveTo>
                <a:lnTo>
                  <a:pt x="76200" y="464820"/>
                </a:lnTo>
                <a:lnTo>
                  <a:pt x="46400" y="458520"/>
                </a:lnTo>
                <a:lnTo>
                  <a:pt x="22036" y="441831"/>
                </a:lnTo>
                <a:lnTo>
                  <a:pt x="5703" y="417205"/>
                </a:lnTo>
                <a:lnTo>
                  <a:pt x="0" y="387096"/>
                </a:lnTo>
                <a:lnTo>
                  <a:pt x="0" y="77724"/>
                </a:lnTo>
                <a:lnTo>
                  <a:pt x="5703" y="47543"/>
                </a:lnTo>
                <a:lnTo>
                  <a:pt x="22036" y="22893"/>
                </a:lnTo>
                <a:lnTo>
                  <a:pt x="46400" y="6227"/>
                </a:lnTo>
                <a:lnTo>
                  <a:pt x="76200" y="0"/>
                </a:lnTo>
                <a:lnTo>
                  <a:pt x="1085088" y="0"/>
                </a:lnTo>
                <a:lnTo>
                  <a:pt x="1114982" y="6227"/>
                </a:lnTo>
                <a:lnTo>
                  <a:pt x="1139537" y="22893"/>
                </a:lnTo>
                <a:lnTo>
                  <a:pt x="1156298" y="47543"/>
                </a:lnTo>
                <a:lnTo>
                  <a:pt x="1162812" y="77724"/>
                </a:lnTo>
                <a:lnTo>
                  <a:pt x="1162812" y="387096"/>
                </a:lnTo>
                <a:lnTo>
                  <a:pt x="1156298" y="417205"/>
                </a:lnTo>
                <a:lnTo>
                  <a:pt x="1139537" y="441831"/>
                </a:lnTo>
                <a:lnTo>
                  <a:pt x="1114982" y="458520"/>
                </a:lnTo>
                <a:lnTo>
                  <a:pt x="1085088" y="464820"/>
                </a:lnTo>
                <a:close/>
              </a:path>
            </a:pathLst>
          </a:custGeom>
          <a:solidFill>
            <a:srgbClr val="78A77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643686" y="1320571"/>
            <a:ext cx="10504805" cy="46913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29565" marR="5080">
              <a:lnSpc>
                <a:spcPct val="15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宋体"/>
                <a:cs typeface="宋体"/>
              </a:rPr>
              <a:t>说明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：甲公司采用双倍余额递减法对固定资产计提折旧，现有一固定资产原值为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100000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元，预计使用年限为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10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年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， 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净残值率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5%。</a:t>
            </a:r>
            <a:endParaRPr sz="1600">
              <a:latin typeface="宋体"/>
              <a:cs typeface="宋体"/>
            </a:endParaRPr>
          </a:p>
          <a:p>
            <a:pPr marL="329565">
              <a:lnSpc>
                <a:spcPct val="100000"/>
              </a:lnSpc>
              <a:spcBef>
                <a:spcPts val="960"/>
              </a:spcBef>
            </a:pPr>
            <a:r>
              <a:rPr dirty="0" sz="1600" b="1">
                <a:solidFill>
                  <a:srgbClr val="FFFFFF"/>
                </a:solidFill>
                <a:latin typeface="宋体"/>
                <a:cs typeface="宋体"/>
              </a:rPr>
              <a:t>要求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：采用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for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循环计算该固定资产年折旧额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160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示例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3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代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码</a:t>
            </a:r>
            <a:endParaRPr sz="1600">
              <a:latin typeface="宋体"/>
              <a:cs typeface="宋体"/>
            </a:endParaRPr>
          </a:p>
          <a:p>
            <a:pPr marL="329565" marR="2954020">
              <a:lnSpc>
                <a:spcPct val="100000"/>
              </a:lnSpc>
              <a:spcBef>
                <a:spcPts val="1230"/>
              </a:spcBef>
            </a:pPr>
            <a:r>
              <a:rPr dirty="0" sz="1600">
                <a:latin typeface="宋体"/>
                <a:cs typeface="宋体"/>
              </a:rPr>
              <a:t>年初固定资产净值</a:t>
            </a:r>
            <a:r>
              <a:rPr dirty="0" sz="1600" spc="-1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=</a:t>
            </a:r>
            <a:r>
              <a:rPr dirty="0" sz="1600" spc="-1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100000</a:t>
            </a:r>
            <a:r>
              <a:rPr dirty="0" sz="1600" spc="765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#</a:t>
            </a:r>
            <a:r>
              <a:rPr dirty="0" sz="1600" spc="-10">
                <a:latin typeface="宋体"/>
                <a:cs typeface="宋体"/>
              </a:rPr>
              <a:t> </a:t>
            </a:r>
            <a:r>
              <a:rPr dirty="0" sz="1600">
                <a:latin typeface="宋体"/>
                <a:cs typeface="宋体"/>
              </a:rPr>
              <a:t>第一年年初固定资产净值</a:t>
            </a:r>
            <a:r>
              <a:rPr dirty="0" sz="1600" spc="-1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=</a:t>
            </a:r>
            <a:r>
              <a:rPr dirty="0" sz="1600" spc="-10">
                <a:latin typeface="宋体"/>
                <a:cs typeface="宋体"/>
              </a:rPr>
              <a:t> </a:t>
            </a:r>
            <a:r>
              <a:rPr dirty="0" sz="1600">
                <a:latin typeface="宋体"/>
                <a:cs typeface="宋体"/>
              </a:rPr>
              <a:t>固定资产原</a:t>
            </a:r>
            <a:r>
              <a:rPr dirty="0" sz="1600" spc="-5">
                <a:latin typeface="宋体"/>
                <a:cs typeface="宋体"/>
              </a:rPr>
              <a:t>值 result = []</a:t>
            </a:r>
            <a:r>
              <a:rPr dirty="0" sz="1600" spc="75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# </a:t>
            </a:r>
            <a:r>
              <a:rPr dirty="0" sz="1600">
                <a:latin typeface="宋体"/>
                <a:cs typeface="宋体"/>
              </a:rPr>
              <a:t>创 建 空 列 表 存 储 年 折 旧 </a:t>
            </a:r>
            <a:r>
              <a:rPr dirty="0" sz="1600" spc="-5">
                <a:latin typeface="宋体"/>
                <a:cs typeface="宋体"/>
              </a:rPr>
              <a:t>额</a:t>
            </a:r>
            <a:endParaRPr sz="1600">
              <a:latin typeface="宋体"/>
              <a:cs typeface="宋体"/>
            </a:endParaRPr>
          </a:p>
          <a:p>
            <a:pPr marL="329565">
              <a:lnSpc>
                <a:spcPct val="100000"/>
              </a:lnSpc>
            </a:pPr>
            <a:r>
              <a:rPr dirty="0" sz="1600" spc="-5">
                <a:latin typeface="宋体"/>
                <a:cs typeface="宋体"/>
              </a:rPr>
              <a:t>for i in</a:t>
            </a:r>
            <a:r>
              <a:rPr dirty="0" sz="160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range(8):              </a:t>
            </a:r>
            <a:endParaRPr sz="1600">
              <a:latin typeface="宋体"/>
              <a:cs typeface="宋体"/>
            </a:endParaRPr>
          </a:p>
          <a:p>
            <a:pPr marL="329565">
              <a:lnSpc>
                <a:spcPct val="100000"/>
              </a:lnSpc>
            </a:pPr>
            <a:r>
              <a:rPr dirty="0" sz="1600" spc="-5">
                <a:latin typeface="宋体"/>
                <a:cs typeface="宋体"/>
              </a:rPr>
              <a:t>    </a:t>
            </a:r>
            <a:r>
              <a:rPr dirty="0" sz="1600" spc="-5">
                <a:latin typeface="宋体"/>
                <a:cs typeface="宋体"/>
              </a:rPr>
              <a:t>年折旧额</a:t>
            </a:r>
            <a:r>
              <a:rPr dirty="0" sz="1600" spc="-5">
                <a:latin typeface="宋体"/>
                <a:cs typeface="宋体"/>
              </a:rPr>
              <a:t> = round(</a:t>
            </a:r>
            <a:r>
              <a:rPr dirty="0" sz="1600">
                <a:latin typeface="宋体"/>
                <a:cs typeface="宋体"/>
              </a:rPr>
              <a:t>年初固定资产净值</a:t>
            </a:r>
            <a:r>
              <a:rPr dirty="0" sz="1600" spc="-5">
                <a:latin typeface="宋体"/>
                <a:cs typeface="宋体"/>
              </a:rPr>
              <a:t> *</a:t>
            </a:r>
            <a:r>
              <a:rPr dirty="0" sz="160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(2/10),2)</a:t>
            </a:r>
            <a:r>
              <a:rPr dirty="0" sz="1600" spc="5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# </a:t>
            </a:r>
            <a:r>
              <a:rPr dirty="0" sz="1600">
                <a:latin typeface="宋体"/>
                <a:cs typeface="宋体"/>
              </a:rPr>
              <a:t>年折旧率</a:t>
            </a:r>
            <a:r>
              <a:rPr dirty="0" sz="1600" spc="-5">
                <a:latin typeface="宋体"/>
                <a:cs typeface="宋体"/>
              </a:rPr>
              <a:t> =</a:t>
            </a:r>
            <a:r>
              <a:rPr dirty="0" sz="160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2/10</a:t>
            </a:r>
            <a:endParaRPr sz="1600">
              <a:latin typeface="宋体"/>
              <a:cs typeface="宋体"/>
            </a:endParaRPr>
          </a:p>
          <a:p>
            <a:pPr marL="329565">
              <a:lnSpc>
                <a:spcPct val="100000"/>
              </a:lnSpc>
            </a:pPr>
            <a:r>
              <a:rPr dirty="0" sz="1600" spc="-5">
                <a:latin typeface="宋体"/>
                <a:cs typeface="宋体"/>
              </a:rPr>
              <a:t>    </a:t>
            </a:r>
            <a:r>
              <a:rPr dirty="0" sz="1600" spc="-5">
                <a:latin typeface="宋体"/>
                <a:cs typeface="宋体"/>
              </a:rPr>
              <a:t>result.append(</a:t>
            </a:r>
            <a:r>
              <a:rPr dirty="0" sz="1600">
                <a:latin typeface="宋体"/>
                <a:cs typeface="宋体"/>
              </a:rPr>
              <a:t>年折旧额</a:t>
            </a:r>
            <a:r>
              <a:rPr dirty="0" sz="1600" spc="-5">
                <a:latin typeface="宋体"/>
                <a:cs typeface="宋体"/>
              </a:rPr>
              <a:t>)</a:t>
            </a:r>
            <a:endParaRPr sz="1600">
              <a:latin typeface="宋体"/>
              <a:cs typeface="宋体"/>
            </a:endParaRPr>
          </a:p>
          <a:p>
            <a:pPr marL="329565" marR="6916420">
              <a:lnSpc>
                <a:spcPct val="100000"/>
              </a:lnSpc>
            </a:pPr>
            <a:r>
              <a:rPr dirty="0" sz="1600" spc="-5">
                <a:latin typeface="宋体"/>
                <a:cs typeface="宋体"/>
              </a:rPr>
              <a:t>    </a:t>
            </a:r>
            <a:r>
              <a:rPr dirty="0" sz="1600" spc="-5">
                <a:latin typeface="宋体"/>
                <a:cs typeface="宋体"/>
              </a:rPr>
              <a:t>年初固定资产净值</a:t>
            </a:r>
            <a:r>
              <a:rPr dirty="0" sz="1600" spc="-5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-=</a:t>
            </a:r>
            <a:r>
              <a:rPr dirty="0" sz="1600" spc="-50">
                <a:latin typeface="宋体"/>
                <a:cs typeface="宋体"/>
              </a:rPr>
              <a:t> </a:t>
            </a:r>
            <a:r>
              <a:rPr dirty="0" sz="1600">
                <a:latin typeface="宋体"/>
                <a:cs typeface="宋体"/>
              </a:rPr>
              <a:t>年折旧</a:t>
            </a:r>
            <a:r>
              <a:rPr dirty="0" sz="1600" spc="-5">
                <a:latin typeface="宋体"/>
                <a:cs typeface="宋体"/>
              </a:rPr>
              <a:t>额 else:</a:t>
            </a:r>
            <a:endParaRPr sz="1600">
              <a:latin typeface="宋体"/>
              <a:cs typeface="宋体"/>
            </a:endParaRPr>
          </a:p>
          <a:p>
            <a:pPr marL="329565">
              <a:lnSpc>
                <a:spcPct val="100000"/>
              </a:lnSpc>
            </a:pPr>
            <a:r>
              <a:rPr dirty="0" sz="1600" spc="-5">
                <a:latin typeface="宋体"/>
                <a:cs typeface="宋体"/>
              </a:rPr>
              <a:t>    </a:t>
            </a:r>
            <a:r>
              <a:rPr dirty="0" sz="1600" spc="-5">
                <a:latin typeface="宋体"/>
                <a:cs typeface="宋体"/>
              </a:rPr>
              <a:t>年折旧额</a:t>
            </a:r>
            <a:r>
              <a:rPr dirty="0" sz="1600" spc="-5">
                <a:latin typeface="宋体"/>
                <a:cs typeface="宋体"/>
              </a:rPr>
              <a:t> = round((</a:t>
            </a:r>
            <a:r>
              <a:rPr dirty="0" sz="1600">
                <a:latin typeface="宋体"/>
                <a:cs typeface="宋体"/>
              </a:rPr>
              <a:t>年初固定资产净值</a:t>
            </a:r>
            <a:r>
              <a:rPr dirty="0" sz="1600" spc="-5">
                <a:latin typeface="宋体"/>
                <a:cs typeface="宋体"/>
              </a:rPr>
              <a:t>-100000*0.05)/2,2)</a:t>
            </a:r>
            <a:endParaRPr sz="1600">
              <a:latin typeface="宋体"/>
              <a:cs typeface="宋体"/>
            </a:endParaRPr>
          </a:p>
          <a:p>
            <a:pPr marL="329565">
              <a:lnSpc>
                <a:spcPct val="100000"/>
              </a:lnSpc>
            </a:pPr>
            <a:r>
              <a:rPr dirty="0" sz="1600" spc="-5">
                <a:latin typeface="宋体"/>
                <a:cs typeface="宋体"/>
              </a:rPr>
              <a:t>    </a:t>
            </a:r>
            <a:r>
              <a:rPr dirty="0" sz="1600" spc="-5">
                <a:latin typeface="宋体"/>
                <a:cs typeface="宋体"/>
              </a:rPr>
              <a:t>result.append(</a:t>
            </a:r>
            <a:r>
              <a:rPr dirty="0" sz="1600">
                <a:latin typeface="宋体"/>
                <a:cs typeface="宋体"/>
              </a:rPr>
              <a:t>年折旧额</a:t>
            </a:r>
            <a:r>
              <a:rPr dirty="0" sz="1600" spc="-5">
                <a:latin typeface="宋体"/>
                <a:cs typeface="宋体"/>
              </a:rPr>
              <a:t>)</a:t>
            </a:r>
            <a:endParaRPr sz="1600">
              <a:latin typeface="宋体"/>
              <a:cs typeface="宋体"/>
            </a:endParaRPr>
          </a:p>
          <a:p>
            <a:pPr marL="329565" marR="3562985">
              <a:lnSpc>
                <a:spcPct val="100000"/>
              </a:lnSpc>
            </a:pPr>
            <a:r>
              <a:rPr dirty="0" sz="1600" spc="-5">
                <a:latin typeface="宋体"/>
                <a:cs typeface="宋体"/>
              </a:rPr>
              <a:t>    </a:t>
            </a:r>
            <a:r>
              <a:rPr dirty="0" sz="1600" spc="-5">
                <a:latin typeface="宋体"/>
                <a:cs typeface="宋体"/>
              </a:rPr>
              <a:t>result.append(round(</a:t>
            </a:r>
            <a:r>
              <a:rPr dirty="0" sz="1600">
                <a:latin typeface="宋体"/>
                <a:cs typeface="宋体"/>
              </a:rPr>
              <a:t>年初固定资产净值</a:t>
            </a:r>
            <a:r>
              <a:rPr dirty="0" sz="1600" spc="-5">
                <a:latin typeface="宋体"/>
                <a:cs typeface="宋体"/>
              </a:rPr>
              <a:t>-100000*0.05-</a:t>
            </a:r>
            <a:r>
              <a:rPr dirty="0" sz="1600">
                <a:latin typeface="宋体"/>
                <a:cs typeface="宋体"/>
              </a:rPr>
              <a:t>年折旧额</a:t>
            </a:r>
            <a:r>
              <a:rPr dirty="0" sz="1600" spc="-5">
                <a:latin typeface="宋体"/>
                <a:cs typeface="宋体"/>
              </a:rPr>
              <a:t>,2))  print("</a:t>
            </a:r>
            <a:r>
              <a:rPr dirty="0" sz="1600">
                <a:latin typeface="宋体"/>
                <a:cs typeface="宋体"/>
              </a:rPr>
              <a:t>每年折旧额依次为</a:t>
            </a:r>
            <a:r>
              <a:rPr dirty="0" sz="1600" spc="-5">
                <a:latin typeface="宋体"/>
                <a:cs typeface="宋体"/>
              </a:rPr>
              <a:t>：",result)</a:t>
            </a:r>
            <a:endParaRPr sz="16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2"/>
            <a:ext cx="203200" cy="609600"/>
          </a:xfrm>
          <a:custGeom>
            <a:avLst/>
            <a:gdLst/>
            <a:ahLst/>
            <a:cxnLst/>
            <a:rect l="l" t="t" r="r" b="b"/>
            <a:pathLst>
              <a:path w="203200" h="609600">
                <a:moveTo>
                  <a:pt x="0" y="0"/>
                </a:moveTo>
                <a:lnTo>
                  <a:pt x="202692" y="0"/>
                </a:lnTo>
                <a:lnTo>
                  <a:pt x="202692" y="609599"/>
                </a:lnTo>
                <a:lnTo>
                  <a:pt x="0" y="609599"/>
                </a:lnTo>
                <a:lnTo>
                  <a:pt x="0" y="0"/>
                </a:lnTo>
                <a:close/>
              </a:path>
            </a:pathLst>
          </a:custGeom>
          <a:solidFill>
            <a:srgbClr val="20565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1940" y="217411"/>
            <a:ext cx="109728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for</a:t>
            </a: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循</a:t>
            </a:r>
            <a:r>
              <a:rPr dirty="0" sz="2400" spc="-10" b="1">
                <a:solidFill>
                  <a:srgbClr val="2E5B50"/>
                </a:solidFill>
                <a:latin typeface="宋体"/>
                <a:cs typeface="宋体"/>
              </a:rPr>
              <a:t>环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62940" y="1245108"/>
            <a:ext cx="10800715" cy="1655445"/>
          </a:xfrm>
          <a:custGeom>
            <a:avLst/>
            <a:gdLst/>
            <a:ahLst/>
            <a:cxnLst/>
            <a:rect l="l" t="t" r="r" b="b"/>
            <a:pathLst>
              <a:path w="10800715" h="1655445">
                <a:moveTo>
                  <a:pt x="10524743" y="1655064"/>
                </a:moveTo>
                <a:lnTo>
                  <a:pt x="275844" y="1655064"/>
                </a:lnTo>
                <a:lnTo>
                  <a:pt x="226276" y="1650707"/>
                </a:lnTo>
                <a:lnTo>
                  <a:pt x="179616" y="1637956"/>
                </a:lnTo>
                <a:lnTo>
                  <a:pt x="136646" y="1617590"/>
                </a:lnTo>
                <a:lnTo>
                  <a:pt x="98145" y="1590391"/>
                </a:lnTo>
                <a:lnTo>
                  <a:pt x="64894" y="1557139"/>
                </a:lnTo>
                <a:lnTo>
                  <a:pt x="37673" y="1518615"/>
                </a:lnTo>
                <a:lnTo>
                  <a:pt x="17264" y="1475600"/>
                </a:lnTo>
                <a:lnTo>
                  <a:pt x="4446" y="1428874"/>
                </a:lnTo>
                <a:lnTo>
                  <a:pt x="0" y="1379219"/>
                </a:lnTo>
                <a:lnTo>
                  <a:pt x="0" y="275843"/>
                </a:lnTo>
                <a:lnTo>
                  <a:pt x="4446" y="226125"/>
                </a:lnTo>
                <a:lnTo>
                  <a:pt x="17264" y="179353"/>
                </a:lnTo>
                <a:lnTo>
                  <a:pt x="37673" y="136307"/>
                </a:lnTo>
                <a:lnTo>
                  <a:pt x="64894" y="97769"/>
                </a:lnTo>
                <a:lnTo>
                  <a:pt x="98145" y="64518"/>
                </a:lnTo>
                <a:lnTo>
                  <a:pt x="136646" y="37335"/>
                </a:lnTo>
                <a:lnTo>
                  <a:pt x="179616" y="17000"/>
                </a:lnTo>
                <a:lnTo>
                  <a:pt x="226276" y="4295"/>
                </a:lnTo>
                <a:lnTo>
                  <a:pt x="275844" y="0"/>
                </a:lnTo>
                <a:lnTo>
                  <a:pt x="10524743" y="0"/>
                </a:lnTo>
                <a:lnTo>
                  <a:pt x="10574161" y="4295"/>
                </a:lnTo>
                <a:lnTo>
                  <a:pt x="10620707" y="17000"/>
                </a:lnTo>
                <a:lnTo>
                  <a:pt x="10663602" y="37335"/>
                </a:lnTo>
                <a:lnTo>
                  <a:pt x="10702066" y="64518"/>
                </a:lnTo>
                <a:lnTo>
                  <a:pt x="10735317" y="97769"/>
                </a:lnTo>
                <a:lnTo>
                  <a:pt x="10762575" y="136307"/>
                </a:lnTo>
                <a:lnTo>
                  <a:pt x="10783060" y="179353"/>
                </a:lnTo>
                <a:lnTo>
                  <a:pt x="10795991" y="226125"/>
                </a:lnTo>
                <a:lnTo>
                  <a:pt x="10800588" y="275843"/>
                </a:lnTo>
                <a:lnTo>
                  <a:pt x="10800588" y="1379219"/>
                </a:lnTo>
                <a:lnTo>
                  <a:pt x="10795991" y="1428874"/>
                </a:lnTo>
                <a:lnTo>
                  <a:pt x="10783060" y="1475600"/>
                </a:lnTo>
                <a:lnTo>
                  <a:pt x="10762575" y="1518615"/>
                </a:lnTo>
                <a:lnTo>
                  <a:pt x="10735317" y="1557139"/>
                </a:lnTo>
                <a:lnTo>
                  <a:pt x="10702066" y="1590391"/>
                </a:lnTo>
                <a:lnTo>
                  <a:pt x="10663602" y="1617590"/>
                </a:lnTo>
                <a:lnTo>
                  <a:pt x="10620707" y="1637956"/>
                </a:lnTo>
                <a:lnTo>
                  <a:pt x="10574161" y="1650707"/>
                </a:lnTo>
                <a:lnTo>
                  <a:pt x="10524743" y="1655064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62940" y="3203448"/>
            <a:ext cx="10799445" cy="3157855"/>
          </a:xfrm>
          <a:custGeom>
            <a:avLst/>
            <a:gdLst/>
            <a:ahLst/>
            <a:cxnLst/>
            <a:rect l="l" t="t" r="r" b="b"/>
            <a:pathLst>
              <a:path w="10799445" h="3157854">
                <a:moveTo>
                  <a:pt x="10273284" y="3157728"/>
                </a:moveTo>
                <a:lnTo>
                  <a:pt x="525779" y="3157728"/>
                </a:lnTo>
                <a:lnTo>
                  <a:pt x="477958" y="3155617"/>
                </a:lnTo>
                <a:lnTo>
                  <a:pt x="431332" y="3149324"/>
                </a:lnTo>
                <a:lnTo>
                  <a:pt x="386088" y="3139036"/>
                </a:lnTo>
                <a:lnTo>
                  <a:pt x="342413" y="3124938"/>
                </a:lnTo>
                <a:lnTo>
                  <a:pt x="300493" y="3107217"/>
                </a:lnTo>
                <a:lnTo>
                  <a:pt x="260513" y="3086060"/>
                </a:lnTo>
                <a:lnTo>
                  <a:pt x="222661" y="3061652"/>
                </a:lnTo>
                <a:lnTo>
                  <a:pt x="187123" y="3034181"/>
                </a:lnTo>
                <a:lnTo>
                  <a:pt x="154085" y="3003832"/>
                </a:lnTo>
                <a:lnTo>
                  <a:pt x="123734" y="2970792"/>
                </a:lnTo>
                <a:lnTo>
                  <a:pt x="96256" y="2935247"/>
                </a:lnTo>
                <a:lnTo>
                  <a:pt x="71836" y="2897383"/>
                </a:lnTo>
                <a:lnTo>
                  <a:pt x="50663" y="2857387"/>
                </a:lnTo>
                <a:lnTo>
                  <a:pt x="32921" y="2815446"/>
                </a:lnTo>
                <a:lnTo>
                  <a:pt x="18797" y="2771745"/>
                </a:lnTo>
                <a:lnTo>
                  <a:pt x="8478" y="2726470"/>
                </a:lnTo>
                <a:lnTo>
                  <a:pt x="2150" y="2679809"/>
                </a:lnTo>
                <a:lnTo>
                  <a:pt x="0" y="2631948"/>
                </a:lnTo>
                <a:lnTo>
                  <a:pt x="0" y="525779"/>
                </a:lnTo>
                <a:lnTo>
                  <a:pt x="2150" y="477978"/>
                </a:lnTo>
                <a:lnTo>
                  <a:pt x="8478" y="431370"/>
                </a:lnTo>
                <a:lnTo>
                  <a:pt x="18797" y="386141"/>
                </a:lnTo>
                <a:lnTo>
                  <a:pt x="32921" y="342479"/>
                </a:lnTo>
                <a:lnTo>
                  <a:pt x="50663" y="300569"/>
                </a:lnTo>
                <a:lnTo>
                  <a:pt x="71836" y="260598"/>
                </a:lnTo>
                <a:lnTo>
                  <a:pt x="96256" y="222752"/>
                </a:lnTo>
                <a:lnTo>
                  <a:pt x="123734" y="187217"/>
                </a:lnTo>
                <a:lnTo>
                  <a:pt x="154085" y="154181"/>
                </a:lnTo>
                <a:lnTo>
                  <a:pt x="187123" y="123828"/>
                </a:lnTo>
                <a:lnTo>
                  <a:pt x="222661" y="96346"/>
                </a:lnTo>
                <a:lnTo>
                  <a:pt x="260513" y="71921"/>
                </a:lnTo>
                <a:lnTo>
                  <a:pt x="300493" y="50739"/>
                </a:lnTo>
                <a:lnTo>
                  <a:pt x="342413" y="32987"/>
                </a:lnTo>
                <a:lnTo>
                  <a:pt x="386088" y="18850"/>
                </a:lnTo>
                <a:lnTo>
                  <a:pt x="431332" y="8516"/>
                </a:lnTo>
                <a:lnTo>
                  <a:pt x="477958" y="2170"/>
                </a:lnTo>
                <a:lnTo>
                  <a:pt x="525779" y="0"/>
                </a:lnTo>
                <a:lnTo>
                  <a:pt x="10273284" y="0"/>
                </a:lnTo>
                <a:lnTo>
                  <a:pt x="10321165" y="2170"/>
                </a:lnTo>
                <a:lnTo>
                  <a:pt x="10367844" y="8516"/>
                </a:lnTo>
                <a:lnTo>
                  <a:pt x="10413133" y="18850"/>
                </a:lnTo>
                <a:lnTo>
                  <a:pt x="10456848" y="32987"/>
                </a:lnTo>
                <a:lnTo>
                  <a:pt x="10498800" y="50739"/>
                </a:lnTo>
                <a:lnTo>
                  <a:pt x="10538804" y="71921"/>
                </a:lnTo>
                <a:lnTo>
                  <a:pt x="10576673" y="96346"/>
                </a:lnTo>
                <a:lnTo>
                  <a:pt x="10612222" y="123828"/>
                </a:lnTo>
                <a:lnTo>
                  <a:pt x="10645263" y="154181"/>
                </a:lnTo>
                <a:lnTo>
                  <a:pt x="10675611" y="187217"/>
                </a:lnTo>
                <a:lnTo>
                  <a:pt x="10703079" y="222752"/>
                </a:lnTo>
                <a:lnTo>
                  <a:pt x="10727481" y="260598"/>
                </a:lnTo>
                <a:lnTo>
                  <a:pt x="10748630" y="300569"/>
                </a:lnTo>
                <a:lnTo>
                  <a:pt x="10766340" y="342479"/>
                </a:lnTo>
                <a:lnTo>
                  <a:pt x="10780424" y="386141"/>
                </a:lnTo>
                <a:lnTo>
                  <a:pt x="10790698" y="431370"/>
                </a:lnTo>
                <a:lnTo>
                  <a:pt x="10796973" y="477978"/>
                </a:lnTo>
                <a:lnTo>
                  <a:pt x="10799064" y="525779"/>
                </a:lnTo>
                <a:lnTo>
                  <a:pt x="10799064" y="2631948"/>
                </a:lnTo>
                <a:lnTo>
                  <a:pt x="10796973" y="2679809"/>
                </a:lnTo>
                <a:lnTo>
                  <a:pt x="10790698" y="2726470"/>
                </a:lnTo>
                <a:lnTo>
                  <a:pt x="10780424" y="2771745"/>
                </a:lnTo>
                <a:lnTo>
                  <a:pt x="10766340" y="2815446"/>
                </a:lnTo>
                <a:lnTo>
                  <a:pt x="10748630" y="2857387"/>
                </a:lnTo>
                <a:lnTo>
                  <a:pt x="10727481" y="2897383"/>
                </a:lnTo>
                <a:lnTo>
                  <a:pt x="10703079" y="2935247"/>
                </a:lnTo>
                <a:lnTo>
                  <a:pt x="10675611" y="2970792"/>
                </a:lnTo>
                <a:lnTo>
                  <a:pt x="10645263" y="3003832"/>
                </a:lnTo>
                <a:lnTo>
                  <a:pt x="10612222" y="3034181"/>
                </a:lnTo>
                <a:lnTo>
                  <a:pt x="10576673" y="3061652"/>
                </a:lnTo>
                <a:lnTo>
                  <a:pt x="10538804" y="3086060"/>
                </a:lnTo>
                <a:lnTo>
                  <a:pt x="10498800" y="3107217"/>
                </a:lnTo>
                <a:lnTo>
                  <a:pt x="10456848" y="3124938"/>
                </a:lnTo>
                <a:lnTo>
                  <a:pt x="10413133" y="3139036"/>
                </a:lnTo>
                <a:lnTo>
                  <a:pt x="10367844" y="3149324"/>
                </a:lnTo>
                <a:lnTo>
                  <a:pt x="10321165" y="3155617"/>
                </a:lnTo>
                <a:lnTo>
                  <a:pt x="10273284" y="3157728"/>
                </a:lnTo>
                <a:close/>
              </a:path>
            </a:pathLst>
          </a:custGeom>
          <a:solidFill>
            <a:srgbClr val="D2E1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31876" y="3142488"/>
            <a:ext cx="1163320" cy="463550"/>
          </a:xfrm>
          <a:custGeom>
            <a:avLst/>
            <a:gdLst/>
            <a:ahLst/>
            <a:cxnLst/>
            <a:rect l="l" t="t" r="r" b="b"/>
            <a:pathLst>
              <a:path w="1163320" h="463550">
                <a:moveTo>
                  <a:pt x="1085088" y="463296"/>
                </a:moveTo>
                <a:lnTo>
                  <a:pt x="77723" y="463296"/>
                </a:lnTo>
                <a:lnTo>
                  <a:pt x="47543" y="457425"/>
                </a:lnTo>
                <a:lnTo>
                  <a:pt x="22893" y="440878"/>
                </a:lnTo>
                <a:lnTo>
                  <a:pt x="6227" y="416109"/>
                </a:lnTo>
                <a:lnTo>
                  <a:pt x="0" y="385572"/>
                </a:lnTo>
                <a:lnTo>
                  <a:pt x="0" y="76200"/>
                </a:lnTo>
                <a:lnTo>
                  <a:pt x="6227" y="46471"/>
                </a:lnTo>
                <a:lnTo>
                  <a:pt x="22893" y="22131"/>
                </a:lnTo>
                <a:lnTo>
                  <a:pt x="47543" y="5775"/>
                </a:lnTo>
                <a:lnTo>
                  <a:pt x="77723" y="0"/>
                </a:lnTo>
                <a:lnTo>
                  <a:pt x="1085088" y="0"/>
                </a:lnTo>
                <a:lnTo>
                  <a:pt x="1115482" y="5775"/>
                </a:lnTo>
                <a:lnTo>
                  <a:pt x="1140204" y="22131"/>
                </a:lnTo>
                <a:lnTo>
                  <a:pt x="1156798" y="46471"/>
                </a:lnTo>
                <a:lnTo>
                  <a:pt x="1162812" y="76200"/>
                </a:lnTo>
                <a:lnTo>
                  <a:pt x="1162812" y="385572"/>
                </a:lnTo>
                <a:lnTo>
                  <a:pt x="1156798" y="416109"/>
                </a:lnTo>
                <a:lnTo>
                  <a:pt x="1140204" y="440878"/>
                </a:lnTo>
                <a:lnTo>
                  <a:pt x="1115482" y="457425"/>
                </a:lnTo>
                <a:lnTo>
                  <a:pt x="1085088" y="463296"/>
                </a:lnTo>
                <a:close/>
              </a:path>
            </a:pathLst>
          </a:custGeom>
          <a:solidFill>
            <a:srgbClr val="78A77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643051" y="1341958"/>
            <a:ext cx="10502900" cy="45288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0200" marR="5080">
              <a:lnSpc>
                <a:spcPct val="15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宋体"/>
                <a:cs typeface="宋体"/>
              </a:rPr>
              <a:t>说明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：20×1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年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12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月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31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日，甲公司经批准发行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5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年期一次还本、分期付息的公司债券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10,000,000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元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,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债券利息在每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年 12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月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31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日支付，票面年利率为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6%，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债券发行时市场利率为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5%，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债券实际发行总价为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10,432,700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元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(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即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20×1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年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12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月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31  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日的摊余成本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)，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公司采用实际利率法和摊余成本计算利息费用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1600">
              <a:latin typeface="宋体"/>
              <a:cs typeface="宋体"/>
            </a:endParaRPr>
          </a:p>
          <a:p>
            <a:pPr marL="330200">
              <a:lnSpc>
                <a:spcPct val="100000"/>
              </a:lnSpc>
              <a:spcBef>
                <a:spcPts val="960"/>
              </a:spcBef>
            </a:pPr>
            <a:r>
              <a:rPr dirty="0" sz="1600" b="1">
                <a:solidFill>
                  <a:srgbClr val="FFFFFF"/>
                </a:solidFill>
                <a:latin typeface="宋体"/>
                <a:cs typeface="宋体"/>
              </a:rPr>
              <a:t>要求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：采用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for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循环计算该应付债券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20×2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年至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20×6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年的年末摊余成本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160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示例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4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代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码</a:t>
            </a:r>
            <a:endParaRPr sz="1600">
              <a:latin typeface="宋体"/>
              <a:cs typeface="宋体"/>
            </a:endParaRPr>
          </a:p>
          <a:p>
            <a:pPr marL="472440" marR="7584440">
              <a:lnSpc>
                <a:spcPct val="100000"/>
              </a:lnSpc>
              <a:spcBef>
                <a:spcPts val="1410"/>
              </a:spcBef>
            </a:pPr>
            <a:r>
              <a:rPr dirty="0" sz="1600" spc="-5">
                <a:latin typeface="宋体"/>
                <a:cs typeface="宋体"/>
              </a:rPr>
              <a:t>amortisedCost = 10432700  amortisedCostList = []  for i in</a:t>
            </a:r>
            <a:r>
              <a:rPr dirty="0" sz="1600" spc="-2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range(4):</a:t>
            </a:r>
            <a:endParaRPr sz="1600">
              <a:latin typeface="宋体"/>
              <a:cs typeface="宋体"/>
            </a:endParaRPr>
          </a:p>
          <a:p>
            <a:pPr marL="472440">
              <a:lnSpc>
                <a:spcPct val="100000"/>
              </a:lnSpc>
            </a:pPr>
            <a:r>
              <a:rPr dirty="0" sz="1600" spc="-5">
                <a:latin typeface="宋体"/>
                <a:cs typeface="宋体"/>
              </a:rPr>
              <a:t>    </a:t>
            </a:r>
            <a:r>
              <a:rPr dirty="0" sz="1600" spc="-5">
                <a:latin typeface="宋体"/>
                <a:cs typeface="宋体"/>
              </a:rPr>
              <a:t>amortisedCost =</a:t>
            </a:r>
            <a:r>
              <a:rPr dirty="0" sz="1600" spc="5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round(amortisedCost+amortisedCost*0.05-10000000*0.06,2)</a:t>
            </a:r>
            <a:endParaRPr sz="1600">
              <a:latin typeface="宋体"/>
              <a:cs typeface="宋体"/>
            </a:endParaRPr>
          </a:p>
          <a:p>
            <a:pPr marL="472440" marR="5654675">
              <a:lnSpc>
                <a:spcPct val="100000"/>
              </a:lnSpc>
            </a:pPr>
            <a:r>
              <a:rPr dirty="0" sz="1600" spc="-5">
                <a:latin typeface="宋体"/>
                <a:cs typeface="宋体"/>
              </a:rPr>
              <a:t>    </a:t>
            </a:r>
            <a:r>
              <a:rPr dirty="0" sz="1600" spc="-5">
                <a:latin typeface="宋体"/>
                <a:cs typeface="宋体"/>
              </a:rPr>
              <a:t>amortisedCostList.append(amortisedCost)  else:</a:t>
            </a:r>
            <a:endParaRPr sz="1600">
              <a:latin typeface="宋体"/>
              <a:cs typeface="宋体"/>
            </a:endParaRPr>
          </a:p>
          <a:p>
            <a:pPr marL="472440">
              <a:lnSpc>
                <a:spcPct val="100000"/>
              </a:lnSpc>
            </a:pPr>
            <a:r>
              <a:rPr dirty="0" sz="1600" spc="-5">
                <a:latin typeface="宋体"/>
                <a:cs typeface="宋体"/>
              </a:rPr>
              <a:t>    </a:t>
            </a:r>
            <a:r>
              <a:rPr dirty="0" sz="1600" spc="-5">
                <a:latin typeface="宋体"/>
                <a:cs typeface="宋体"/>
              </a:rPr>
              <a:t>amortisedCost = 10000000</a:t>
            </a:r>
            <a:endParaRPr sz="1600">
              <a:latin typeface="宋体"/>
              <a:cs typeface="宋体"/>
            </a:endParaRPr>
          </a:p>
          <a:p>
            <a:pPr marL="472440">
              <a:lnSpc>
                <a:spcPct val="100000"/>
              </a:lnSpc>
            </a:pPr>
            <a:r>
              <a:rPr dirty="0" sz="1600" spc="-5">
                <a:latin typeface="宋体"/>
                <a:cs typeface="宋体"/>
              </a:rPr>
              <a:t>    </a:t>
            </a:r>
            <a:r>
              <a:rPr dirty="0" sz="1600" spc="-5">
                <a:latin typeface="宋体"/>
                <a:cs typeface="宋体"/>
              </a:rPr>
              <a:t>amortisedCostList.append(amortisedCost)</a:t>
            </a:r>
            <a:endParaRPr sz="1600">
              <a:latin typeface="宋体"/>
              <a:cs typeface="宋体"/>
            </a:endParaRPr>
          </a:p>
          <a:p>
            <a:pPr marL="472440">
              <a:lnSpc>
                <a:spcPct val="100000"/>
              </a:lnSpc>
            </a:pPr>
            <a:r>
              <a:rPr dirty="0" sz="1600" spc="-5">
                <a:latin typeface="宋体"/>
                <a:cs typeface="宋体"/>
              </a:rPr>
              <a:t>print('</a:t>
            </a:r>
            <a:r>
              <a:rPr dirty="0" sz="1600">
                <a:latin typeface="宋体"/>
                <a:cs typeface="宋体"/>
              </a:rPr>
              <a:t>应付债券</a:t>
            </a:r>
            <a:r>
              <a:rPr dirty="0" sz="1600" spc="-5">
                <a:latin typeface="宋体"/>
                <a:cs typeface="宋体"/>
              </a:rPr>
              <a:t>20×2</a:t>
            </a:r>
            <a:r>
              <a:rPr dirty="0" sz="1600">
                <a:latin typeface="宋体"/>
                <a:cs typeface="宋体"/>
              </a:rPr>
              <a:t>年至</a:t>
            </a:r>
            <a:r>
              <a:rPr dirty="0" sz="1600" spc="-5">
                <a:latin typeface="宋体"/>
                <a:cs typeface="宋体"/>
              </a:rPr>
              <a:t>20×6</a:t>
            </a:r>
            <a:r>
              <a:rPr dirty="0" sz="1600">
                <a:latin typeface="宋体"/>
                <a:cs typeface="宋体"/>
              </a:rPr>
              <a:t>年的年末摊余成本依次为</a:t>
            </a:r>
            <a:r>
              <a:rPr dirty="0" sz="1600" spc="-5">
                <a:latin typeface="宋体"/>
                <a:cs typeface="宋体"/>
              </a:rPr>
              <a:t>：',amortisedCostList)</a:t>
            </a:r>
            <a:endParaRPr sz="16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2"/>
            <a:ext cx="203200" cy="609600"/>
          </a:xfrm>
          <a:custGeom>
            <a:avLst/>
            <a:gdLst/>
            <a:ahLst/>
            <a:cxnLst/>
            <a:rect l="l" t="t" r="r" b="b"/>
            <a:pathLst>
              <a:path w="203200" h="609600">
                <a:moveTo>
                  <a:pt x="0" y="0"/>
                </a:moveTo>
                <a:lnTo>
                  <a:pt x="202692" y="0"/>
                </a:lnTo>
                <a:lnTo>
                  <a:pt x="202692" y="609599"/>
                </a:lnTo>
                <a:lnTo>
                  <a:pt x="0" y="609599"/>
                </a:lnTo>
                <a:lnTo>
                  <a:pt x="0" y="0"/>
                </a:lnTo>
                <a:close/>
              </a:path>
            </a:pathLst>
          </a:custGeom>
          <a:solidFill>
            <a:srgbClr val="20565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1940" y="217411"/>
            <a:ext cx="109728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for</a:t>
            </a: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循</a:t>
            </a:r>
            <a:r>
              <a:rPr dirty="0" sz="2400" spc="-10" b="1">
                <a:solidFill>
                  <a:srgbClr val="2E5B50"/>
                </a:solidFill>
                <a:latin typeface="宋体"/>
                <a:cs typeface="宋体"/>
              </a:rPr>
              <a:t>环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90372" y="1229867"/>
            <a:ext cx="10800715" cy="756285"/>
          </a:xfrm>
          <a:custGeom>
            <a:avLst/>
            <a:gdLst/>
            <a:ahLst/>
            <a:cxnLst/>
            <a:rect l="l" t="t" r="r" b="b"/>
            <a:pathLst>
              <a:path w="10800715" h="756285">
                <a:moveTo>
                  <a:pt x="10674096" y="755903"/>
                </a:moveTo>
                <a:lnTo>
                  <a:pt x="126491" y="755903"/>
                </a:lnTo>
                <a:lnTo>
                  <a:pt x="77091" y="746123"/>
                </a:lnTo>
                <a:lnTo>
                  <a:pt x="36871" y="719108"/>
                </a:lnTo>
                <a:lnTo>
                  <a:pt x="9838" y="678869"/>
                </a:lnTo>
                <a:lnTo>
                  <a:pt x="0" y="629411"/>
                </a:lnTo>
                <a:lnTo>
                  <a:pt x="0" y="126491"/>
                </a:lnTo>
                <a:lnTo>
                  <a:pt x="9838" y="77234"/>
                </a:lnTo>
                <a:lnTo>
                  <a:pt x="36871" y="37061"/>
                </a:lnTo>
                <a:lnTo>
                  <a:pt x="77091" y="9981"/>
                </a:lnTo>
                <a:lnTo>
                  <a:pt x="126491" y="0"/>
                </a:lnTo>
                <a:lnTo>
                  <a:pt x="10674096" y="0"/>
                </a:lnTo>
                <a:lnTo>
                  <a:pt x="10723067" y="9981"/>
                </a:lnTo>
                <a:lnTo>
                  <a:pt x="10763145" y="37061"/>
                </a:lnTo>
                <a:lnTo>
                  <a:pt x="10790321" y="77234"/>
                </a:lnTo>
                <a:lnTo>
                  <a:pt x="10800588" y="126491"/>
                </a:lnTo>
                <a:lnTo>
                  <a:pt x="10800588" y="629411"/>
                </a:lnTo>
                <a:lnTo>
                  <a:pt x="10790321" y="678869"/>
                </a:lnTo>
                <a:lnTo>
                  <a:pt x="10763145" y="719108"/>
                </a:lnTo>
                <a:lnTo>
                  <a:pt x="10723067" y="746123"/>
                </a:lnTo>
                <a:lnTo>
                  <a:pt x="10674096" y="755903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81812" y="2353055"/>
            <a:ext cx="4753610" cy="2895600"/>
          </a:xfrm>
          <a:custGeom>
            <a:avLst/>
            <a:gdLst/>
            <a:ahLst/>
            <a:cxnLst/>
            <a:rect l="l" t="t" r="r" b="b"/>
            <a:pathLst>
              <a:path w="4753610" h="2895600">
                <a:moveTo>
                  <a:pt x="4270248" y="2895600"/>
                </a:moveTo>
                <a:lnTo>
                  <a:pt x="483107" y="2895600"/>
                </a:lnTo>
                <a:lnTo>
                  <a:pt x="436631" y="2893327"/>
                </a:lnTo>
                <a:lnTo>
                  <a:pt x="391404" y="2886778"/>
                </a:lnTo>
                <a:lnTo>
                  <a:pt x="347628" y="2876154"/>
                </a:lnTo>
                <a:lnTo>
                  <a:pt x="305504" y="2861657"/>
                </a:lnTo>
                <a:lnTo>
                  <a:pt x="265233" y="2843488"/>
                </a:lnTo>
                <a:lnTo>
                  <a:pt x="227018" y="2821849"/>
                </a:lnTo>
                <a:lnTo>
                  <a:pt x="191061" y="2796943"/>
                </a:lnTo>
                <a:lnTo>
                  <a:pt x="157562" y="2768970"/>
                </a:lnTo>
                <a:lnTo>
                  <a:pt x="126724" y="2738132"/>
                </a:lnTo>
                <a:lnTo>
                  <a:pt x="98749" y="2704630"/>
                </a:lnTo>
                <a:lnTo>
                  <a:pt x="73837" y="2668668"/>
                </a:lnTo>
                <a:lnTo>
                  <a:pt x="52190" y="2630445"/>
                </a:lnTo>
                <a:lnTo>
                  <a:pt x="34011" y="2590164"/>
                </a:lnTo>
                <a:lnTo>
                  <a:pt x="19501" y="2548027"/>
                </a:lnTo>
                <a:lnTo>
                  <a:pt x="8861" y="2504234"/>
                </a:lnTo>
                <a:lnTo>
                  <a:pt x="2293" y="2458989"/>
                </a:lnTo>
                <a:lnTo>
                  <a:pt x="0" y="2412492"/>
                </a:lnTo>
                <a:lnTo>
                  <a:pt x="0" y="481584"/>
                </a:lnTo>
                <a:lnTo>
                  <a:pt x="2581" y="432354"/>
                </a:lnTo>
                <a:lnTo>
                  <a:pt x="9972" y="384536"/>
                </a:lnTo>
                <a:lnTo>
                  <a:pt x="21933" y="338374"/>
                </a:lnTo>
                <a:lnTo>
                  <a:pt x="38220" y="294111"/>
                </a:lnTo>
                <a:lnTo>
                  <a:pt x="58592" y="251993"/>
                </a:lnTo>
                <a:lnTo>
                  <a:pt x="82807" y="212262"/>
                </a:lnTo>
                <a:lnTo>
                  <a:pt x="110623" y="175163"/>
                </a:lnTo>
                <a:lnTo>
                  <a:pt x="141798" y="140941"/>
                </a:lnTo>
                <a:lnTo>
                  <a:pt x="176091" y="109839"/>
                </a:lnTo>
                <a:lnTo>
                  <a:pt x="213259" y="82101"/>
                </a:lnTo>
                <a:lnTo>
                  <a:pt x="253061" y="57972"/>
                </a:lnTo>
                <a:lnTo>
                  <a:pt x="295254" y="37696"/>
                </a:lnTo>
                <a:lnTo>
                  <a:pt x="339598" y="21516"/>
                </a:lnTo>
                <a:lnTo>
                  <a:pt x="385849" y="9678"/>
                </a:lnTo>
                <a:lnTo>
                  <a:pt x="433766" y="2424"/>
                </a:lnTo>
                <a:lnTo>
                  <a:pt x="483107" y="0"/>
                </a:lnTo>
                <a:lnTo>
                  <a:pt x="4270248" y="0"/>
                </a:lnTo>
                <a:lnTo>
                  <a:pt x="4319589" y="2424"/>
                </a:lnTo>
                <a:lnTo>
                  <a:pt x="4367506" y="9678"/>
                </a:lnTo>
                <a:lnTo>
                  <a:pt x="4413757" y="21516"/>
                </a:lnTo>
                <a:lnTo>
                  <a:pt x="4458101" y="37696"/>
                </a:lnTo>
                <a:lnTo>
                  <a:pt x="4500294" y="57972"/>
                </a:lnTo>
                <a:lnTo>
                  <a:pt x="4540096" y="82101"/>
                </a:lnTo>
                <a:lnTo>
                  <a:pt x="4577264" y="109839"/>
                </a:lnTo>
                <a:lnTo>
                  <a:pt x="4611557" y="140941"/>
                </a:lnTo>
                <a:lnTo>
                  <a:pt x="4642732" y="175163"/>
                </a:lnTo>
                <a:lnTo>
                  <a:pt x="4670548" y="212262"/>
                </a:lnTo>
                <a:lnTo>
                  <a:pt x="4694763" y="251993"/>
                </a:lnTo>
                <a:lnTo>
                  <a:pt x="4715135" y="294111"/>
                </a:lnTo>
                <a:lnTo>
                  <a:pt x="4731422" y="338374"/>
                </a:lnTo>
                <a:lnTo>
                  <a:pt x="4743383" y="384536"/>
                </a:lnTo>
                <a:lnTo>
                  <a:pt x="4750774" y="432354"/>
                </a:lnTo>
                <a:lnTo>
                  <a:pt x="4753356" y="481584"/>
                </a:lnTo>
                <a:lnTo>
                  <a:pt x="4753356" y="2412492"/>
                </a:lnTo>
                <a:lnTo>
                  <a:pt x="4751062" y="2458989"/>
                </a:lnTo>
                <a:lnTo>
                  <a:pt x="4744494" y="2504234"/>
                </a:lnTo>
                <a:lnTo>
                  <a:pt x="4733854" y="2548027"/>
                </a:lnTo>
                <a:lnTo>
                  <a:pt x="4719344" y="2590164"/>
                </a:lnTo>
                <a:lnTo>
                  <a:pt x="4701165" y="2630445"/>
                </a:lnTo>
                <a:lnTo>
                  <a:pt x="4679518" y="2668668"/>
                </a:lnTo>
                <a:lnTo>
                  <a:pt x="4654606" y="2704630"/>
                </a:lnTo>
                <a:lnTo>
                  <a:pt x="4626631" y="2738132"/>
                </a:lnTo>
                <a:lnTo>
                  <a:pt x="4595793" y="2768970"/>
                </a:lnTo>
                <a:lnTo>
                  <a:pt x="4562294" y="2796943"/>
                </a:lnTo>
                <a:lnTo>
                  <a:pt x="4526337" y="2821849"/>
                </a:lnTo>
                <a:lnTo>
                  <a:pt x="4488122" y="2843488"/>
                </a:lnTo>
                <a:lnTo>
                  <a:pt x="4447851" y="2861657"/>
                </a:lnTo>
                <a:lnTo>
                  <a:pt x="4405727" y="2876154"/>
                </a:lnTo>
                <a:lnTo>
                  <a:pt x="4361951" y="2886778"/>
                </a:lnTo>
                <a:lnTo>
                  <a:pt x="4316724" y="2893327"/>
                </a:lnTo>
                <a:lnTo>
                  <a:pt x="4270248" y="2895600"/>
                </a:lnTo>
                <a:close/>
              </a:path>
            </a:pathLst>
          </a:custGeom>
          <a:solidFill>
            <a:srgbClr val="D2E1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55319" y="2290572"/>
            <a:ext cx="731520" cy="379730"/>
          </a:xfrm>
          <a:custGeom>
            <a:avLst/>
            <a:gdLst/>
            <a:ahLst/>
            <a:cxnLst/>
            <a:rect l="l" t="t" r="r" b="b"/>
            <a:pathLst>
              <a:path w="731519" h="379730">
                <a:moveTo>
                  <a:pt x="667511" y="379475"/>
                </a:moveTo>
                <a:lnTo>
                  <a:pt x="62484" y="379475"/>
                </a:lnTo>
                <a:lnTo>
                  <a:pt x="37935" y="374593"/>
                </a:lnTo>
                <a:lnTo>
                  <a:pt x="17940" y="361154"/>
                </a:lnTo>
                <a:lnTo>
                  <a:pt x="4596" y="341255"/>
                </a:lnTo>
                <a:lnTo>
                  <a:pt x="0" y="316991"/>
                </a:lnTo>
                <a:lnTo>
                  <a:pt x="0" y="64007"/>
                </a:lnTo>
                <a:lnTo>
                  <a:pt x="4596" y="39220"/>
                </a:lnTo>
                <a:lnTo>
                  <a:pt x="17940" y="18988"/>
                </a:lnTo>
                <a:lnTo>
                  <a:pt x="37935" y="5263"/>
                </a:lnTo>
                <a:lnTo>
                  <a:pt x="62484" y="0"/>
                </a:lnTo>
                <a:lnTo>
                  <a:pt x="667511" y="0"/>
                </a:lnTo>
                <a:lnTo>
                  <a:pt x="692227" y="5263"/>
                </a:lnTo>
                <a:lnTo>
                  <a:pt x="712436" y="18988"/>
                </a:lnTo>
                <a:lnTo>
                  <a:pt x="726185" y="39220"/>
                </a:lnTo>
                <a:lnTo>
                  <a:pt x="731520" y="64007"/>
                </a:lnTo>
                <a:lnTo>
                  <a:pt x="731520" y="316991"/>
                </a:lnTo>
                <a:lnTo>
                  <a:pt x="726185" y="341255"/>
                </a:lnTo>
                <a:lnTo>
                  <a:pt x="712436" y="361154"/>
                </a:lnTo>
                <a:lnTo>
                  <a:pt x="692227" y="374593"/>
                </a:lnTo>
                <a:lnTo>
                  <a:pt x="667511" y="379475"/>
                </a:lnTo>
                <a:close/>
              </a:path>
            </a:pathLst>
          </a:custGeom>
          <a:solidFill>
            <a:srgbClr val="78A77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78598" y="1430896"/>
            <a:ext cx="7333615" cy="18815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34645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使用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for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循环与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range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函数创建一个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0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至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10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的整数列表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(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包含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10)</a:t>
            </a:r>
            <a:r>
              <a:rPr dirty="0" sz="2000" spc="5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代码</a:t>
            </a:r>
            <a:endParaRPr sz="1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400">
              <a:latin typeface="Times New Roman"/>
              <a:cs typeface="Times New Roman"/>
            </a:endParaRPr>
          </a:p>
          <a:p>
            <a:pPr marL="337820" marR="4549775">
              <a:lnSpc>
                <a:spcPct val="100000"/>
              </a:lnSpc>
            </a:pPr>
            <a:r>
              <a:rPr dirty="0" sz="1600" spc="-5">
                <a:latin typeface="宋体"/>
                <a:cs typeface="宋体"/>
              </a:rPr>
              <a:t>#</a:t>
            </a:r>
            <a:r>
              <a:rPr dirty="0" sz="1600" spc="-100">
                <a:latin typeface="宋体"/>
                <a:cs typeface="宋体"/>
              </a:rPr>
              <a:t> </a:t>
            </a:r>
            <a:r>
              <a:rPr dirty="0" sz="1600">
                <a:latin typeface="宋体"/>
                <a:cs typeface="宋体"/>
              </a:rPr>
              <a:t>创建一个空列表接收结</a:t>
            </a:r>
            <a:r>
              <a:rPr dirty="0" sz="1600" spc="-5">
                <a:latin typeface="宋体"/>
                <a:cs typeface="宋体"/>
              </a:rPr>
              <a:t>果 num =</a:t>
            </a:r>
            <a:r>
              <a:rPr dirty="0" sz="1600" spc="-1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[]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04264" y="3531234"/>
            <a:ext cx="1955800" cy="7562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latin typeface="宋体"/>
                <a:cs typeface="宋体"/>
              </a:rPr>
              <a:t>#</a:t>
            </a:r>
            <a:r>
              <a:rPr dirty="0" sz="1600" spc="-15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for</a:t>
            </a:r>
            <a:r>
              <a:rPr dirty="0" sz="1600">
                <a:latin typeface="宋体"/>
                <a:cs typeface="宋体"/>
              </a:rPr>
              <a:t>循</a:t>
            </a:r>
            <a:r>
              <a:rPr dirty="0" sz="1600" spc="-5">
                <a:latin typeface="宋体"/>
                <a:cs typeface="宋体"/>
              </a:rPr>
              <a:t>环</a:t>
            </a:r>
            <a:endParaRPr sz="16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</a:pPr>
            <a:r>
              <a:rPr dirty="0" sz="1600" spc="-5">
                <a:latin typeface="宋体"/>
                <a:cs typeface="宋体"/>
              </a:rPr>
              <a:t>for i in</a:t>
            </a:r>
            <a:r>
              <a:rPr dirty="0" sz="1600" spc="-55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range(11):</a:t>
            </a:r>
            <a:endParaRPr sz="16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</a:pPr>
            <a:r>
              <a:rPr dirty="0" sz="1600" spc="-5">
                <a:latin typeface="宋体"/>
                <a:cs typeface="宋体"/>
              </a:rPr>
              <a:t>    </a:t>
            </a:r>
            <a:r>
              <a:rPr dirty="0" sz="1600" spc="-5">
                <a:latin typeface="宋体"/>
                <a:cs typeface="宋体"/>
              </a:rPr>
              <a:t>num.append(i)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04264" y="4506595"/>
            <a:ext cx="1041400" cy="5124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latin typeface="宋体"/>
                <a:cs typeface="宋体"/>
              </a:rPr>
              <a:t>#</a:t>
            </a:r>
            <a:r>
              <a:rPr dirty="0" sz="1600" spc="-100">
                <a:latin typeface="宋体"/>
                <a:cs typeface="宋体"/>
              </a:rPr>
              <a:t> </a:t>
            </a:r>
            <a:r>
              <a:rPr dirty="0" sz="1600">
                <a:latin typeface="宋体"/>
                <a:cs typeface="宋体"/>
              </a:rPr>
              <a:t>输出列</a:t>
            </a:r>
            <a:r>
              <a:rPr dirty="0" sz="1600" spc="-5">
                <a:latin typeface="宋体"/>
                <a:cs typeface="宋体"/>
              </a:rPr>
              <a:t>表 </a:t>
            </a:r>
            <a:r>
              <a:rPr dirty="0" sz="1600" spc="-5">
                <a:latin typeface="宋体"/>
                <a:cs typeface="宋体"/>
              </a:rPr>
              <a:t>print(num)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656831" y="3028188"/>
            <a:ext cx="4834255" cy="1545590"/>
          </a:xfrm>
          <a:custGeom>
            <a:avLst/>
            <a:gdLst/>
            <a:ahLst/>
            <a:cxnLst/>
            <a:rect l="l" t="t" r="r" b="b"/>
            <a:pathLst>
              <a:path w="4834255" h="1545589">
                <a:moveTo>
                  <a:pt x="4576572" y="1545336"/>
                </a:moveTo>
                <a:lnTo>
                  <a:pt x="257556" y="1545336"/>
                </a:lnTo>
                <a:lnTo>
                  <a:pt x="211042" y="1541159"/>
                </a:lnTo>
                <a:lnTo>
                  <a:pt x="167303" y="1529173"/>
                </a:lnTo>
                <a:lnTo>
                  <a:pt x="127067" y="1510106"/>
                </a:lnTo>
                <a:lnTo>
                  <a:pt x="91063" y="1484686"/>
                </a:lnTo>
                <a:lnTo>
                  <a:pt x="60019" y="1453641"/>
                </a:lnTo>
                <a:lnTo>
                  <a:pt x="34662" y="1417701"/>
                </a:lnTo>
                <a:lnTo>
                  <a:pt x="15721" y="1377591"/>
                </a:lnTo>
                <a:lnTo>
                  <a:pt x="3924" y="1334041"/>
                </a:lnTo>
                <a:lnTo>
                  <a:pt x="0" y="1287779"/>
                </a:lnTo>
                <a:lnTo>
                  <a:pt x="0" y="257556"/>
                </a:lnTo>
                <a:lnTo>
                  <a:pt x="3924" y="211117"/>
                </a:lnTo>
                <a:lnTo>
                  <a:pt x="15721" y="167434"/>
                </a:lnTo>
                <a:lnTo>
                  <a:pt x="34662" y="127237"/>
                </a:lnTo>
                <a:lnTo>
                  <a:pt x="60019" y="91251"/>
                </a:lnTo>
                <a:lnTo>
                  <a:pt x="91063" y="60207"/>
                </a:lnTo>
                <a:lnTo>
                  <a:pt x="127067" y="34831"/>
                </a:lnTo>
                <a:lnTo>
                  <a:pt x="167303" y="15853"/>
                </a:lnTo>
                <a:lnTo>
                  <a:pt x="211042" y="4000"/>
                </a:lnTo>
                <a:lnTo>
                  <a:pt x="257556" y="0"/>
                </a:lnTo>
                <a:lnTo>
                  <a:pt x="4576572" y="0"/>
                </a:lnTo>
                <a:lnTo>
                  <a:pt x="4622672" y="4000"/>
                </a:lnTo>
                <a:lnTo>
                  <a:pt x="4666100" y="15853"/>
                </a:lnTo>
                <a:lnTo>
                  <a:pt x="4706128" y="34831"/>
                </a:lnTo>
                <a:lnTo>
                  <a:pt x="4742029" y="60207"/>
                </a:lnTo>
                <a:lnTo>
                  <a:pt x="4773073" y="91251"/>
                </a:lnTo>
                <a:lnTo>
                  <a:pt x="4798534" y="127237"/>
                </a:lnTo>
                <a:lnTo>
                  <a:pt x="4817681" y="167434"/>
                </a:lnTo>
                <a:lnTo>
                  <a:pt x="4829789" y="211117"/>
                </a:lnTo>
                <a:lnTo>
                  <a:pt x="4834128" y="257556"/>
                </a:lnTo>
                <a:lnTo>
                  <a:pt x="4834128" y="1287779"/>
                </a:lnTo>
                <a:lnTo>
                  <a:pt x="4829789" y="1334041"/>
                </a:lnTo>
                <a:lnTo>
                  <a:pt x="4817681" y="1377591"/>
                </a:lnTo>
                <a:lnTo>
                  <a:pt x="4798534" y="1417701"/>
                </a:lnTo>
                <a:lnTo>
                  <a:pt x="4773073" y="1453641"/>
                </a:lnTo>
                <a:lnTo>
                  <a:pt x="4742029" y="1484686"/>
                </a:lnTo>
                <a:lnTo>
                  <a:pt x="4706128" y="1510106"/>
                </a:lnTo>
                <a:lnTo>
                  <a:pt x="4666100" y="1529173"/>
                </a:lnTo>
                <a:lnTo>
                  <a:pt x="4622672" y="1541159"/>
                </a:lnTo>
                <a:lnTo>
                  <a:pt x="4576572" y="15453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6824980" y="3694277"/>
            <a:ext cx="449580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宋体"/>
                <a:cs typeface="宋体"/>
              </a:rPr>
              <a:t>输出结果</a:t>
            </a:r>
            <a:r>
              <a:rPr dirty="0" sz="1600" spc="-5">
                <a:latin typeface="宋体"/>
                <a:cs typeface="宋体"/>
              </a:rPr>
              <a:t>：[0,</a:t>
            </a:r>
            <a:r>
              <a:rPr dirty="0" sz="1600" spc="-1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1, 2, 3, 4, 5,</a:t>
            </a:r>
            <a:r>
              <a:rPr dirty="0" sz="1600" spc="-1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6, 7, 8, 9, 10]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821679" y="3325367"/>
            <a:ext cx="548640" cy="951230"/>
          </a:xfrm>
          <a:custGeom>
            <a:avLst/>
            <a:gdLst/>
            <a:ahLst/>
            <a:cxnLst/>
            <a:rect l="l" t="t" r="r" b="b"/>
            <a:pathLst>
              <a:path w="548639" h="951229">
                <a:moveTo>
                  <a:pt x="274320" y="950976"/>
                </a:moveTo>
                <a:lnTo>
                  <a:pt x="274320" y="713232"/>
                </a:lnTo>
                <a:lnTo>
                  <a:pt x="0" y="713232"/>
                </a:lnTo>
                <a:lnTo>
                  <a:pt x="0" y="237744"/>
                </a:lnTo>
                <a:lnTo>
                  <a:pt x="274320" y="237744"/>
                </a:lnTo>
                <a:lnTo>
                  <a:pt x="274320" y="0"/>
                </a:lnTo>
                <a:lnTo>
                  <a:pt x="548640" y="475488"/>
                </a:lnTo>
                <a:lnTo>
                  <a:pt x="274320" y="950976"/>
                </a:lnTo>
                <a:close/>
              </a:path>
            </a:pathLst>
          </a:custGeom>
          <a:solidFill>
            <a:srgbClr val="78A77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96468" y="5580888"/>
            <a:ext cx="10800715" cy="756285"/>
          </a:xfrm>
          <a:custGeom>
            <a:avLst/>
            <a:gdLst/>
            <a:ahLst/>
            <a:cxnLst/>
            <a:rect l="l" t="t" r="r" b="b"/>
            <a:pathLst>
              <a:path w="10800715" h="756285">
                <a:moveTo>
                  <a:pt x="10674096" y="755903"/>
                </a:moveTo>
                <a:lnTo>
                  <a:pt x="126491" y="755903"/>
                </a:lnTo>
                <a:lnTo>
                  <a:pt x="77229" y="745624"/>
                </a:lnTo>
                <a:lnTo>
                  <a:pt x="37057" y="718446"/>
                </a:lnTo>
                <a:lnTo>
                  <a:pt x="9979" y="678374"/>
                </a:lnTo>
                <a:lnTo>
                  <a:pt x="0" y="629412"/>
                </a:lnTo>
                <a:lnTo>
                  <a:pt x="0" y="124967"/>
                </a:lnTo>
                <a:lnTo>
                  <a:pt x="9979" y="76214"/>
                </a:lnTo>
                <a:lnTo>
                  <a:pt x="37057" y="36371"/>
                </a:lnTo>
                <a:lnTo>
                  <a:pt x="77229" y="9583"/>
                </a:lnTo>
                <a:lnTo>
                  <a:pt x="126491" y="0"/>
                </a:lnTo>
                <a:lnTo>
                  <a:pt x="10674096" y="0"/>
                </a:lnTo>
                <a:lnTo>
                  <a:pt x="10723215" y="9583"/>
                </a:lnTo>
                <a:lnTo>
                  <a:pt x="10763340" y="36371"/>
                </a:lnTo>
                <a:lnTo>
                  <a:pt x="10790465" y="76214"/>
                </a:lnTo>
                <a:lnTo>
                  <a:pt x="10800588" y="124967"/>
                </a:lnTo>
                <a:lnTo>
                  <a:pt x="10800588" y="629412"/>
                </a:lnTo>
                <a:lnTo>
                  <a:pt x="10790465" y="678374"/>
                </a:lnTo>
                <a:lnTo>
                  <a:pt x="10763340" y="718446"/>
                </a:lnTo>
                <a:lnTo>
                  <a:pt x="10723215" y="745624"/>
                </a:lnTo>
                <a:lnTo>
                  <a:pt x="10674096" y="75590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90244" y="5574004"/>
            <a:ext cx="10812780" cy="768350"/>
          </a:xfrm>
          <a:custGeom>
            <a:avLst/>
            <a:gdLst/>
            <a:ahLst/>
            <a:cxnLst/>
            <a:rect l="l" t="t" r="r" b="b"/>
            <a:pathLst>
              <a:path w="10812780" h="768350">
                <a:moveTo>
                  <a:pt x="10693984" y="767079"/>
                </a:moveTo>
                <a:lnTo>
                  <a:pt x="118795" y="767079"/>
                </a:lnTo>
                <a:lnTo>
                  <a:pt x="92976" y="762000"/>
                </a:lnTo>
                <a:lnTo>
                  <a:pt x="58331" y="745489"/>
                </a:lnTo>
                <a:lnTo>
                  <a:pt x="34378" y="723900"/>
                </a:lnTo>
                <a:lnTo>
                  <a:pt x="30213" y="720089"/>
                </a:lnTo>
                <a:lnTo>
                  <a:pt x="26289" y="715010"/>
                </a:lnTo>
                <a:lnTo>
                  <a:pt x="22593" y="709929"/>
                </a:lnTo>
                <a:lnTo>
                  <a:pt x="19151" y="703579"/>
                </a:lnTo>
                <a:lnTo>
                  <a:pt x="15976" y="698500"/>
                </a:lnTo>
                <a:lnTo>
                  <a:pt x="2679" y="661670"/>
                </a:lnTo>
                <a:lnTo>
                  <a:pt x="0" y="635000"/>
                </a:lnTo>
                <a:lnTo>
                  <a:pt x="0" y="132079"/>
                </a:lnTo>
                <a:lnTo>
                  <a:pt x="5943" y="92710"/>
                </a:lnTo>
                <a:lnTo>
                  <a:pt x="13042" y="74929"/>
                </a:lnTo>
                <a:lnTo>
                  <a:pt x="15976" y="68579"/>
                </a:lnTo>
                <a:lnTo>
                  <a:pt x="19151" y="63500"/>
                </a:lnTo>
                <a:lnTo>
                  <a:pt x="22593" y="57150"/>
                </a:lnTo>
                <a:lnTo>
                  <a:pt x="26289" y="52070"/>
                </a:lnTo>
                <a:lnTo>
                  <a:pt x="30213" y="46989"/>
                </a:lnTo>
                <a:lnTo>
                  <a:pt x="34378" y="43179"/>
                </a:lnTo>
                <a:lnTo>
                  <a:pt x="38747" y="38100"/>
                </a:lnTo>
                <a:lnTo>
                  <a:pt x="43345" y="34289"/>
                </a:lnTo>
                <a:lnTo>
                  <a:pt x="48145" y="29210"/>
                </a:lnTo>
                <a:lnTo>
                  <a:pt x="53149" y="25400"/>
                </a:lnTo>
                <a:lnTo>
                  <a:pt x="58331" y="21589"/>
                </a:lnTo>
                <a:lnTo>
                  <a:pt x="63703" y="19050"/>
                </a:lnTo>
                <a:lnTo>
                  <a:pt x="69240" y="15239"/>
                </a:lnTo>
                <a:lnTo>
                  <a:pt x="118795" y="0"/>
                </a:lnTo>
                <a:lnTo>
                  <a:pt x="10693984" y="0"/>
                </a:lnTo>
                <a:lnTo>
                  <a:pt x="10719803" y="5079"/>
                </a:lnTo>
                <a:lnTo>
                  <a:pt x="10725962" y="7620"/>
                </a:lnTo>
                <a:lnTo>
                  <a:pt x="10731969" y="10160"/>
                </a:lnTo>
                <a:lnTo>
                  <a:pt x="10737837" y="12700"/>
                </a:lnTo>
                <a:lnTo>
                  <a:pt x="120230" y="12700"/>
                </a:lnTo>
                <a:lnTo>
                  <a:pt x="113931" y="13970"/>
                </a:lnTo>
                <a:lnTo>
                  <a:pt x="108356" y="13970"/>
                </a:lnTo>
                <a:lnTo>
                  <a:pt x="102260" y="15239"/>
                </a:lnTo>
                <a:lnTo>
                  <a:pt x="102565" y="15239"/>
                </a:lnTo>
                <a:lnTo>
                  <a:pt x="96596" y="17779"/>
                </a:lnTo>
                <a:lnTo>
                  <a:pt x="96888" y="17779"/>
                </a:lnTo>
                <a:lnTo>
                  <a:pt x="91033" y="19050"/>
                </a:lnTo>
                <a:lnTo>
                  <a:pt x="91338" y="19050"/>
                </a:lnTo>
                <a:lnTo>
                  <a:pt x="85610" y="21589"/>
                </a:lnTo>
                <a:lnTo>
                  <a:pt x="85902" y="21589"/>
                </a:lnTo>
                <a:lnTo>
                  <a:pt x="80314" y="24129"/>
                </a:lnTo>
                <a:lnTo>
                  <a:pt x="80594" y="24129"/>
                </a:lnTo>
                <a:lnTo>
                  <a:pt x="75171" y="26670"/>
                </a:lnTo>
                <a:lnTo>
                  <a:pt x="75437" y="26670"/>
                </a:lnTo>
                <a:lnTo>
                  <a:pt x="70167" y="29210"/>
                </a:lnTo>
                <a:lnTo>
                  <a:pt x="70421" y="29210"/>
                </a:lnTo>
                <a:lnTo>
                  <a:pt x="65316" y="33020"/>
                </a:lnTo>
                <a:lnTo>
                  <a:pt x="65570" y="33020"/>
                </a:lnTo>
                <a:lnTo>
                  <a:pt x="60629" y="35560"/>
                </a:lnTo>
                <a:lnTo>
                  <a:pt x="60871" y="35560"/>
                </a:lnTo>
                <a:lnTo>
                  <a:pt x="56108" y="39370"/>
                </a:lnTo>
                <a:lnTo>
                  <a:pt x="56349" y="39370"/>
                </a:lnTo>
                <a:lnTo>
                  <a:pt x="51777" y="43179"/>
                </a:lnTo>
                <a:lnTo>
                  <a:pt x="52006" y="43179"/>
                </a:lnTo>
                <a:lnTo>
                  <a:pt x="47625" y="46989"/>
                </a:lnTo>
                <a:lnTo>
                  <a:pt x="47840" y="46989"/>
                </a:lnTo>
                <a:lnTo>
                  <a:pt x="43675" y="50800"/>
                </a:lnTo>
                <a:lnTo>
                  <a:pt x="43878" y="50800"/>
                </a:lnTo>
                <a:lnTo>
                  <a:pt x="39916" y="55879"/>
                </a:lnTo>
                <a:lnTo>
                  <a:pt x="40106" y="55879"/>
                </a:lnTo>
                <a:lnTo>
                  <a:pt x="36372" y="59689"/>
                </a:lnTo>
                <a:lnTo>
                  <a:pt x="36550" y="59689"/>
                </a:lnTo>
                <a:lnTo>
                  <a:pt x="33032" y="64770"/>
                </a:lnTo>
                <a:lnTo>
                  <a:pt x="33210" y="64770"/>
                </a:lnTo>
                <a:lnTo>
                  <a:pt x="29933" y="69850"/>
                </a:lnTo>
                <a:lnTo>
                  <a:pt x="30086" y="69850"/>
                </a:lnTo>
                <a:lnTo>
                  <a:pt x="27063" y="74929"/>
                </a:lnTo>
                <a:lnTo>
                  <a:pt x="27203" y="74929"/>
                </a:lnTo>
                <a:lnTo>
                  <a:pt x="24422" y="80010"/>
                </a:lnTo>
                <a:lnTo>
                  <a:pt x="24561" y="80010"/>
                </a:lnTo>
                <a:lnTo>
                  <a:pt x="22034" y="85089"/>
                </a:lnTo>
                <a:lnTo>
                  <a:pt x="19900" y="90170"/>
                </a:lnTo>
                <a:lnTo>
                  <a:pt x="18034" y="96520"/>
                </a:lnTo>
                <a:lnTo>
                  <a:pt x="16421" y="101600"/>
                </a:lnTo>
                <a:lnTo>
                  <a:pt x="15100" y="107950"/>
                </a:lnTo>
                <a:lnTo>
                  <a:pt x="14046" y="113029"/>
                </a:lnTo>
                <a:lnTo>
                  <a:pt x="13296" y="119379"/>
                </a:lnTo>
                <a:lnTo>
                  <a:pt x="12938" y="124460"/>
                </a:lnTo>
                <a:lnTo>
                  <a:pt x="12865" y="125729"/>
                </a:lnTo>
                <a:lnTo>
                  <a:pt x="12700" y="132079"/>
                </a:lnTo>
                <a:lnTo>
                  <a:pt x="12700" y="635000"/>
                </a:lnTo>
                <a:lnTo>
                  <a:pt x="12865" y="641350"/>
                </a:lnTo>
                <a:lnTo>
                  <a:pt x="13334" y="647700"/>
                </a:lnTo>
                <a:lnTo>
                  <a:pt x="14096" y="654050"/>
                </a:lnTo>
                <a:lnTo>
                  <a:pt x="15163" y="660400"/>
                </a:lnTo>
                <a:lnTo>
                  <a:pt x="15379" y="660400"/>
                </a:lnTo>
                <a:lnTo>
                  <a:pt x="16497" y="665479"/>
                </a:lnTo>
                <a:lnTo>
                  <a:pt x="18122" y="671829"/>
                </a:lnTo>
                <a:lnTo>
                  <a:pt x="18427" y="671829"/>
                </a:lnTo>
                <a:lnTo>
                  <a:pt x="20002" y="676910"/>
                </a:lnTo>
                <a:lnTo>
                  <a:pt x="22161" y="681989"/>
                </a:lnTo>
                <a:lnTo>
                  <a:pt x="24561" y="687070"/>
                </a:lnTo>
                <a:lnTo>
                  <a:pt x="24422" y="687070"/>
                </a:lnTo>
                <a:lnTo>
                  <a:pt x="27203" y="692150"/>
                </a:lnTo>
                <a:lnTo>
                  <a:pt x="27063" y="692150"/>
                </a:lnTo>
                <a:lnTo>
                  <a:pt x="30086" y="697229"/>
                </a:lnTo>
                <a:lnTo>
                  <a:pt x="29933" y="697229"/>
                </a:lnTo>
                <a:lnTo>
                  <a:pt x="33210" y="702310"/>
                </a:lnTo>
                <a:lnTo>
                  <a:pt x="33032" y="702310"/>
                </a:lnTo>
                <a:lnTo>
                  <a:pt x="36550" y="707389"/>
                </a:lnTo>
                <a:lnTo>
                  <a:pt x="36372" y="707389"/>
                </a:lnTo>
                <a:lnTo>
                  <a:pt x="40106" y="711200"/>
                </a:lnTo>
                <a:lnTo>
                  <a:pt x="39916" y="711200"/>
                </a:lnTo>
                <a:lnTo>
                  <a:pt x="43878" y="716279"/>
                </a:lnTo>
                <a:lnTo>
                  <a:pt x="43675" y="716279"/>
                </a:lnTo>
                <a:lnTo>
                  <a:pt x="47840" y="720089"/>
                </a:lnTo>
                <a:lnTo>
                  <a:pt x="47625" y="720089"/>
                </a:lnTo>
                <a:lnTo>
                  <a:pt x="52006" y="723900"/>
                </a:lnTo>
                <a:lnTo>
                  <a:pt x="51777" y="723900"/>
                </a:lnTo>
                <a:lnTo>
                  <a:pt x="56349" y="727710"/>
                </a:lnTo>
                <a:lnTo>
                  <a:pt x="56108" y="727710"/>
                </a:lnTo>
                <a:lnTo>
                  <a:pt x="60871" y="731520"/>
                </a:lnTo>
                <a:lnTo>
                  <a:pt x="60629" y="731520"/>
                </a:lnTo>
                <a:lnTo>
                  <a:pt x="65570" y="735329"/>
                </a:lnTo>
                <a:lnTo>
                  <a:pt x="67017" y="735329"/>
                </a:lnTo>
                <a:lnTo>
                  <a:pt x="70421" y="737870"/>
                </a:lnTo>
                <a:lnTo>
                  <a:pt x="70167" y="737870"/>
                </a:lnTo>
                <a:lnTo>
                  <a:pt x="75437" y="740410"/>
                </a:lnTo>
                <a:lnTo>
                  <a:pt x="75171" y="740410"/>
                </a:lnTo>
                <a:lnTo>
                  <a:pt x="80594" y="742950"/>
                </a:lnTo>
                <a:lnTo>
                  <a:pt x="80314" y="742950"/>
                </a:lnTo>
                <a:lnTo>
                  <a:pt x="85902" y="745489"/>
                </a:lnTo>
                <a:lnTo>
                  <a:pt x="85610" y="745489"/>
                </a:lnTo>
                <a:lnTo>
                  <a:pt x="91338" y="748029"/>
                </a:lnTo>
                <a:lnTo>
                  <a:pt x="91033" y="748029"/>
                </a:lnTo>
                <a:lnTo>
                  <a:pt x="96888" y="749300"/>
                </a:lnTo>
                <a:lnTo>
                  <a:pt x="96596" y="749300"/>
                </a:lnTo>
                <a:lnTo>
                  <a:pt x="102565" y="751839"/>
                </a:lnTo>
                <a:lnTo>
                  <a:pt x="102260" y="751839"/>
                </a:lnTo>
                <a:lnTo>
                  <a:pt x="108356" y="753110"/>
                </a:lnTo>
                <a:lnTo>
                  <a:pt x="108038" y="753110"/>
                </a:lnTo>
                <a:lnTo>
                  <a:pt x="114249" y="754379"/>
                </a:lnTo>
                <a:lnTo>
                  <a:pt x="125996" y="754379"/>
                </a:lnTo>
                <a:lnTo>
                  <a:pt x="132473" y="755650"/>
                </a:lnTo>
                <a:lnTo>
                  <a:pt x="10734903" y="755650"/>
                </a:lnTo>
                <a:lnTo>
                  <a:pt x="10731969" y="756920"/>
                </a:lnTo>
                <a:lnTo>
                  <a:pt x="10725962" y="759460"/>
                </a:lnTo>
                <a:lnTo>
                  <a:pt x="10719803" y="762000"/>
                </a:lnTo>
                <a:lnTo>
                  <a:pt x="10693984" y="767079"/>
                </a:lnTo>
                <a:close/>
              </a:path>
              <a:path w="10812780" h="768350">
                <a:moveTo>
                  <a:pt x="10810321" y="660400"/>
                </a:moveTo>
                <a:lnTo>
                  <a:pt x="10797616" y="660400"/>
                </a:lnTo>
                <a:lnTo>
                  <a:pt x="10798721" y="654050"/>
                </a:lnTo>
                <a:lnTo>
                  <a:pt x="10799483" y="647700"/>
                </a:lnTo>
                <a:lnTo>
                  <a:pt x="10799940" y="641350"/>
                </a:lnTo>
                <a:lnTo>
                  <a:pt x="10800080" y="635000"/>
                </a:lnTo>
                <a:lnTo>
                  <a:pt x="10800080" y="132079"/>
                </a:lnTo>
                <a:lnTo>
                  <a:pt x="10799914" y="125729"/>
                </a:lnTo>
                <a:lnTo>
                  <a:pt x="10799841" y="124460"/>
                </a:lnTo>
                <a:lnTo>
                  <a:pt x="10799445" y="119379"/>
                </a:lnTo>
                <a:lnTo>
                  <a:pt x="10798683" y="113029"/>
                </a:lnTo>
                <a:lnTo>
                  <a:pt x="10797616" y="107950"/>
                </a:lnTo>
                <a:lnTo>
                  <a:pt x="10796282" y="101600"/>
                </a:lnTo>
                <a:lnTo>
                  <a:pt x="10794657" y="96520"/>
                </a:lnTo>
                <a:lnTo>
                  <a:pt x="10792764" y="90170"/>
                </a:lnTo>
                <a:lnTo>
                  <a:pt x="10790618" y="85089"/>
                </a:lnTo>
                <a:lnTo>
                  <a:pt x="10788218" y="80010"/>
                </a:lnTo>
                <a:lnTo>
                  <a:pt x="10788357" y="80010"/>
                </a:lnTo>
                <a:lnTo>
                  <a:pt x="10785576" y="74929"/>
                </a:lnTo>
                <a:lnTo>
                  <a:pt x="10785716" y="74929"/>
                </a:lnTo>
                <a:lnTo>
                  <a:pt x="10782681" y="69850"/>
                </a:lnTo>
                <a:lnTo>
                  <a:pt x="10782846" y="69850"/>
                </a:lnTo>
                <a:lnTo>
                  <a:pt x="10779569" y="64770"/>
                </a:lnTo>
                <a:lnTo>
                  <a:pt x="10779747" y="64770"/>
                </a:lnTo>
                <a:lnTo>
                  <a:pt x="10776229" y="59689"/>
                </a:lnTo>
                <a:lnTo>
                  <a:pt x="10776407" y="59689"/>
                </a:lnTo>
                <a:lnTo>
                  <a:pt x="10772673" y="55879"/>
                </a:lnTo>
                <a:lnTo>
                  <a:pt x="10772863" y="55879"/>
                </a:lnTo>
                <a:lnTo>
                  <a:pt x="10768901" y="50800"/>
                </a:lnTo>
                <a:lnTo>
                  <a:pt x="10769104" y="50800"/>
                </a:lnTo>
                <a:lnTo>
                  <a:pt x="10764939" y="46989"/>
                </a:lnTo>
                <a:lnTo>
                  <a:pt x="10765155" y="46989"/>
                </a:lnTo>
                <a:lnTo>
                  <a:pt x="10760773" y="43179"/>
                </a:lnTo>
                <a:lnTo>
                  <a:pt x="10761002" y="43179"/>
                </a:lnTo>
                <a:lnTo>
                  <a:pt x="10756430" y="39370"/>
                </a:lnTo>
                <a:lnTo>
                  <a:pt x="10756671" y="39370"/>
                </a:lnTo>
                <a:lnTo>
                  <a:pt x="10751908" y="35560"/>
                </a:lnTo>
                <a:lnTo>
                  <a:pt x="10752150" y="35560"/>
                </a:lnTo>
                <a:lnTo>
                  <a:pt x="10747209" y="33020"/>
                </a:lnTo>
                <a:lnTo>
                  <a:pt x="10747463" y="33020"/>
                </a:lnTo>
                <a:lnTo>
                  <a:pt x="10742358" y="29210"/>
                </a:lnTo>
                <a:lnTo>
                  <a:pt x="10742612" y="29210"/>
                </a:lnTo>
                <a:lnTo>
                  <a:pt x="10737341" y="26670"/>
                </a:lnTo>
                <a:lnTo>
                  <a:pt x="10737608" y="26670"/>
                </a:lnTo>
                <a:lnTo>
                  <a:pt x="10732185" y="24129"/>
                </a:lnTo>
                <a:lnTo>
                  <a:pt x="10732465" y="24129"/>
                </a:lnTo>
                <a:lnTo>
                  <a:pt x="10726877" y="21589"/>
                </a:lnTo>
                <a:lnTo>
                  <a:pt x="10727169" y="21589"/>
                </a:lnTo>
                <a:lnTo>
                  <a:pt x="10721441" y="19050"/>
                </a:lnTo>
                <a:lnTo>
                  <a:pt x="10721733" y="19050"/>
                </a:lnTo>
                <a:lnTo>
                  <a:pt x="10715891" y="17779"/>
                </a:lnTo>
                <a:lnTo>
                  <a:pt x="10716183" y="17779"/>
                </a:lnTo>
                <a:lnTo>
                  <a:pt x="10710214" y="15239"/>
                </a:lnTo>
                <a:lnTo>
                  <a:pt x="10710519" y="15239"/>
                </a:lnTo>
                <a:lnTo>
                  <a:pt x="10704423" y="13970"/>
                </a:lnTo>
                <a:lnTo>
                  <a:pt x="10698848" y="13970"/>
                </a:lnTo>
                <a:lnTo>
                  <a:pt x="10692536" y="12700"/>
                </a:lnTo>
                <a:lnTo>
                  <a:pt x="10737837" y="12700"/>
                </a:lnTo>
                <a:lnTo>
                  <a:pt x="10743539" y="15239"/>
                </a:lnTo>
                <a:lnTo>
                  <a:pt x="10749076" y="19050"/>
                </a:lnTo>
                <a:lnTo>
                  <a:pt x="10754448" y="21589"/>
                </a:lnTo>
                <a:lnTo>
                  <a:pt x="10759630" y="25400"/>
                </a:lnTo>
                <a:lnTo>
                  <a:pt x="10764634" y="29210"/>
                </a:lnTo>
                <a:lnTo>
                  <a:pt x="10769434" y="34289"/>
                </a:lnTo>
                <a:lnTo>
                  <a:pt x="10774019" y="38100"/>
                </a:lnTo>
                <a:lnTo>
                  <a:pt x="10778401" y="43179"/>
                </a:lnTo>
                <a:lnTo>
                  <a:pt x="10782566" y="46989"/>
                </a:lnTo>
                <a:lnTo>
                  <a:pt x="10786491" y="52070"/>
                </a:lnTo>
                <a:lnTo>
                  <a:pt x="10790174" y="57150"/>
                </a:lnTo>
                <a:lnTo>
                  <a:pt x="10793615" y="63500"/>
                </a:lnTo>
                <a:lnTo>
                  <a:pt x="10796803" y="68579"/>
                </a:lnTo>
                <a:lnTo>
                  <a:pt x="10799724" y="74929"/>
                </a:lnTo>
                <a:lnTo>
                  <a:pt x="10802378" y="80010"/>
                </a:lnTo>
                <a:lnTo>
                  <a:pt x="10804753" y="86360"/>
                </a:lnTo>
                <a:lnTo>
                  <a:pt x="10812614" y="124460"/>
                </a:lnTo>
                <a:lnTo>
                  <a:pt x="10812780" y="132079"/>
                </a:lnTo>
                <a:lnTo>
                  <a:pt x="10812780" y="635000"/>
                </a:lnTo>
                <a:lnTo>
                  <a:pt x="10812614" y="642620"/>
                </a:lnTo>
                <a:lnTo>
                  <a:pt x="10812094" y="648970"/>
                </a:lnTo>
                <a:lnTo>
                  <a:pt x="10811256" y="655320"/>
                </a:lnTo>
                <a:lnTo>
                  <a:pt x="10810321" y="660400"/>
                </a:lnTo>
                <a:close/>
              </a:path>
              <a:path w="10812780" h="768350">
                <a:moveTo>
                  <a:pt x="15379" y="660400"/>
                </a:moveTo>
                <a:lnTo>
                  <a:pt x="15163" y="660400"/>
                </a:lnTo>
                <a:lnTo>
                  <a:pt x="15100" y="659129"/>
                </a:lnTo>
                <a:lnTo>
                  <a:pt x="15379" y="660400"/>
                </a:lnTo>
                <a:close/>
              </a:path>
              <a:path w="10812780" h="768350">
                <a:moveTo>
                  <a:pt x="10807547" y="671829"/>
                </a:moveTo>
                <a:lnTo>
                  <a:pt x="10794657" y="671829"/>
                </a:lnTo>
                <a:lnTo>
                  <a:pt x="10796358" y="665479"/>
                </a:lnTo>
                <a:lnTo>
                  <a:pt x="10797679" y="659129"/>
                </a:lnTo>
                <a:lnTo>
                  <a:pt x="10797616" y="660400"/>
                </a:lnTo>
                <a:lnTo>
                  <a:pt x="10810321" y="660400"/>
                </a:lnTo>
                <a:lnTo>
                  <a:pt x="10810087" y="661670"/>
                </a:lnTo>
                <a:lnTo>
                  <a:pt x="10808614" y="668020"/>
                </a:lnTo>
                <a:lnTo>
                  <a:pt x="10807547" y="671829"/>
                </a:lnTo>
                <a:close/>
              </a:path>
              <a:path w="10812780" h="768350">
                <a:moveTo>
                  <a:pt x="18427" y="671829"/>
                </a:moveTo>
                <a:lnTo>
                  <a:pt x="18122" y="671829"/>
                </a:lnTo>
                <a:lnTo>
                  <a:pt x="18034" y="670560"/>
                </a:lnTo>
                <a:lnTo>
                  <a:pt x="18427" y="671829"/>
                </a:lnTo>
                <a:close/>
              </a:path>
              <a:path w="10812780" h="768350">
                <a:moveTo>
                  <a:pt x="10767834" y="735329"/>
                </a:moveTo>
                <a:lnTo>
                  <a:pt x="10747209" y="735329"/>
                </a:lnTo>
                <a:lnTo>
                  <a:pt x="10752150" y="731520"/>
                </a:lnTo>
                <a:lnTo>
                  <a:pt x="10751908" y="731520"/>
                </a:lnTo>
                <a:lnTo>
                  <a:pt x="10756671" y="727710"/>
                </a:lnTo>
                <a:lnTo>
                  <a:pt x="10756430" y="727710"/>
                </a:lnTo>
                <a:lnTo>
                  <a:pt x="10761002" y="723900"/>
                </a:lnTo>
                <a:lnTo>
                  <a:pt x="10760773" y="723900"/>
                </a:lnTo>
                <a:lnTo>
                  <a:pt x="10765155" y="720089"/>
                </a:lnTo>
                <a:lnTo>
                  <a:pt x="10764939" y="720089"/>
                </a:lnTo>
                <a:lnTo>
                  <a:pt x="10769104" y="716279"/>
                </a:lnTo>
                <a:lnTo>
                  <a:pt x="10768901" y="716279"/>
                </a:lnTo>
                <a:lnTo>
                  <a:pt x="10772863" y="711200"/>
                </a:lnTo>
                <a:lnTo>
                  <a:pt x="10772673" y="711200"/>
                </a:lnTo>
                <a:lnTo>
                  <a:pt x="10776407" y="707389"/>
                </a:lnTo>
                <a:lnTo>
                  <a:pt x="10776229" y="707389"/>
                </a:lnTo>
                <a:lnTo>
                  <a:pt x="10779747" y="702310"/>
                </a:lnTo>
                <a:lnTo>
                  <a:pt x="10779569" y="702310"/>
                </a:lnTo>
                <a:lnTo>
                  <a:pt x="10782846" y="697229"/>
                </a:lnTo>
                <a:lnTo>
                  <a:pt x="10782681" y="697229"/>
                </a:lnTo>
                <a:lnTo>
                  <a:pt x="10785716" y="692150"/>
                </a:lnTo>
                <a:lnTo>
                  <a:pt x="10785576" y="692150"/>
                </a:lnTo>
                <a:lnTo>
                  <a:pt x="10788357" y="687070"/>
                </a:lnTo>
                <a:lnTo>
                  <a:pt x="10788218" y="687070"/>
                </a:lnTo>
                <a:lnTo>
                  <a:pt x="10790745" y="681989"/>
                </a:lnTo>
                <a:lnTo>
                  <a:pt x="10792879" y="676910"/>
                </a:lnTo>
                <a:lnTo>
                  <a:pt x="10794746" y="670560"/>
                </a:lnTo>
                <a:lnTo>
                  <a:pt x="10794657" y="671829"/>
                </a:lnTo>
                <a:lnTo>
                  <a:pt x="10807547" y="671829"/>
                </a:lnTo>
                <a:lnTo>
                  <a:pt x="10793615" y="703579"/>
                </a:lnTo>
                <a:lnTo>
                  <a:pt x="10790174" y="709929"/>
                </a:lnTo>
                <a:lnTo>
                  <a:pt x="10786491" y="715010"/>
                </a:lnTo>
                <a:lnTo>
                  <a:pt x="10782566" y="720089"/>
                </a:lnTo>
                <a:lnTo>
                  <a:pt x="10778401" y="723900"/>
                </a:lnTo>
                <a:lnTo>
                  <a:pt x="10774019" y="728979"/>
                </a:lnTo>
                <a:lnTo>
                  <a:pt x="10769434" y="734060"/>
                </a:lnTo>
                <a:lnTo>
                  <a:pt x="10767834" y="735329"/>
                </a:lnTo>
                <a:close/>
              </a:path>
              <a:path w="10812780" h="768350">
                <a:moveTo>
                  <a:pt x="67017" y="735329"/>
                </a:moveTo>
                <a:lnTo>
                  <a:pt x="65570" y="735329"/>
                </a:lnTo>
                <a:lnTo>
                  <a:pt x="65316" y="734060"/>
                </a:lnTo>
                <a:lnTo>
                  <a:pt x="67017" y="735329"/>
                </a:lnTo>
                <a:close/>
              </a:path>
              <a:path w="10812780" h="768350">
                <a:moveTo>
                  <a:pt x="10734903" y="755650"/>
                </a:moveTo>
                <a:lnTo>
                  <a:pt x="10680306" y="755650"/>
                </a:lnTo>
                <a:lnTo>
                  <a:pt x="10686783" y="754379"/>
                </a:lnTo>
                <a:lnTo>
                  <a:pt x="10698530" y="754379"/>
                </a:lnTo>
                <a:lnTo>
                  <a:pt x="10704728" y="753110"/>
                </a:lnTo>
                <a:lnTo>
                  <a:pt x="10704423" y="753110"/>
                </a:lnTo>
                <a:lnTo>
                  <a:pt x="10710519" y="751839"/>
                </a:lnTo>
                <a:lnTo>
                  <a:pt x="10710214" y="751839"/>
                </a:lnTo>
                <a:lnTo>
                  <a:pt x="10716183" y="749300"/>
                </a:lnTo>
                <a:lnTo>
                  <a:pt x="10715891" y="749300"/>
                </a:lnTo>
                <a:lnTo>
                  <a:pt x="10721733" y="748029"/>
                </a:lnTo>
                <a:lnTo>
                  <a:pt x="10721441" y="748029"/>
                </a:lnTo>
                <a:lnTo>
                  <a:pt x="10727169" y="745489"/>
                </a:lnTo>
                <a:lnTo>
                  <a:pt x="10726877" y="745489"/>
                </a:lnTo>
                <a:lnTo>
                  <a:pt x="10732465" y="742950"/>
                </a:lnTo>
                <a:lnTo>
                  <a:pt x="10732185" y="742950"/>
                </a:lnTo>
                <a:lnTo>
                  <a:pt x="10737608" y="740410"/>
                </a:lnTo>
                <a:lnTo>
                  <a:pt x="10737341" y="740410"/>
                </a:lnTo>
                <a:lnTo>
                  <a:pt x="10742612" y="737870"/>
                </a:lnTo>
                <a:lnTo>
                  <a:pt x="10742358" y="737870"/>
                </a:lnTo>
                <a:lnTo>
                  <a:pt x="10747463" y="734060"/>
                </a:lnTo>
                <a:lnTo>
                  <a:pt x="10747209" y="735329"/>
                </a:lnTo>
                <a:lnTo>
                  <a:pt x="10767834" y="735329"/>
                </a:lnTo>
                <a:lnTo>
                  <a:pt x="10737837" y="754379"/>
                </a:lnTo>
                <a:lnTo>
                  <a:pt x="10734903" y="755650"/>
                </a:lnTo>
                <a:close/>
              </a:path>
              <a:path w="10812780" h="768350">
                <a:moveTo>
                  <a:pt x="120230" y="754379"/>
                </a:moveTo>
                <a:lnTo>
                  <a:pt x="114249" y="754379"/>
                </a:lnTo>
                <a:lnTo>
                  <a:pt x="113931" y="753110"/>
                </a:lnTo>
                <a:lnTo>
                  <a:pt x="120230" y="754379"/>
                </a:lnTo>
                <a:close/>
              </a:path>
              <a:path w="10812780" h="768350">
                <a:moveTo>
                  <a:pt x="10698530" y="754379"/>
                </a:moveTo>
                <a:lnTo>
                  <a:pt x="10692536" y="754379"/>
                </a:lnTo>
                <a:lnTo>
                  <a:pt x="10698848" y="753110"/>
                </a:lnTo>
                <a:lnTo>
                  <a:pt x="10698530" y="754379"/>
                </a:lnTo>
                <a:close/>
              </a:path>
              <a:path w="10812780" h="768350">
                <a:moveTo>
                  <a:pt x="10680547" y="768350"/>
                </a:moveTo>
                <a:lnTo>
                  <a:pt x="132232" y="768350"/>
                </a:lnTo>
                <a:lnTo>
                  <a:pt x="125514" y="767079"/>
                </a:lnTo>
                <a:lnTo>
                  <a:pt x="10687265" y="767079"/>
                </a:lnTo>
                <a:lnTo>
                  <a:pt x="10680547" y="768350"/>
                </a:lnTo>
                <a:close/>
              </a:path>
            </a:pathLst>
          </a:custGeom>
          <a:solidFill>
            <a:srgbClr val="293E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1130935" y="5849924"/>
            <a:ext cx="574103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5">
                <a:latin typeface="宋体"/>
                <a:cs typeface="宋体"/>
              </a:rPr>
              <a:t>那么，使用for循环创建列表有没有更简单的写法</a:t>
            </a:r>
            <a:r>
              <a:rPr dirty="0" sz="2000" spc="5">
                <a:latin typeface="宋体"/>
                <a:cs typeface="宋体"/>
              </a:rPr>
              <a:t>？</a:t>
            </a:r>
            <a:endParaRPr sz="2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2"/>
            <a:ext cx="203200" cy="609600"/>
          </a:xfrm>
          <a:custGeom>
            <a:avLst/>
            <a:gdLst/>
            <a:ahLst/>
            <a:cxnLst/>
            <a:rect l="l" t="t" r="r" b="b"/>
            <a:pathLst>
              <a:path w="203200" h="609600">
                <a:moveTo>
                  <a:pt x="0" y="0"/>
                </a:moveTo>
                <a:lnTo>
                  <a:pt x="202692" y="0"/>
                </a:lnTo>
                <a:lnTo>
                  <a:pt x="202692" y="609599"/>
                </a:lnTo>
                <a:lnTo>
                  <a:pt x="0" y="609599"/>
                </a:lnTo>
                <a:lnTo>
                  <a:pt x="0" y="0"/>
                </a:lnTo>
                <a:close/>
              </a:path>
            </a:pathLst>
          </a:custGeom>
          <a:solidFill>
            <a:srgbClr val="20565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1940" y="217411"/>
            <a:ext cx="155448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列表推导</a:t>
            </a:r>
            <a:r>
              <a:rPr dirty="0" sz="2400" spc="-10" b="1">
                <a:solidFill>
                  <a:srgbClr val="2E5B50"/>
                </a:solidFill>
                <a:latin typeface="宋体"/>
                <a:cs typeface="宋体"/>
              </a:rPr>
              <a:t>式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90372" y="1229867"/>
            <a:ext cx="10800715" cy="756285"/>
          </a:xfrm>
          <a:custGeom>
            <a:avLst/>
            <a:gdLst/>
            <a:ahLst/>
            <a:cxnLst/>
            <a:rect l="l" t="t" r="r" b="b"/>
            <a:pathLst>
              <a:path w="10800715" h="756285">
                <a:moveTo>
                  <a:pt x="10674096" y="755903"/>
                </a:moveTo>
                <a:lnTo>
                  <a:pt x="126491" y="755903"/>
                </a:lnTo>
                <a:lnTo>
                  <a:pt x="77091" y="746123"/>
                </a:lnTo>
                <a:lnTo>
                  <a:pt x="36871" y="719108"/>
                </a:lnTo>
                <a:lnTo>
                  <a:pt x="9838" y="678869"/>
                </a:lnTo>
                <a:lnTo>
                  <a:pt x="0" y="629411"/>
                </a:lnTo>
                <a:lnTo>
                  <a:pt x="0" y="126491"/>
                </a:lnTo>
                <a:lnTo>
                  <a:pt x="9838" y="77234"/>
                </a:lnTo>
                <a:lnTo>
                  <a:pt x="36871" y="37061"/>
                </a:lnTo>
                <a:lnTo>
                  <a:pt x="77091" y="9981"/>
                </a:lnTo>
                <a:lnTo>
                  <a:pt x="126491" y="0"/>
                </a:lnTo>
                <a:lnTo>
                  <a:pt x="10674096" y="0"/>
                </a:lnTo>
                <a:lnTo>
                  <a:pt x="10723067" y="9981"/>
                </a:lnTo>
                <a:lnTo>
                  <a:pt x="10763145" y="37061"/>
                </a:lnTo>
                <a:lnTo>
                  <a:pt x="10790321" y="77234"/>
                </a:lnTo>
                <a:lnTo>
                  <a:pt x="10800588" y="126491"/>
                </a:lnTo>
                <a:lnTo>
                  <a:pt x="10800588" y="629411"/>
                </a:lnTo>
                <a:lnTo>
                  <a:pt x="10790321" y="678869"/>
                </a:lnTo>
                <a:lnTo>
                  <a:pt x="10763145" y="719108"/>
                </a:lnTo>
                <a:lnTo>
                  <a:pt x="10723067" y="746123"/>
                </a:lnTo>
                <a:lnTo>
                  <a:pt x="10674096" y="755903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01089" y="1430896"/>
            <a:ext cx="6636384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FFFFFF"/>
                </a:solidFill>
                <a:latin typeface="宋体"/>
                <a:cs typeface="宋体"/>
              </a:rPr>
              <a:t>列表推导式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：是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Python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构建列表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（list）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的一种快捷方式</a:t>
            </a:r>
            <a:r>
              <a:rPr dirty="0" sz="2000" spc="5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47927" y="3777996"/>
            <a:ext cx="4752340" cy="2752725"/>
          </a:xfrm>
          <a:custGeom>
            <a:avLst/>
            <a:gdLst/>
            <a:ahLst/>
            <a:cxnLst/>
            <a:rect l="l" t="t" r="r" b="b"/>
            <a:pathLst>
              <a:path w="4752340" h="2752725">
                <a:moveTo>
                  <a:pt x="4293108" y="2752344"/>
                </a:moveTo>
                <a:lnTo>
                  <a:pt x="458724" y="2752344"/>
                </a:lnTo>
                <a:lnTo>
                  <a:pt x="411729" y="2749975"/>
                </a:lnTo>
                <a:lnTo>
                  <a:pt x="366103" y="2743025"/>
                </a:lnTo>
                <a:lnTo>
                  <a:pt x="322074" y="2731722"/>
                </a:lnTo>
                <a:lnTo>
                  <a:pt x="279874" y="2716297"/>
                </a:lnTo>
                <a:lnTo>
                  <a:pt x="239733" y="2696982"/>
                </a:lnTo>
                <a:lnTo>
                  <a:pt x="201881" y="2674006"/>
                </a:lnTo>
                <a:lnTo>
                  <a:pt x="166550" y="2647599"/>
                </a:lnTo>
                <a:lnTo>
                  <a:pt x="133969" y="2617993"/>
                </a:lnTo>
                <a:lnTo>
                  <a:pt x="104369" y="2585418"/>
                </a:lnTo>
                <a:lnTo>
                  <a:pt x="77980" y="2550105"/>
                </a:lnTo>
                <a:lnTo>
                  <a:pt x="55034" y="2512283"/>
                </a:lnTo>
                <a:lnTo>
                  <a:pt x="35760" y="2472183"/>
                </a:lnTo>
                <a:lnTo>
                  <a:pt x="20389" y="2430037"/>
                </a:lnTo>
                <a:lnTo>
                  <a:pt x="9152" y="2386074"/>
                </a:lnTo>
                <a:lnTo>
                  <a:pt x="2278" y="2340524"/>
                </a:lnTo>
                <a:lnTo>
                  <a:pt x="0" y="2293619"/>
                </a:lnTo>
                <a:lnTo>
                  <a:pt x="0" y="458724"/>
                </a:lnTo>
                <a:lnTo>
                  <a:pt x="2278" y="411863"/>
                </a:lnTo>
                <a:lnTo>
                  <a:pt x="9152" y="366353"/>
                </a:lnTo>
                <a:lnTo>
                  <a:pt x="20389" y="322422"/>
                </a:lnTo>
                <a:lnTo>
                  <a:pt x="35760" y="280302"/>
                </a:lnTo>
                <a:lnTo>
                  <a:pt x="55034" y="240224"/>
                </a:lnTo>
                <a:lnTo>
                  <a:pt x="77980" y="202417"/>
                </a:lnTo>
                <a:lnTo>
                  <a:pt x="104369" y="167112"/>
                </a:lnTo>
                <a:lnTo>
                  <a:pt x="133969" y="134540"/>
                </a:lnTo>
                <a:lnTo>
                  <a:pt x="166550" y="104931"/>
                </a:lnTo>
                <a:lnTo>
                  <a:pt x="201881" y="78516"/>
                </a:lnTo>
                <a:lnTo>
                  <a:pt x="239733" y="55525"/>
                </a:lnTo>
                <a:lnTo>
                  <a:pt x="279874" y="36189"/>
                </a:lnTo>
                <a:lnTo>
                  <a:pt x="322074" y="20737"/>
                </a:lnTo>
                <a:lnTo>
                  <a:pt x="366103" y="9402"/>
                </a:lnTo>
                <a:lnTo>
                  <a:pt x="411729" y="2412"/>
                </a:lnTo>
                <a:lnTo>
                  <a:pt x="458724" y="0"/>
                </a:lnTo>
                <a:lnTo>
                  <a:pt x="4293108" y="0"/>
                </a:lnTo>
                <a:lnTo>
                  <a:pt x="4340012" y="2412"/>
                </a:lnTo>
                <a:lnTo>
                  <a:pt x="4385562" y="9402"/>
                </a:lnTo>
                <a:lnTo>
                  <a:pt x="4429525" y="20737"/>
                </a:lnTo>
                <a:lnTo>
                  <a:pt x="4471671" y="36189"/>
                </a:lnTo>
                <a:lnTo>
                  <a:pt x="4511771" y="55525"/>
                </a:lnTo>
                <a:lnTo>
                  <a:pt x="4549593" y="78516"/>
                </a:lnTo>
                <a:lnTo>
                  <a:pt x="4584906" y="104931"/>
                </a:lnTo>
                <a:lnTo>
                  <a:pt x="4617481" y="134540"/>
                </a:lnTo>
                <a:lnTo>
                  <a:pt x="4647087" y="167112"/>
                </a:lnTo>
                <a:lnTo>
                  <a:pt x="4673494" y="202417"/>
                </a:lnTo>
                <a:lnTo>
                  <a:pt x="4696470" y="240224"/>
                </a:lnTo>
                <a:lnTo>
                  <a:pt x="4715785" y="280302"/>
                </a:lnTo>
                <a:lnTo>
                  <a:pt x="4731210" y="322422"/>
                </a:lnTo>
                <a:lnTo>
                  <a:pt x="4742513" y="366353"/>
                </a:lnTo>
                <a:lnTo>
                  <a:pt x="4749463" y="411863"/>
                </a:lnTo>
                <a:lnTo>
                  <a:pt x="4751832" y="458724"/>
                </a:lnTo>
                <a:lnTo>
                  <a:pt x="4751832" y="2293619"/>
                </a:lnTo>
                <a:lnTo>
                  <a:pt x="4749463" y="2340524"/>
                </a:lnTo>
                <a:lnTo>
                  <a:pt x="4742513" y="2386074"/>
                </a:lnTo>
                <a:lnTo>
                  <a:pt x="4731210" y="2430037"/>
                </a:lnTo>
                <a:lnTo>
                  <a:pt x="4715785" y="2472183"/>
                </a:lnTo>
                <a:lnTo>
                  <a:pt x="4696470" y="2512283"/>
                </a:lnTo>
                <a:lnTo>
                  <a:pt x="4673494" y="2550105"/>
                </a:lnTo>
                <a:lnTo>
                  <a:pt x="4647087" y="2585418"/>
                </a:lnTo>
                <a:lnTo>
                  <a:pt x="4617481" y="2617993"/>
                </a:lnTo>
                <a:lnTo>
                  <a:pt x="4584906" y="2647599"/>
                </a:lnTo>
                <a:lnTo>
                  <a:pt x="4549593" y="2674006"/>
                </a:lnTo>
                <a:lnTo>
                  <a:pt x="4511771" y="2696982"/>
                </a:lnTo>
                <a:lnTo>
                  <a:pt x="4471671" y="2716297"/>
                </a:lnTo>
                <a:lnTo>
                  <a:pt x="4429525" y="2731722"/>
                </a:lnTo>
                <a:lnTo>
                  <a:pt x="4385562" y="2743025"/>
                </a:lnTo>
                <a:lnTo>
                  <a:pt x="4340012" y="2749975"/>
                </a:lnTo>
                <a:lnTo>
                  <a:pt x="4293108" y="2752344"/>
                </a:lnTo>
                <a:close/>
              </a:path>
            </a:pathLst>
          </a:custGeom>
          <a:solidFill>
            <a:srgbClr val="D2E1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19911" y="3717035"/>
            <a:ext cx="731520" cy="379730"/>
          </a:xfrm>
          <a:custGeom>
            <a:avLst/>
            <a:gdLst/>
            <a:ahLst/>
            <a:cxnLst/>
            <a:rect l="l" t="t" r="r" b="b"/>
            <a:pathLst>
              <a:path w="731519" h="379729">
                <a:moveTo>
                  <a:pt x="667512" y="379475"/>
                </a:moveTo>
                <a:lnTo>
                  <a:pt x="62484" y="379475"/>
                </a:lnTo>
                <a:lnTo>
                  <a:pt x="38220" y="374069"/>
                </a:lnTo>
                <a:lnTo>
                  <a:pt x="18321" y="360297"/>
                </a:lnTo>
                <a:lnTo>
                  <a:pt x="4882" y="340112"/>
                </a:lnTo>
                <a:lnTo>
                  <a:pt x="0" y="315467"/>
                </a:lnTo>
                <a:lnTo>
                  <a:pt x="0" y="62484"/>
                </a:lnTo>
                <a:lnTo>
                  <a:pt x="4882" y="38077"/>
                </a:lnTo>
                <a:lnTo>
                  <a:pt x="18321" y="18130"/>
                </a:lnTo>
                <a:lnTo>
                  <a:pt x="38220" y="4739"/>
                </a:lnTo>
                <a:lnTo>
                  <a:pt x="62484" y="0"/>
                </a:lnTo>
                <a:lnTo>
                  <a:pt x="667512" y="0"/>
                </a:lnTo>
                <a:lnTo>
                  <a:pt x="692513" y="4739"/>
                </a:lnTo>
                <a:lnTo>
                  <a:pt x="712817" y="18130"/>
                </a:lnTo>
                <a:lnTo>
                  <a:pt x="726471" y="38077"/>
                </a:lnTo>
                <a:lnTo>
                  <a:pt x="731519" y="62484"/>
                </a:lnTo>
                <a:lnTo>
                  <a:pt x="731519" y="315467"/>
                </a:lnTo>
                <a:lnTo>
                  <a:pt x="726471" y="340112"/>
                </a:lnTo>
                <a:lnTo>
                  <a:pt x="712817" y="360297"/>
                </a:lnTo>
                <a:lnTo>
                  <a:pt x="692513" y="374069"/>
                </a:lnTo>
                <a:lnTo>
                  <a:pt x="667512" y="379475"/>
                </a:lnTo>
                <a:close/>
              </a:path>
            </a:pathLst>
          </a:custGeom>
          <a:solidFill>
            <a:srgbClr val="78A77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943698" y="3744048"/>
            <a:ext cx="4826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代码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50314" y="4117975"/>
            <a:ext cx="2463165" cy="5124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latin typeface="宋体"/>
                <a:cs typeface="宋体"/>
              </a:rPr>
              <a:t>#</a:t>
            </a:r>
            <a:r>
              <a:rPr dirty="0" sz="1600" spc="-100">
                <a:latin typeface="宋体"/>
                <a:cs typeface="宋体"/>
              </a:rPr>
              <a:t> </a:t>
            </a:r>
            <a:r>
              <a:rPr dirty="0" sz="1600">
                <a:latin typeface="宋体"/>
                <a:cs typeface="宋体"/>
              </a:rPr>
              <a:t>创建一个空列表接收结</a:t>
            </a:r>
            <a:r>
              <a:rPr dirty="0" sz="1600" spc="-5">
                <a:latin typeface="宋体"/>
                <a:cs typeface="宋体"/>
              </a:rPr>
              <a:t>果 num =</a:t>
            </a:r>
            <a:r>
              <a:rPr dirty="0" sz="1600" spc="-1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[]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50314" y="4849495"/>
            <a:ext cx="1955800" cy="7562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latin typeface="宋体"/>
                <a:cs typeface="宋体"/>
              </a:rPr>
              <a:t>#</a:t>
            </a:r>
            <a:r>
              <a:rPr dirty="0" sz="1600" spc="-15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for</a:t>
            </a:r>
            <a:r>
              <a:rPr dirty="0" sz="1600">
                <a:latin typeface="宋体"/>
                <a:cs typeface="宋体"/>
              </a:rPr>
              <a:t>循</a:t>
            </a:r>
            <a:r>
              <a:rPr dirty="0" sz="1600" spc="-5">
                <a:latin typeface="宋体"/>
                <a:cs typeface="宋体"/>
              </a:rPr>
              <a:t>环</a:t>
            </a:r>
            <a:endParaRPr sz="16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</a:pPr>
            <a:r>
              <a:rPr dirty="0" sz="1600" spc="-5">
                <a:latin typeface="宋体"/>
                <a:cs typeface="宋体"/>
              </a:rPr>
              <a:t>for i in</a:t>
            </a:r>
            <a:r>
              <a:rPr dirty="0" sz="1600" spc="-55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range(11):</a:t>
            </a:r>
            <a:endParaRPr sz="16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</a:pPr>
            <a:r>
              <a:rPr dirty="0" sz="1600" spc="-5">
                <a:latin typeface="宋体"/>
                <a:cs typeface="宋体"/>
              </a:rPr>
              <a:t>    </a:t>
            </a:r>
            <a:r>
              <a:rPr dirty="0" sz="1600" spc="-5">
                <a:latin typeface="宋体"/>
                <a:cs typeface="宋体"/>
              </a:rPr>
              <a:t>num.append(i)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50314" y="5824854"/>
            <a:ext cx="1041400" cy="5124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latin typeface="宋体"/>
                <a:cs typeface="宋体"/>
              </a:rPr>
              <a:t>#</a:t>
            </a:r>
            <a:r>
              <a:rPr dirty="0" sz="1600" spc="-100">
                <a:latin typeface="宋体"/>
                <a:cs typeface="宋体"/>
              </a:rPr>
              <a:t> </a:t>
            </a:r>
            <a:r>
              <a:rPr dirty="0" sz="1600">
                <a:latin typeface="宋体"/>
                <a:cs typeface="宋体"/>
              </a:rPr>
              <a:t>输出列</a:t>
            </a:r>
            <a:r>
              <a:rPr dirty="0" sz="1600" spc="-5">
                <a:latin typeface="宋体"/>
                <a:cs typeface="宋体"/>
              </a:rPr>
              <a:t>表 </a:t>
            </a:r>
            <a:r>
              <a:rPr dirty="0" sz="1600" spc="-5">
                <a:latin typeface="宋体"/>
                <a:cs typeface="宋体"/>
              </a:rPr>
              <a:t>print(num)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76655" y="2147316"/>
            <a:ext cx="10799445" cy="1260475"/>
          </a:xfrm>
          <a:custGeom>
            <a:avLst/>
            <a:gdLst/>
            <a:ahLst/>
            <a:cxnLst/>
            <a:rect l="l" t="t" r="r" b="b"/>
            <a:pathLst>
              <a:path w="10799445" h="1260475">
                <a:moveTo>
                  <a:pt x="10590276" y="1260347"/>
                </a:moveTo>
                <a:lnTo>
                  <a:pt x="210312" y="1260347"/>
                </a:lnTo>
                <a:lnTo>
                  <a:pt x="161908" y="1254809"/>
                </a:lnTo>
                <a:lnTo>
                  <a:pt x="117532" y="1239009"/>
                </a:lnTo>
                <a:lnTo>
                  <a:pt x="78438" y="1214204"/>
                </a:lnTo>
                <a:lnTo>
                  <a:pt x="45882" y="1181648"/>
                </a:lnTo>
                <a:lnTo>
                  <a:pt x="21120" y="1142597"/>
                </a:lnTo>
                <a:lnTo>
                  <a:pt x="5407" y="1098308"/>
                </a:lnTo>
                <a:lnTo>
                  <a:pt x="0" y="1050035"/>
                </a:lnTo>
                <a:lnTo>
                  <a:pt x="0" y="210311"/>
                </a:lnTo>
                <a:lnTo>
                  <a:pt x="5407" y="162132"/>
                </a:lnTo>
                <a:lnTo>
                  <a:pt x="21120" y="117905"/>
                </a:lnTo>
                <a:lnTo>
                  <a:pt x="45882" y="78886"/>
                </a:lnTo>
                <a:lnTo>
                  <a:pt x="78438" y="46330"/>
                </a:lnTo>
                <a:lnTo>
                  <a:pt x="117532" y="21493"/>
                </a:lnTo>
                <a:lnTo>
                  <a:pt x="161908" y="5631"/>
                </a:lnTo>
                <a:lnTo>
                  <a:pt x="210312" y="0"/>
                </a:lnTo>
                <a:lnTo>
                  <a:pt x="10590276" y="0"/>
                </a:lnTo>
                <a:lnTo>
                  <a:pt x="10638208" y="5631"/>
                </a:lnTo>
                <a:lnTo>
                  <a:pt x="10682242" y="21493"/>
                </a:lnTo>
                <a:lnTo>
                  <a:pt x="10721096" y="46330"/>
                </a:lnTo>
                <a:lnTo>
                  <a:pt x="10753487" y="78886"/>
                </a:lnTo>
                <a:lnTo>
                  <a:pt x="10778134" y="117905"/>
                </a:lnTo>
                <a:lnTo>
                  <a:pt x="10793753" y="162132"/>
                </a:lnTo>
                <a:lnTo>
                  <a:pt x="10799064" y="210311"/>
                </a:lnTo>
                <a:lnTo>
                  <a:pt x="10799064" y="1050035"/>
                </a:lnTo>
                <a:lnTo>
                  <a:pt x="10793753" y="1098308"/>
                </a:lnTo>
                <a:lnTo>
                  <a:pt x="10778134" y="1142597"/>
                </a:lnTo>
                <a:lnTo>
                  <a:pt x="10753487" y="1181648"/>
                </a:lnTo>
                <a:lnTo>
                  <a:pt x="10721096" y="1214204"/>
                </a:lnTo>
                <a:lnTo>
                  <a:pt x="10682242" y="1239009"/>
                </a:lnTo>
                <a:lnTo>
                  <a:pt x="10638208" y="1254809"/>
                </a:lnTo>
                <a:lnTo>
                  <a:pt x="10590276" y="126034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69925" y="2141194"/>
            <a:ext cx="10812780" cy="1270000"/>
          </a:xfrm>
          <a:custGeom>
            <a:avLst/>
            <a:gdLst/>
            <a:ahLst/>
            <a:cxnLst/>
            <a:rect l="l" t="t" r="r" b="b"/>
            <a:pathLst>
              <a:path w="10812780" h="1270000">
                <a:moveTo>
                  <a:pt x="10670794" y="12700"/>
                </a:moveTo>
                <a:lnTo>
                  <a:pt x="141986" y="12700"/>
                </a:lnTo>
                <a:lnTo>
                  <a:pt x="152031" y="0"/>
                </a:lnTo>
                <a:lnTo>
                  <a:pt x="10660748" y="0"/>
                </a:lnTo>
                <a:lnTo>
                  <a:pt x="10670794" y="12700"/>
                </a:lnTo>
                <a:close/>
              </a:path>
              <a:path w="10812780" h="1270000">
                <a:moveTo>
                  <a:pt x="136956" y="25400"/>
                </a:moveTo>
                <a:lnTo>
                  <a:pt x="113233" y="25400"/>
                </a:lnTo>
                <a:lnTo>
                  <a:pt x="122567" y="12700"/>
                </a:lnTo>
                <a:lnTo>
                  <a:pt x="146494" y="12700"/>
                </a:lnTo>
                <a:lnTo>
                  <a:pt x="136956" y="25400"/>
                </a:lnTo>
                <a:close/>
              </a:path>
              <a:path w="10812780" h="1270000">
                <a:moveTo>
                  <a:pt x="10699546" y="25400"/>
                </a:moveTo>
                <a:lnTo>
                  <a:pt x="10675823" y="25400"/>
                </a:lnTo>
                <a:lnTo>
                  <a:pt x="10666285" y="12700"/>
                </a:lnTo>
                <a:lnTo>
                  <a:pt x="10690212" y="12700"/>
                </a:lnTo>
                <a:lnTo>
                  <a:pt x="10699546" y="25400"/>
                </a:lnTo>
                <a:close/>
              </a:path>
              <a:path w="10812780" h="1270000">
                <a:moveTo>
                  <a:pt x="110642" y="38100"/>
                </a:moveTo>
                <a:lnTo>
                  <a:pt x="86906" y="38100"/>
                </a:lnTo>
                <a:lnTo>
                  <a:pt x="95389" y="25400"/>
                </a:lnTo>
                <a:lnTo>
                  <a:pt x="119430" y="25400"/>
                </a:lnTo>
                <a:lnTo>
                  <a:pt x="110642" y="38100"/>
                </a:lnTo>
                <a:close/>
              </a:path>
              <a:path w="10812780" h="1270000">
                <a:moveTo>
                  <a:pt x="10725873" y="38100"/>
                </a:moveTo>
                <a:lnTo>
                  <a:pt x="10702137" y="38100"/>
                </a:lnTo>
                <a:lnTo>
                  <a:pt x="10693349" y="25400"/>
                </a:lnTo>
                <a:lnTo>
                  <a:pt x="10717390" y="25400"/>
                </a:lnTo>
                <a:lnTo>
                  <a:pt x="10725873" y="38100"/>
                </a:lnTo>
                <a:close/>
              </a:path>
              <a:path w="10812780" h="1270000">
                <a:moveTo>
                  <a:pt x="94399" y="50800"/>
                </a:moveTo>
                <a:lnTo>
                  <a:pt x="70891" y="50800"/>
                </a:lnTo>
                <a:lnTo>
                  <a:pt x="78740" y="38100"/>
                </a:lnTo>
                <a:lnTo>
                  <a:pt x="102628" y="38100"/>
                </a:lnTo>
                <a:lnTo>
                  <a:pt x="94399" y="50800"/>
                </a:lnTo>
                <a:close/>
              </a:path>
              <a:path w="10812780" h="1270000">
                <a:moveTo>
                  <a:pt x="10741888" y="50800"/>
                </a:moveTo>
                <a:lnTo>
                  <a:pt x="10718380" y="50800"/>
                </a:lnTo>
                <a:lnTo>
                  <a:pt x="10710151" y="38100"/>
                </a:lnTo>
                <a:lnTo>
                  <a:pt x="10734040" y="38100"/>
                </a:lnTo>
                <a:lnTo>
                  <a:pt x="10741888" y="50800"/>
                </a:lnTo>
                <a:close/>
              </a:path>
              <a:path w="10812780" h="1270000">
                <a:moveTo>
                  <a:pt x="65506" y="76200"/>
                </a:moveTo>
                <a:lnTo>
                  <a:pt x="49415" y="76200"/>
                </a:lnTo>
                <a:lnTo>
                  <a:pt x="56210" y="63500"/>
                </a:lnTo>
                <a:lnTo>
                  <a:pt x="63373" y="50800"/>
                </a:lnTo>
                <a:lnTo>
                  <a:pt x="86944" y="50800"/>
                </a:lnTo>
                <a:lnTo>
                  <a:pt x="79311" y="63500"/>
                </a:lnTo>
                <a:lnTo>
                  <a:pt x="72466" y="63500"/>
                </a:lnTo>
                <a:lnTo>
                  <a:pt x="65506" y="76200"/>
                </a:lnTo>
                <a:close/>
              </a:path>
              <a:path w="10812780" h="1270000">
                <a:moveTo>
                  <a:pt x="10763364" y="76200"/>
                </a:moveTo>
                <a:lnTo>
                  <a:pt x="10747273" y="76200"/>
                </a:lnTo>
                <a:lnTo>
                  <a:pt x="10740313" y="63500"/>
                </a:lnTo>
                <a:lnTo>
                  <a:pt x="10733455" y="63500"/>
                </a:lnTo>
                <a:lnTo>
                  <a:pt x="10725835" y="50800"/>
                </a:lnTo>
                <a:lnTo>
                  <a:pt x="10749407" y="50800"/>
                </a:lnTo>
                <a:lnTo>
                  <a:pt x="10756569" y="63500"/>
                </a:lnTo>
                <a:lnTo>
                  <a:pt x="10763364" y="76200"/>
                </a:lnTo>
                <a:close/>
              </a:path>
              <a:path w="10812780" h="1270000">
                <a:moveTo>
                  <a:pt x="47396" y="101600"/>
                </a:moveTo>
                <a:lnTo>
                  <a:pt x="31330" y="101600"/>
                </a:lnTo>
                <a:lnTo>
                  <a:pt x="36956" y="88900"/>
                </a:lnTo>
                <a:lnTo>
                  <a:pt x="42989" y="76200"/>
                </a:lnTo>
                <a:lnTo>
                  <a:pt x="59309" y="76200"/>
                </a:lnTo>
                <a:lnTo>
                  <a:pt x="53073" y="88900"/>
                </a:lnTo>
                <a:lnTo>
                  <a:pt x="53251" y="88900"/>
                </a:lnTo>
                <a:lnTo>
                  <a:pt x="47396" y="101600"/>
                </a:lnTo>
                <a:close/>
              </a:path>
              <a:path w="10812780" h="1270000">
                <a:moveTo>
                  <a:pt x="10781449" y="101600"/>
                </a:moveTo>
                <a:lnTo>
                  <a:pt x="10765383" y="101600"/>
                </a:lnTo>
                <a:lnTo>
                  <a:pt x="10759528" y="88900"/>
                </a:lnTo>
                <a:lnTo>
                  <a:pt x="10759706" y="88900"/>
                </a:lnTo>
                <a:lnTo>
                  <a:pt x="10753471" y="76200"/>
                </a:lnTo>
                <a:lnTo>
                  <a:pt x="10769790" y="76200"/>
                </a:lnTo>
                <a:lnTo>
                  <a:pt x="10775823" y="88900"/>
                </a:lnTo>
                <a:lnTo>
                  <a:pt x="10781449" y="101600"/>
                </a:lnTo>
                <a:close/>
              </a:path>
              <a:path w="10812780" h="1270000">
                <a:moveTo>
                  <a:pt x="25006" y="139700"/>
                </a:moveTo>
                <a:lnTo>
                  <a:pt x="13131" y="139700"/>
                </a:lnTo>
                <a:lnTo>
                  <a:pt x="17005" y="127000"/>
                </a:lnTo>
                <a:lnTo>
                  <a:pt x="21335" y="114300"/>
                </a:lnTo>
                <a:lnTo>
                  <a:pt x="26123" y="101600"/>
                </a:lnTo>
                <a:lnTo>
                  <a:pt x="42265" y="101600"/>
                </a:lnTo>
                <a:lnTo>
                  <a:pt x="37198" y="114300"/>
                </a:lnTo>
                <a:lnTo>
                  <a:pt x="37350" y="114300"/>
                </a:lnTo>
                <a:lnTo>
                  <a:pt x="32715" y="127000"/>
                </a:lnTo>
                <a:lnTo>
                  <a:pt x="28765" y="127000"/>
                </a:lnTo>
                <a:lnTo>
                  <a:pt x="25006" y="139700"/>
                </a:lnTo>
                <a:close/>
              </a:path>
              <a:path w="10812780" h="1270000">
                <a:moveTo>
                  <a:pt x="10799648" y="139700"/>
                </a:moveTo>
                <a:lnTo>
                  <a:pt x="10787773" y="139700"/>
                </a:lnTo>
                <a:lnTo>
                  <a:pt x="10784014" y="127000"/>
                </a:lnTo>
                <a:lnTo>
                  <a:pt x="10780064" y="127000"/>
                </a:lnTo>
                <a:lnTo>
                  <a:pt x="10775429" y="114300"/>
                </a:lnTo>
                <a:lnTo>
                  <a:pt x="10775569" y="114300"/>
                </a:lnTo>
                <a:lnTo>
                  <a:pt x="10770514" y="101600"/>
                </a:lnTo>
                <a:lnTo>
                  <a:pt x="10786656" y="101600"/>
                </a:lnTo>
                <a:lnTo>
                  <a:pt x="10791444" y="114300"/>
                </a:lnTo>
                <a:lnTo>
                  <a:pt x="10795774" y="127000"/>
                </a:lnTo>
                <a:lnTo>
                  <a:pt x="10799648" y="139700"/>
                </a:lnTo>
                <a:close/>
              </a:path>
              <a:path w="10812780" h="1270000">
                <a:moveTo>
                  <a:pt x="15024" y="177800"/>
                </a:moveTo>
                <a:lnTo>
                  <a:pt x="2501" y="177800"/>
                </a:lnTo>
                <a:lnTo>
                  <a:pt x="4394" y="165100"/>
                </a:lnTo>
                <a:lnTo>
                  <a:pt x="6807" y="152400"/>
                </a:lnTo>
                <a:lnTo>
                  <a:pt x="9728" y="139700"/>
                </a:lnTo>
                <a:lnTo>
                  <a:pt x="25107" y="139700"/>
                </a:lnTo>
                <a:lnTo>
                  <a:pt x="21805" y="152400"/>
                </a:lnTo>
                <a:lnTo>
                  <a:pt x="19075" y="165100"/>
                </a:lnTo>
                <a:lnTo>
                  <a:pt x="16865" y="165100"/>
                </a:lnTo>
                <a:lnTo>
                  <a:pt x="15024" y="177800"/>
                </a:lnTo>
                <a:close/>
              </a:path>
              <a:path w="10812780" h="1270000">
                <a:moveTo>
                  <a:pt x="10810278" y="177800"/>
                </a:moveTo>
                <a:lnTo>
                  <a:pt x="10797755" y="177800"/>
                </a:lnTo>
                <a:lnTo>
                  <a:pt x="10795914" y="165100"/>
                </a:lnTo>
                <a:lnTo>
                  <a:pt x="10793704" y="165100"/>
                </a:lnTo>
                <a:lnTo>
                  <a:pt x="10790872" y="152400"/>
                </a:lnTo>
                <a:lnTo>
                  <a:pt x="10787672" y="139700"/>
                </a:lnTo>
                <a:lnTo>
                  <a:pt x="10803051" y="139700"/>
                </a:lnTo>
                <a:lnTo>
                  <a:pt x="10805972" y="152400"/>
                </a:lnTo>
                <a:lnTo>
                  <a:pt x="10808385" y="165100"/>
                </a:lnTo>
                <a:lnTo>
                  <a:pt x="10810278" y="177800"/>
                </a:lnTo>
                <a:close/>
              </a:path>
              <a:path w="10812780" h="1270000">
                <a:moveTo>
                  <a:pt x="13741" y="190500"/>
                </a:moveTo>
                <a:lnTo>
                  <a:pt x="1117" y="190500"/>
                </a:lnTo>
                <a:lnTo>
                  <a:pt x="1739" y="177800"/>
                </a:lnTo>
                <a:lnTo>
                  <a:pt x="14351" y="177800"/>
                </a:lnTo>
                <a:lnTo>
                  <a:pt x="13741" y="190500"/>
                </a:lnTo>
                <a:close/>
              </a:path>
              <a:path w="10812780" h="1270000">
                <a:moveTo>
                  <a:pt x="14325" y="190500"/>
                </a:moveTo>
                <a:lnTo>
                  <a:pt x="14351" y="177800"/>
                </a:lnTo>
                <a:lnTo>
                  <a:pt x="15062" y="177800"/>
                </a:lnTo>
                <a:lnTo>
                  <a:pt x="14325" y="190500"/>
                </a:lnTo>
                <a:close/>
              </a:path>
              <a:path w="10812780" h="1270000">
                <a:moveTo>
                  <a:pt x="10798454" y="190500"/>
                </a:moveTo>
                <a:lnTo>
                  <a:pt x="10797717" y="177800"/>
                </a:lnTo>
                <a:lnTo>
                  <a:pt x="10798429" y="177800"/>
                </a:lnTo>
                <a:lnTo>
                  <a:pt x="10798454" y="190500"/>
                </a:lnTo>
                <a:close/>
              </a:path>
              <a:path w="10812780" h="1270000">
                <a:moveTo>
                  <a:pt x="10811662" y="190500"/>
                </a:moveTo>
                <a:lnTo>
                  <a:pt x="10799038" y="190500"/>
                </a:lnTo>
                <a:lnTo>
                  <a:pt x="10798429" y="177800"/>
                </a:lnTo>
                <a:lnTo>
                  <a:pt x="10811040" y="177800"/>
                </a:lnTo>
                <a:lnTo>
                  <a:pt x="10811662" y="190500"/>
                </a:lnTo>
                <a:close/>
              </a:path>
              <a:path w="10812780" h="1270000">
                <a:moveTo>
                  <a:pt x="12966" y="203200"/>
                </a:moveTo>
                <a:lnTo>
                  <a:pt x="279" y="203200"/>
                </a:lnTo>
                <a:lnTo>
                  <a:pt x="634" y="190500"/>
                </a:lnTo>
                <a:lnTo>
                  <a:pt x="13296" y="190500"/>
                </a:lnTo>
                <a:lnTo>
                  <a:pt x="12966" y="203200"/>
                </a:lnTo>
                <a:close/>
              </a:path>
              <a:path w="10812780" h="1270000">
                <a:moveTo>
                  <a:pt x="10812500" y="203200"/>
                </a:moveTo>
                <a:lnTo>
                  <a:pt x="10799813" y="203200"/>
                </a:lnTo>
                <a:lnTo>
                  <a:pt x="10799483" y="190500"/>
                </a:lnTo>
                <a:lnTo>
                  <a:pt x="10812145" y="190500"/>
                </a:lnTo>
                <a:lnTo>
                  <a:pt x="10812500" y="203200"/>
                </a:lnTo>
                <a:close/>
              </a:path>
              <a:path w="10812780" h="1270000">
                <a:moveTo>
                  <a:pt x="12700" y="1054100"/>
                </a:moveTo>
                <a:lnTo>
                  <a:pt x="0" y="1054100"/>
                </a:lnTo>
                <a:lnTo>
                  <a:pt x="76" y="203200"/>
                </a:lnTo>
                <a:lnTo>
                  <a:pt x="12763" y="203200"/>
                </a:lnTo>
                <a:lnTo>
                  <a:pt x="12700" y="1054100"/>
                </a:lnTo>
                <a:close/>
              </a:path>
              <a:path w="10812780" h="1270000">
                <a:moveTo>
                  <a:pt x="10812780" y="1054100"/>
                </a:moveTo>
                <a:lnTo>
                  <a:pt x="10800080" y="1054100"/>
                </a:lnTo>
                <a:lnTo>
                  <a:pt x="10800016" y="203200"/>
                </a:lnTo>
                <a:lnTo>
                  <a:pt x="10812703" y="203200"/>
                </a:lnTo>
                <a:lnTo>
                  <a:pt x="10812780" y="1054100"/>
                </a:lnTo>
                <a:close/>
              </a:path>
              <a:path w="10812780" h="1270000">
                <a:moveTo>
                  <a:pt x="12966" y="1066800"/>
                </a:moveTo>
                <a:lnTo>
                  <a:pt x="279" y="1066800"/>
                </a:lnTo>
                <a:lnTo>
                  <a:pt x="76" y="1054100"/>
                </a:lnTo>
                <a:lnTo>
                  <a:pt x="12763" y="1054100"/>
                </a:lnTo>
                <a:lnTo>
                  <a:pt x="12966" y="1066800"/>
                </a:lnTo>
                <a:close/>
              </a:path>
              <a:path w="10812780" h="1270000">
                <a:moveTo>
                  <a:pt x="10812500" y="1066800"/>
                </a:moveTo>
                <a:lnTo>
                  <a:pt x="10799813" y="1066800"/>
                </a:lnTo>
                <a:lnTo>
                  <a:pt x="10800016" y="1054100"/>
                </a:lnTo>
                <a:lnTo>
                  <a:pt x="10812703" y="1054100"/>
                </a:lnTo>
                <a:lnTo>
                  <a:pt x="10812500" y="1066800"/>
                </a:lnTo>
                <a:close/>
              </a:path>
              <a:path w="10812780" h="1270000">
                <a:moveTo>
                  <a:pt x="14351" y="1079500"/>
                </a:moveTo>
                <a:lnTo>
                  <a:pt x="1739" y="1079500"/>
                </a:lnTo>
                <a:lnTo>
                  <a:pt x="1117" y="1066800"/>
                </a:lnTo>
                <a:lnTo>
                  <a:pt x="13741" y="1066800"/>
                </a:lnTo>
                <a:lnTo>
                  <a:pt x="14351" y="1079500"/>
                </a:lnTo>
                <a:close/>
              </a:path>
              <a:path w="10812780" h="1270000">
                <a:moveTo>
                  <a:pt x="10811040" y="1079500"/>
                </a:moveTo>
                <a:lnTo>
                  <a:pt x="10798429" y="1079500"/>
                </a:lnTo>
                <a:lnTo>
                  <a:pt x="10799038" y="1066800"/>
                </a:lnTo>
                <a:lnTo>
                  <a:pt x="10811662" y="1066800"/>
                </a:lnTo>
                <a:lnTo>
                  <a:pt x="10811040" y="1079500"/>
                </a:lnTo>
                <a:close/>
              </a:path>
              <a:path w="10812780" h="1270000">
                <a:moveTo>
                  <a:pt x="28765" y="1130300"/>
                </a:moveTo>
                <a:lnTo>
                  <a:pt x="13131" y="1130300"/>
                </a:lnTo>
                <a:lnTo>
                  <a:pt x="9728" y="1117600"/>
                </a:lnTo>
                <a:lnTo>
                  <a:pt x="6807" y="1104900"/>
                </a:lnTo>
                <a:lnTo>
                  <a:pt x="4394" y="1092200"/>
                </a:lnTo>
                <a:lnTo>
                  <a:pt x="2501" y="1079500"/>
                </a:lnTo>
                <a:lnTo>
                  <a:pt x="15024" y="1079500"/>
                </a:lnTo>
                <a:lnTo>
                  <a:pt x="16865" y="1092200"/>
                </a:lnTo>
                <a:lnTo>
                  <a:pt x="19151" y="1104900"/>
                </a:lnTo>
                <a:lnTo>
                  <a:pt x="21805" y="1104900"/>
                </a:lnTo>
                <a:lnTo>
                  <a:pt x="25107" y="1117600"/>
                </a:lnTo>
                <a:lnTo>
                  <a:pt x="28765" y="1130300"/>
                </a:lnTo>
                <a:close/>
              </a:path>
              <a:path w="10812780" h="1270000">
                <a:moveTo>
                  <a:pt x="10799648" y="1130300"/>
                </a:moveTo>
                <a:lnTo>
                  <a:pt x="10784014" y="1130300"/>
                </a:lnTo>
                <a:lnTo>
                  <a:pt x="10787773" y="1117600"/>
                </a:lnTo>
                <a:lnTo>
                  <a:pt x="10790974" y="1104900"/>
                </a:lnTo>
                <a:lnTo>
                  <a:pt x="10793628" y="1104900"/>
                </a:lnTo>
                <a:lnTo>
                  <a:pt x="10795977" y="1092200"/>
                </a:lnTo>
                <a:lnTo>
                  <a:pt x="10797755" y="1079500"/>
                </a:lnTo>
                <a:lnTo>
                  <a:pt x="10810278" y="1079500"/>
                </a:lnTo>
                <a:lnTo>
                  <a:pt x="10808385" y="1092200"/>
                </a:lnTo>
                <a:lnTo>
                  <a:pt x="10805972" y="1104900"/>
                </a:lnTo>
                <a:lnTo>
                  <a:pt x="10803051" y="1117600"/>
                </a:lnTo>
                <a:lnTo>
                  <a:pt x="10799648" y="1130300"/>
                </a:lnTo>
                <a:close/>
              </a:path>
              <a:path w="10812780" h="1270000">
                <a:moveTo>
                  <a:pt x="47561" y="1168400"/>
                </a:moveTo>
                <a:lnTo>
                  <a:pt x="31330" y="1168400"/>
                </a:lnTo>
                <a:lnTo>
                  <a:pt x="26123" y="1155700"/>
                </a:lnTo>
                <a:lnTo>
                  <a:pt x="21335" y="1143000"/>
                </a:lnTo>
                <a:lnTo>
                  <a:pt x="17005" y="1130300"/>
                </a:lnTo>
                <a:lnTo>
                  <a:pt x="28638" y="1130300"/>
                </a:lnTo>
                <a:lnTo>
                  <a:pt x="32842" y="1143000"/>
                </a:lnTo>
                <a:lnTo>
                  <a:pt x="37198" y="1143000"/>
                </a:lnTo>
                <a:lnTo>
                  <a:pt x="42265" y="1155700"/>
                </a:lnTo>
                <a:lnTo>
                  <a:pt x="42100" y="1155700"/>
                </a:lnTo>
                <a:lnTo>
                  <a:pt x="47561" y="1168400"/>
                </a:lnTo>
                <a:close/>
              </a:path>
              <a:path w="10812780" h="1270000">
                <a:moveTo>
                  <a:pt x="10781449" y="1168400"/>
                </a:moveTo>
                <a:lnTo>
                  <a:pt x="10765218" y="1168400"/>
                </a:lnTo>
                <a:lnTo>
                  <a:pt x="10770679" y="1155700"/>
                </a:lnTo>
                <a:lnTo>
                  <a:pt x="10770514" y="1155700"/>
                </a:lnTo>
                <a:lnTo>
                  <a:pt x="10775569" y="1143000"/>
                </a:lnTo>
                <a:lnTo>
                  <a:pt x="10779937" y="1143000"/>
                </a:lnTo>
                <a:lnTo>
                  <a:pt x="10784141" y="1130300"/>
                </a:lnTo>
                <a:lnTo>
                  <a:pt x="10795774" y="1130300"/>
                </a:lnTo>
                <a:lnTo>
                  <a:pt x="10791444" y="1143000"/>
                </a:lnTo>
                <a:lnTo>
                  <a:pt x="10786656" y="1155700"/>
                </a:lnTo>
                <a:lnTo>
                  <a:pt x="10781449" y="1168400"/>
                </a:lnTo>
                <a:close/>
              </a:path>
              <a:path w="10812780" h="1270000">
                <a:moveTo>
                  <a:pt x="72466" y="1193800"/>
                </a:moveTo>
                <a:lnTo>
                  <a:pt x="49415" y="1193800"/>
                </a:lnTo>
                <a:lnTo>
                  <a:pt x="42989" y="1181100"/>
                </a:lnTo>
                <a:lnTo>
                  <a:pt x="36956" y="1168400"/>
                </a:lnTo>
                <a:lnTo>
                  <a:pt x="53073" y="1168400"/>
                </a:lnTo>
                <a:lnTo>
                  <a:pt x="59309" y="1181100"/>
                </a:lnTo>
                <a:lnTo>
                  <a:pt x="65506" y="1181100"/>
                </a:lnTo>
                <a:lnTo>
                  <a:pt x="72466" y="1193800"/>
                </a:lnTo>
                <a:close/>
              </a:path>
              <a:path w="10812780" h="1270000">
                <a:moveTo>
                  <a:pt x="10763364" y="1193800"/>
                </a:moveTo>
                <a:lnTo>
                  <a:pt x="10740313" y="1193800"/>
                </a:lnTo>
                <a:lnTo>
                  <a:pt x="10747273" y="1181100"/>
                </a:lnTo>
                <a:lnTo>
                  <a:pt x="10753471" y="1181100"/>
                </a:lnTo>
                <a:lnTo>
                  <a:pt x="10759706" y="1168400"/>
                </a:lnTo>
                <a:lnTo>
                  <a:pt x="10775823" y="1168400"/>
                </a:lnTo>
                <a:lnTo>
                  <a:pt x="10769790" y="1181100"/>
                </a:lnTo>
                <a:lnTo>
                  <a:pt x="10763364" y="1193800"/>
                </a:lnTo>
                <a:close/>
              </a:path>
              <a:path w="10812780" h="1270000">
                <a:moveTo>
                  <a:pt x="79540" y="1206500"/>
                </a:moveTo>
                <a:lnTo>
                  <a:pt x="63373" y="1206500"/>
                </a:lnTo>
                <a:lnTo>
                  <a:pt x="56210" y="1193800"/>
                </a:lnTo>
                <a:lnTo>
                  <a:pt x="72250" y="1193800"/>
                </a:lnTo>
                <a:lnTo>
                  <a:pt x="79540" y="1206500"/>
                </a:lnTo>
                <a:close/>
              </a:path>
              <a:path w="10812780" h="1270000">
                <a:moveTo>
                  <a:pt x="10749407" y="1206500"/>
                </a:moveTo>
                <a:lnTo>
                  <a:pt x="10733239" y="1206500"/>
                </a:lnTo>
                <a:lnTo>
                  <a:pt x="10740529" y="1193800"/>
                </a:lnTo>
                <a:lnTo>
                  <a:pt x="10756569" y="1193800"/>
                </a:lnTo>
                <a:lnTo>
                  <a:pt x="10749407" y="1206500"/>
                </a:lnTo>
                <a:close/>
              </a:path>
              <a:path w="10812780" h="1270000">
                <a:moveTo>
                  <a:pt x="94640" y="1219200"/>
                </a:moveTo>
                <a:lnTo>
                  <a:pt x="78740" y="1219200"/>
                </a:lnTo>
                <a:lnTo>
                  <a:pt x="70891" y="1206500"/>
                </a:lnTo>
                <a:lnTo>
                  <a:pt x="86702" y="1206500"/>
                </a:lnTo>
                <a:lnTo>
                  <a:pt x="94640" y="1219200"/>
                </a:lnTo>
                <a:close/>
              </a:path>
              <a:path w="10812780" h="1270000">
                <a:moveTo>
                  <a:pt x="10734040" y="1219200"/>
                </a:moveTo>
                <a:lnTo>
                  <a:pt x="10718139" y="1219200"/>
                </a:lnTo>
                <a:lnTo>
                  <a:pt x="10726077" y="1206500"/>
                </a:lnTo>
                <a:lnTo>
                  <a:pt x="10741888" y="1206500"/>
                </a:lnTo>
                <a:lnTo>
                  <a:pt x="10734040" y="1219200"/>
                </a:lnTo>
                <a:close/>
              </a:path>
              <a:path w="10812780" h="1270000">
                <a:moveTo>
                  <a:pt x="119430" y="1231900"/>
                </a:moveTo>
                <a:lnTo>
                  <a:pt x="95389" y="1231900"/>
                </a:lnTo>
                <a:lnTo>
                  <a:pt x="86906" y="1219200"/>
                </a:lnTo>
                <a:lnTo>
                  <a:pt x="110642" y="1219200"/>
                </a:lnTo>
                <a:lnTo>
                  <a:pt x="119430" y="1231900"/>
                </a:lnTo>
                <a:close/>
              </a:path>
              <a:path w="10812780" h="1270000">
                <a:moveTo>
                  <a:pt x="10717390" y="1231900"/>
                </a:moveTo>
                <a:lnTo>
                  <a:pt x="10693349" y="1231900"/>
                </a:lnTo>
                <a:lnTo>
                  <a:pt x="10702137" y="1219200"/>
                </a:lnTo>
                <a:lnTo>
                  <a:pt x="10725873" y="1219200"/>
                </a:lnTo>
                <a:lnTo>
                  <a:pt x="10717390" y="1231900"/>
                </a:lnTo>
                <a:close/>
              </a:path>
              <a:path w="10812780" h="1270000">
                <a:moveTo>
                  <a:pt x="146494" y="1244600"/>
                </a:moveTo>
                <a:lnTo>
                  <a:pt x="113233" y="1244600"/>
                </a:lnTo>
                <a:lnTo>
                  <a:pt x="104178" y="1231900"/>
                </a:lnTo>
                <a:lnTo>
                  <a:pt x="136956" y="1231900"/>
                </a:lnTo>
                <a:lnTo>
                  <a:pt x="146494" y="1244600"/>
                </a:lnTo>
                <a:close/>
              </a:path>
              <a:path w="10812780" h="1270000">
                <a:moveTo>
                  <a:pt x="10699546" y="1244600"/>
                </a:moveTo>
                <a:lnTo>
                  <a:pt x="10666285" y="1244600"/>
                </a:lnTo>
                <a:lnTo>
                  <a:pt x="10675823" y="1231900"/>
                </a:lnTo>
                <a:lnTo>
                  <a:pt x="10708601" y="1231900"/>
                </a:lnTo>
                <a:lnTo>
                  <a:pt x="10699546" y="1244600"/>
                </a:lnTo>
                <a:close/>
              </a:path>
              <a:path w="10812780" h="1270000">
                <a:moveTo>
                  <a:pt x="185508" y="1257300"/>
                </a:moveTo>
                <a:lnTo>
                  <a:pt x="141986" y="1257300"/>
                </a:lnTo>
                <a:lnTo>
                  <a:pt x="132156" y="1244600"/>
                </a:lnTo>
                <a:lnTo>
                  <a:pt x="175171" y="1244600"/>
                </a:lnTo>
                <a:lnTo>
                  <a:pt x="185508" y="1257300"/>
                </a:lnTo>
                <a:close/>
              </a:path>
              <a:path w="10812780" h="1270000">
                <a:moveTo>
                  <a:pt x="10670794" y="1257300"/>
                </a:moveTo>
                <a:lnTo>
                  <a:pt x="10627271" y="1257300"/>
                </a:lnTo>
                <a:lnTo>
                  <a:pt x="10637608" y="1244600"/>
                </a:lnTo>
                <a:lnTo>
                  <a:pt x="10680623" y="1244600"/>
                </a:lnTo>
                <a:lnTo>
                  <a:pt x="10670794" y="1257300"/>
                </a:lnTo>
                <a:close/>
              </a:path>
              <a:path w="10812780" h="1270000">
                <a:moveTo>
                  <a:pt x="10629379" y="1270000"/>
                </a:moveTo>
                <a:lnTo>
                  <a:pt x="183400" y="1270000"/>
                </a:lnTo>
                <a:lnTo>
                  <a:pt x="172783" y="1257300"/>
                </a:lnTo>
                <a:lnTo>
                  <a:pt x="10639996" y="1257300"/>
                </a:lnTo>
                <a:lnTo>
                  <a:pt x="10629379" y="1270000"/>
                </a:lnTo>
                <a:close/>
              </a:path>
            </a:pathLst>
          </a:custGeom>
          <a:solidFill>
            <a:srgbClr val="293E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110614" y="2242718"/>
            <a:ext cx="6288405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2000" b="1">
                <a:latin typeface="宋体"/>
                <a:cs typeface="宋体"/>
              </a:rPr>
              <a:t>列表推导式写法</a:t>
            </a:r>
            <a:r>
              <a:rPr dirty="0" sz="2000" spc="-5">
                <a:latin typeface="宋体"/>
                <a:cs typeface="宋体"/>
              </a:rPr>
              <a:t>：</a:t>
            </a:r>
            <a:r>
              <a:rPr dirty="0" sz="2000" spc="-5" b="1">
                <a:latin typeface="宋体"/>
                <a:cs typeface="宋体"/>
              </a:rPr>
              <a:t>[</a:t>
            </a:r>
            <a:r>
              <a:rPr dirty="0" sz="2000" b="1">
                <a:latin typeface="宋体"/>
                <a:cs typeface="宋体"/>
              </a:rPr>
              <a:t>表达式</a:t>
            </a:r>
            <a:r>
              <a:rPr dirty="0" sz="2000" spc="-5" b="1">
                <a:latin typeface="宋体"/>
                <a:cs typeface="宋体"/>
              </a:rPr>
              <a:t> for </a:t>
            </a:r>
            <a:r>
              <a:rPr dirty="0" sz="2000" b="1">
                <a:latin typeface="宋体"/>
                <a:cs typeface="宋体"/>
              </a:rPr>
              <a:t>变量</a:t>
            </a:r>
            <a:r>
              <a:rPr dirty="0" sz="2000" spc="-5" b="1">
                <a:latin typeface="宋体"/>
                <a:cs typeface="宋体"/>
              </a:rPr>
              <a:t> in </a:t>
            </a:r>
            <a:r>
              <a:rPr dirty="0" sz="2000" b="1">
                <a:latin typeface="宋体"/>
                <a:cs typeface="宋体"/>
              </a:rPr>
              <a:t>可迭代对象</a:t>
            </a:r>
            <a:r>
              <a:rPr dirty="0" sz="2000" spc="-10" b="1">
                <a:latin typeface="宋体"/>
                <a:cs typeface="宋体"/>
              </a:rPr>
              <a:t>]  </a:t>
            </a:r>
            <a:r>
              <a:rPr dirty="0" sz="2000" b="1">
                <a:latin typeface="宋体"/>
                <a:cs typeface="宋体"/>
              </a:rPr>
              <a:t>或者：[表达式</a:t>
            </a:r>
            <a:r>
              <a:rPr dirty="0" sz="2000" spc="-5" b="1">
                <a:latin typeface="宋体"/>
                <a:cs typeface="宋体"/>
              </a:rPr>
              <a:t> for </a:t>
            </a:r>
            <a:r>
              <a:rPr dirty="0" sz="2000" b="1">
                <a:latin typeface="宋体"/>
                <a:cs typeface="宋体"/>
              </a:rPr>
              <a:t>变量</a:t>
            </a:r>
            <a:r>
              <a:rPr dirty="0" sz="2000" spc="-5" b="1">
                <a:latin typeface="宋体"/>
                <a:cs typeface="宋体"/>
              </a:rPr>
              <a:t> in </a:t>
            </a:r>
            <a:r>
              <a:rPr dirty="0" sz="2000" b="1">
                <a:latin typeface="宋体"/>
                <a:cs typeface="宋体"/>
              </a:rPr>
              <a:t>可迭代对象</a:t>
            </a:r>
            <a:r>
              <a:rPr dirty="0" sz="2000" spc="-5" b="1">
                <a:latin typeface="宋体"/>
                <a:cs typeface="宋体"/>
              </a:rPr>
              <a:t> if </a:t>
            </a:r>
            <a:r>
              <a:rPr dirty="0" sz="2000" b="1">
                <a:latin typeface="宋体"/>
                <a:cs typeface="宋体"/>
              </a:rPr>
              <a:t>条件判断</a:t>
            </a:r>
            <a:r>
              <a:rPr dirty="0" sz="2000" spc="-10" b="1">
                <a:latin typeface="宋体"/>
                <a:cs typeface="宋体"/>
              </a:rPr>
              <a:t>]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377940" y="4229100"/>
            <a:ext cx="4752340" cy="1993900"/>
          </a:xfrm>
          <a:custGeom>
            <a:avLst/>
            <a:gdLst/>
            <a:ahLst/>
            <a:cxnLst/>
            <a:rect l="l" t="t" r="r" b="b"/>
            <a:pathLst>
              <a:path w="4752340" h="1993900">
                <a:moveTo>
                  <a:pt x="4419600" y="1993391"/>
                </a:moveTo>
                <a:lnTo>
                  <a:pt x="332232" y="1993391"/>
                </a:lnTo>
                <a:lnTo>
                  <a:pt x="283145" y="1989914"/>
                </a:lnTo>
                <a:lnTo>
                  <a:pt x="236291" y="1979549"/>
                </a:lnTo>
                <a:lnTo>
                  <a:pt x="192186" y="1962810"/>
                </a:lnTo>
                <a:lnTo>
                  <a:pt x="151343" y="1940211"/>
                </a:lnTo>
                <a:lnTo>
                  <a:pt x="114277" y="1912267"/>
                </a:lnTo>
                <a:lnTo>
                  <a:pt x="81502" y="1879492"/>
                </a:lnTo>
                <a:lnTo>
                  <a:pt x="53533" y="1842400"/>
                </a:lnTo>
                <a:lnTo>
                  <a:pt x="30884" y="1801507"/>
                </a:lnTo>
                <a:lnTo>
                  <a:pt x="14069" y="1757326"/>
                </a:lnTo>
                <a:lnTo>
                  <a:pt x="3603" y="1710372"/>
                </a:lnTo>
                <a:lnTo>
                  <a:pt x="0" y="1661160"/>
                </a:lnTo>
                <a:lnTo>
                  <a:pt x="0" y="332232"/>
                </a:lnTo>
                <a:lnTo>
                  <a:pt x="3603" y="283145"/>
                </a:lnTo>
                <a:lnTo>
                  <a:pt x="14069" y="236291"/>
                </a:lnTo>
                <a:lnTo>
                  <a:pt x="30884" y="192186"/>
                </a:lnTo>
                <a:lnTo>
                  <a:pt x="53533" y="151343"/>
                </a:lnTo>
                <a:lnTo>
                  <a:pt x="81502" y="114277"/>
                </a:lnTo>
                <a:lnTo>
                  <a:pt x="114277" y="81502"/>
                </a:lnTo>
                <a:lnTo>
                  <a:pt x="151343" y="53533"/>
                </a:lnTo>
                <a:lnTo>
                  <a:pt x="192186" y="30884"/>
                </a:lnTo>
                <a:lnTo>
                  <a:pt x="236291" y="14069"/>
                </a:lnTo>
                <a:lnTo>
                  <a:pt x="283145" y="3603"/>
                </a:lnTo>
                <a:lnTo>
                  <a:pt x="332232" y="0"/>
                </a:lnTo>
                <a:lnTo>
                  <a:pt x="4419600" y="0"/>
                </a:lnTo>
                <a:lnTo>
                  <a:pt x="4468812" y="3603"/>
                </a:lnTo>
                <a:lnTo>
                  <a:pt x="4515766" y="14069"/>
                </a:lnTo>
                <a:lnTo>
                  <a:pt x="4559947" y="30884"/>
                </a:lnTo>
                <a:lnTo>
                  <a:pt x="4600840" y="53533"/>
                </a:lnTo>
                <a:lnTo>
                  <a:pt x="4637932" y="81502"/>
                </a:lnTo>
                <a:lnTo>
                  <a:pt x="4670707" y="114277"/>
                </a:lnTo>
                <a:lnTo>
                  <a:pt x="4698651" y="151343"/>
                </a:lnTo>
                <a:lnTo>
                  <a:pt x="4721250" y="192186"/>
                </a:lnTo>
                <a:lnTo>
                  <a:pt x="4737989" y="236291"/>
                </a:lnTo>
                <a:lnTo>
                  <a:pt x="4748354" y="283145"/>
                </a:lnTo>
                <a:lnTo>
                  <a:pt x="4751832" y="332232"/>
                </a:lnTo>
                <a:lnTo>
                  <a:pt x="4751832" y="1661160"/>
                </a:lnTo>
                <a:lnTo>
                  <a:pt x="4748354" y="1710372"/>
                </a:lnTo>
                <a:lnTo>
                  <a:pt x="4737989" y="1757326"/>
                </a:lnTo>
                <a:lnTo>
                  <a:pt x="4721250" y="1801507"/>
                </a:lnTo>
                <a:lnTo>
                  <a:pt x="4698651" y="1842400"/>
                </a:lnTo>
                <a:lnTo>
                  <a:pt x="4670707" y="1879492"/>
                </a:lnTo>
                <a:lnTo>
                  <a:pt x="4637932" y="1912267"/>
                </a:lnTo>
                <a:lnTo>
                  <a:pt x="4600840" y="1940211"/>
                </a:lnTo>
                <a:lnTo>
                  <a:pt x="4559947" y="1962810"/>
                </a:lnTo>
                <a:lnTo>
                  <a:pt x="4515766" y="1979549"/>
                </a:lnTo>
                <a:lnTo>
                  <a:pt x="4468812" y="1989914"/>
                </a:lnTo>
                <a:lnTo>
                  <a:pt x="4419600" y="1993391"/>
                </a:lnTo>
                <a:close/>
              </a:path>
            </a:pathLst>
          </a:custGeom>
          <a:solidFill>
            <a:srgbClr val="D2E1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249923" y="4168140"/>
            <a:ext cx="731520" cy="378460"/>
          </a:xfrm>
          <a:custGeom>
            <a:avLst/>
            <a:gdLst/>
            <a:ahLst/>
            <a:cxnLst/>
            <a:rect l="l" t="t" r="r" b="b"/>
            <a:pathLst>
              <a:path w="731520" h="378460">
                <a:moveTo>
                  <a:pt x="669035" y="377951"/>
                </a:moveTo>
                <a:lnTo>
                  <a:pt x="64008" y="377951"/>
                </a:lnTo>
                <a:lnTo>
                  <a:pt x="39149" y="373284"/>
                </a:lnTo>
                <a:lnTo>
                  <a:pt x="18892" y="359916"/>
                </a:lnTo>
                <a:lnTo>
                  <a:pt x="5191" y="339945"/>
                </a:lnTo>
                <a:lnTo>
                  <a:pt x="0" y="315468"/>
                </a:lnTo>
                <a:lnTo>
                  <a:pt x="0" y="62484"/>
                </a:lnTo>
                <a:lnTo>
                  <a:pt x="5191" y="37935"/>
                </a:lnTo>
                <a:lnTo>
                  <a:pt x="18892" y="17940"/>
                </a:lnTo>
                <a:lnTo>
                  <a:pt x="39149" y="4596"/>
                </a:lnTo>
                <a:lnTo>
                  <a:pt x="64008" y="0"/>
                </a:lnTo>
                <a:lnTo>
                  <a:pt x="669035" y="0"/>
                </a:lnTo>
                <a:lnTo>
                  <a:pt x="693442" y="4596"/>
                </a:lnTo>
                <a:lnTo>
                  <a:pt x="713389" y="17940"/>
                </a:lnTo>
                <a:lnTo>
                  <a:pt x="726780" y="37935"/>
                </a:lnTo>
                <a:lnTo>
                  <a:pt x="731520" y="62484"/>
                </a:lnTo>
                <a:lnTo>
                  <a:pt x="731520" y="315468"/>
                </a:lnTo>
                <a:lnTo>
                  <a:pt x="726780" y="339945"/>
                </a:lnTo>
                <a:lnTo>
                  <a:pt x="713389" y="359916"/>
                </a:lnTo>
                <a:lnTo>
                  <a:pt x="693442" y="373284"/>
                </a:lnTo>
                <a:lnTo>
                  <a:pt x="669035" y="377951"/>
                </a:lnTo>
                <a:close/>
              </a:path>
            </a:pathLst>
          </a:custGeom>
          <a:solidFill>
            <a:srgbClr val="78A77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6374219" y="4194898"/>
            <a:ext cx="4826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代码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699884" y="4676139"/>
            <a:ext cx="2870200" cy="5124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latin typeface="宋体"/>
                <a:cs typeface="宋体"/>
              </a:rPr>
              <a:t>#</a:t>
            </a:r>
            <a:r>
              <a:rPr dirty="0" sz="1600" spc="-10">
                <a:latin typeface="宋体"/>
                <a:cs typeface="宋体"/>
              </a:rPr>
              <a:t> </a:t>
            </a:r>
            <a:r>
              <a:rPr dirty="0" sz="1600">
                <a:latin typeface="宋体"/>
                <a:cs typeface="宋体"/>
              </a:rPr>
              <a:t>列表推导</a:t>
            </a:r>
            <a:r>
              <a:rPr dirty="0" sz="1600" spc="-5">
                <a:latin typeface="宋体"/>
                <a:cs typeface="宋体"/>
              </a:rPr>
              <a:t>式</a:t>
            </a:r>
            <a:endParaRPr sz="16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</a:pPr>
            <a:r>
              <a:rPr dirty="0" sz="1600" spc="-5">
                <a:latin typeface="宋体"/>
                <a:cs typeface="宋体"/>
              </a:rPr>
              <a:t>num = [i for i in</a:t>
            </a:r>
            <a:r>
              <a:rPr dirty="0" sz="1600" spc="-35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range(11)]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699884" y="5407659"/>
            <a:ext cx="1041400" cy="5124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latin typeface="宋体"/>
                <a:cs typeface="宋体"/>
              </a:rPr>
              <a:t>#</a:t>
            </a:r>
            <a:r>
              <a:rPr dirty="0" sz="1600" spc="-100">
                <a:latin typeface="宋体"/>
                <a:cs typeface="宋体"/>
              </a:rPr>
              <a:t> </a:t>
            </a:r>
            <a:r>
              <a:rPr dirty="0" sz="1600">
                <a:latin typeface="宋体"/>
                <a:cs typeface="宋体"/>
              </a:rPr>
              <a:t>输出列</a:t>
            </a:r>
            <a:r>
              <a:rPr dirty="0" sz="1600" spc="-5">
                <a:latin typeface="宋体"/>
                <a:cs typeface="宋体"/>
              </a:rPr>
              <a:t>表 </a:t>
            </a:r>
            <a:r>
              <a:rPr dirty="0" sz="1600" spc="-5">
                <a:latin typeface="宋体"/>
                <a:cs typeface="宋体"/>
              </a:rPr>
              <a:t>print(num)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671059" y="1714500"/>
            <a:ext cx="12065" cy="0"/>
          </a:xfrm>
          <a:custGeom>
            <a:avLst/>
            <a:gdLst/>
            <a:ahLst/>
            <a:cxnLst/>
            <a:rect l="l" t="t" r="r" b="b"/>
            <a:pathLst>
              <a:path w="12064" h="0">
                <a:moveTo>
                  <a:pt x="5924" y="-17145"/>
                </a:moveTo>
                <a:lnTo>
                  <a:pt x="5924" y="17145"/>
                </a:lnTo>
              </a:path>
            </a:pathLst>
          </a:custGeom>
          <a:ln w="11849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2"/>
            <a:ext cx="203200" cy="609600"/>
          </a:xfrm>
          <a:custGeom>
            <a:avLst/>
            <a:gdLst/>
            <a:ahLst/>
            <a:cxnLst/>
            <a:rect l="l" t="t" r="r" b="b"/>
            <a:pathLst>
              <a:path w="203200" h="609600">
                <a:moveTo>
                  <a:pt x="0" y="0"/>
                </a:moveTo>
                <a:lnTo>
                  <a:pt x="202692" y="0"/>
                </a:lnTo>
                <a:lnTo>
                  <a:pt x="202692" y="609599"/>
                </a:lnTo>
                <a:lnTo>
                  <a:pt x="0" y="609599"/>
                </a:lnTo>
                <a:lnTo>
                  <a:pt x="0" y="0"/>
                </a:lnTo>
                <a:close/>
              </a:path>
            </a:pathLst>
          </a:custGeom>
          <a:solidFill>
            <a:srgbClr val="20565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1940" y="217411"/>
            <a:ext cx="140462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zip()</a:t>
            </a: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函</a:t>
            </a:r>
            <a:r>
              <a:rPr dirty="0" sz="2400" spc="-10" b="1">
                <a:solidFill>
                  <a:srgbClr val="2E5B50"/>
                </a:solidFill>
                <a:latin typeface="宋体"/>
                <a:cs typeface="宋体"/>
              </a:rPr>
              <a:t>数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90372" y="1229867"/>
            <a:ext cx="10800715" cy="1260475"/>
          </a:xfrm>
          <a:custGeom>
            <a:avLst/>
            <a:gdLst/>
            <a:ahLst/>
            <a:cxnLst/>
            <a:rect l="l" t="t" r="r" b="b"/>
            <a:pathLst>
              <a:path w="10800715" h="1260475">
                <a:moveTo>
                  <a:pt x="10590276" y="1260347"/>
                </a:moveTo>
                <a:lnTo>
                  <a:pt x="210312" y="1260347"/>
                </a:lnTo>
                <a:lnTo>
                  <a:pt x="162002" y="1254790"/>
                </a:lnTo>
                <a:lnTo>
                  <a:pt x="117687" y="1238978"/>
                </a:lnTo>
                <a:lnTo>
                  <a:pt x="78625" y="1214166"/>
                </a:lnTo>
                <a:lnTo>
                  <a:pt x="46069" y="1181610"/>
                </a:lnTo>
                <a:lnTo>
                  <a:pt x="21276" y="1142566"/>
                </a:lnTo>
                <a:lnTo>
                  <a:pt x="5501" y="1098289"/>
                </a:lnTo>
                <a:lnTo>
                  <a:pt x="0" y="1050035"/>
                </a:lnTo>
                <a:lnTo>
                  <a:pt x="0" y="210311"/>
                </a:lnTo>
                <a:lnTo>
                  <a:pt x="5501" y="162095"/>
                </a:lnTo>
                <a:lnTo>
                  <a:pt x="21276" y="117843"/>
                </a:lnTo>
                <a:lnTo>
                  <a:pt x="46069" y="78811"/>
                </a:lnTo>
                <a:lnTo>
                  <a:pt x="78625" y="46255"/>
                </a:lnTo>
                <a:lnTo>
                  <a:pt x="117687" y="21431"/>
                </a:lnTo>
                <a:lnTo>
                  <a:pt x="162002" y="5594"/>
                </a:lnTo>
                <a:lnTo>
                  <a:pt x="210312" y="0"/>
                </a:lnTo>
                <a:lnTo>
                  <a:pt x="10590276" y="0"/>
                </a:lnTo>
                <a:lnTo>
                  <a:pt x="10638301" y="5594"/>
                </a:lnTo>
                <a:lnTo>
                  <a:pt x="10682428" y="21431"/>
                </a:lnTo>
                <a:lnTo>
                  <a:pt x="10721397" y="46255"/>
                </a:lnTo>
                <a:lnTo>
                  <a:pt x="10753954" y="78811"/>
                </a:lnTo>
                <a:lnTo>
                  <a:pt x="10778843" y="117843"/>
                </a:lnTo>
                <a:lnTo>
                  <a:pt x="10794806" y="162095"/>
                </a:lnTo>
                <a:lnTo>
                  <a:pt x="10800588" y="210311"/>
                </a:lnTo>
                <a:lnTo>
                  <a:pt x="10800588" y="1050035"/>
                </a:lnTo>
                <a:lnTo>
                  <a:pt x="10794806" y="1098289"/>
                </a:lnTo>
                <a:lnTo>
                  <a:pt x="10778843" y="1142566"/>
                </a:lnTo>
                <a:lnTo>
                  <a:pt x="10753954" y="1181610"/>
                </a:lnTo>
                <a:lnTo>
                  <a:pt x="10721397" y="1214166"/>
                </a:lnTo>
                <a:lnTo>
                  <a:pt x="10682428" y="1238978"/>
                </a:lnTo>
                <a:lnTo>
                  <a:pt x="10638301" y="1254790"/>
                </a:lnTo>
                <a:lnTo>
                  <a:pt x="10590276" y="1260347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01089" y="1279258"/>
            <a:ext cx="10067925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2000" spc="-5" b="1">
                <a:solidFill>
                  <a:srgbClr val="FFFFFF"/>
                </a:solidFill>
                <a:latin typeface="宋体"/>
                <a:cs typeface="宋体"/>
              </a:rPr>
              <a:t>zip()</a:t>
            </a:r>
            <a:r>
              <a:rPr dirty="0" sz="2000" b="1">
                <a:solidFill>
                  <a:srgbClr val="FFFFFF"/>
                </a:solidFill>
                <a:latin typeface="宋体"/>
                <a:cs typeface="宋体"/>
              </a:rPr>
              <a:t>函数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：以可迭代对象作为参数，将可迭代对象中对应位置的元素打包成一个个元组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， 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返回一个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zip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对象，可转换为列表或元组</a:t>
            </a:r>
            <a:r>
              <a:rPr dirty="0" sz="2000" spc="5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76655" y="4917947"/>
            <a:ext cx="10799445" cy="1728470"/>
          </a:xfrm>
          <a:custGeom>
            <a:avLst/>
            <a:gdLst/>
            <a:ahLst/>
            <a:cxnLst/>
            <a:rect l="l" t="t" r="r" b="b"/>
            <a:pathLst>
              <a:path w="10799445" h="1728470">
                <a:moveTo>
                  <a:pt x="10511028" y="1728216"/>
                </a:moveTo>
                <a:lnTo>
                  <a:pt x="288035" y="1728216"/>
                </a:lnTo>
                <a:lnTo>
                  <a:pt x="241205" y="1724357"/>
                </a:lnTo>
                <a:lnTo>
                  <a:pt x="196800" y="1713375"/>
                </a:lnTo>
                <a:lnTo>
                  <a:pt x="155414" y="1695863"/>
                </a:lnTo>
                <a:lnTo>
                  <a:pt x="117639" y="1672411"/>
                </a:lnTo>
                <a:lnTo>
                  <a:pt x="84067" y="1643614"/>
                </a:lnTo>
                <a:lnTo>
                  <a:pt x="55291" y="1610064"/>
                </a:lnTo>
                <a:lnTo>
                  <a:pt x="31904" y="1572353"/>
                </a:lnTo>
                <a:lnTo>
                  <a:pt x="14498" y="1531073"/>
                </a:lnTo>
                <a:lnTo>
                  <a:pt x="3666" y="1486818"/>
                </a:lnTo>
                <a:lnTo>
                  <a:pt x="0" y="1440179"/>
                </a:lnTo>
                <a:lnTo>
                  <a:pt x="0" y="288036"/>
                </a:lnTo>
                <a:lnTo>
                  <a:pt x="3666" y="241335"/>
                </a:lnTo>
                <a:lnTo>
                  <a:pt x="14498" y="197032"/>
                </a:lnTo>
                <a:lnTo>
                  <a:pt x="31904" y="155718"/>
                </a:lnTo>
                <a:lnTo>
                  <a:pt x="55291" y="117986"/>
                </a:lnTo>
                <a:lnTo>
                  <a:pt x="84067" y="84429"/>
                </a:lnTo>
                <a:lnTo>
                  <a:pt x="117639" y="55639"/>
                </a:lnTo>
                <a:lnTo>
                  <a:pt x="155414" y="32208"/>
                </a:lnTo>
                <a:lnTo>
                  <a:pt x="196800" y="14730"/>
                </a:lnTo>
                <a:lnTo>
                  <a:pt x="241205" y="3796"/>
                </a:lnTo>
                <a:lnTo>
                  <a:pt x="288035" y="0"/>
                </a:lnTo>
                <a:lnTo>
                  <a:pt x="10511028" y="0"/>
                </a:lnTo>
                <a:lnTo>
                  <a:pt x="10557927" y="3796"/>
                </a:lnTo>
                <a:lnTo>
                  <a:pt x="10602385" y="14730"/>
                </a:lnTo>
                <a:lnTo>
                  <a:pt x="10643809" y="32208"/>
                </a:lnTo>
                <a:lnTo>
                  <a:pt x="10681607" y="55639"/>
                </a:lnTo>
                <a:lnTo>
                  <a:pt x="10715186" y="84429"/>
                </a:lnTo>
                <a:lnTo>
                  <a:pt x="10743954" y="117986"/>
                </a:lnTo>
                <a:lnTo>
                  <a:pt x="10767319" y="155718"/>
                </a:lnTo>
                <a:lnTo>
                  <a:pt x="10784687" y="197032"/>
                </a:lnTo>
                <a:lnTo>
                  <a:pt x="10795466" y="241335"/>
                </a:lnTo>
                <a:lnTo>
                  <a:pt x="10799064" y="288036"/>
                </a:lnTo>
                <a:lnTo>
                  <a:pt x="10799064" y="1440179"/>
                </a:lnTo>
                <a:lnTo>
                  <a:pt x="10795466" y="1486818"/>
                </a:lnTo>
                <a:lnTo>
                  <a:pt x="10784687" y="1531073"/>
                </a:lnTo>
                <a:lnTo>
                  <a:pt x="10767319" y="1572353"/>
                </a:lnTo>
                <a:lnTo>
                  <a:pt x="10743954" y="1610064"/>
                </a:lnTo>
                <a:lnTo>
                  <a:pt x="10715186" y="1643614"/>
                </a:lnTo>
                <a:lnTo>
                  <a:pt x="10681607" y="1672411"/>
                </a:lnTo>
                <a:lnTo>
                  <a:pt x="10643809" y="1695863"/>
                </a:lnTo>
                <a:lnTo>
                  <a:pt x="10602385" y="1713375"/>
                </a:lnTo>
                <a:lnTo>
                  <a:pt x="10557927" y="1724357"/>
                </a:lnTo>
                <a:lnTo>
                  <a:pt x="10511028" y="172821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70026" y="4911699"/>
            <a:ext cx="10812780" cy="1739900"/>
          </a:xfrm>
          <a:custGeom>
            <a:avLst/>
            <a:gdLst/>
            <a:ahLst/>
            <a:cxnLst/>
            <a:rect l="l" t="t" r="r" b="b"/>
            <a:pathLst>
              <a:path w="10812780" h="1739900">
                <a:moveTo>
                  <a:pt x="10605871" y="12700"/>
                </a:moveTo>
                <a:lnTo>
                  <a:pt x="206705" y="12700"/>
                </a:lnTo>
                <a:lnTo>
                  <a:pt x="213652" y="0"/>
                </a:lnTo>
                <a:lnTo>
                  <a:pt x="10598924" y="0"/>
                </a:lnTo>
                <a:lnTo>
                  <a:pt x="10605871" y="12700"/>
                </a:lnTo>
                <a:close/>
              </a:path>
              <a:path w="10812780" h="1739900">
                <a:moveTo>
                  <a:pt x="203822" y="25400"/>
                </a:moveTo>
                <a:lnTo>
                  <a:pt x="173088" y="25400"/>
                </a:lnTo>
                <a:lnTo>
                  <a:pt x="179654" y="12700"/>
                </a:lnTo>
                <a:lnTo>
                  <a:pt x="210540" y="12700"/>
                </a:lnTo>
                <a:lnTo>
                  <a:pt x="203822" y="25400"/>
                </a:lnTo>
                <a:close/>
              </a:path>
              <a:path w="10812780" h="1739900">
                <a:moveTo>
                  <a:pt x="10639488" y="25400"/>
                </a:moveTo>
                <a:lnTo>
                  <a:pt x="10608754" y="25400"/>
                </a:lnTo>
                <a:lnTo>
                  <a:pt x="10602036" y="12700"/>
                </a:lnTo>
                <a:lnTo>
                  <a:pt x="10632922" y="12700"/>
                </a:lnTo>
                <a:lnTo>
                  <a:pt x="10639488" y="25400"/>
                </a:lnTo>
                <a:close/>
              </a:path>
              <a:path w="10812780" h="1739900">
                <a:moveTo>
                  <a:pt x="172059" y="38100"/>
                </a:moveTo>
                <a:lnTo>
                  <a:pt x="147713" y="38100"/>
                </a:lnTo>
                <a:lnTo>
                  <a:pt x="153923" y="25400"/>
                </a:lnTo>
                <a:lnTo>
                  <a:pt x="178396" y="25400"/>
                </a:lnTo>
                <a:lnTo>
                  <a:pt x="172059" y="38100"/>
                </a:lnTo>
                <a:close/>
              </a:path>
              <a:path w="10812780" h="1739900">
                <a:moveTo>
                  <a:pt x="10664863" y="38100"/>
                </a:moveTo>
                <a:lnTo>
                  <a:pt x="10640517" y="38100"/>
                </a:lnTo>
                <a:lnTo>
                  <a:pt x="10634179" y="25400"/>
                </a:lnTo>
                <a:lnTo>
                  <a:pt x="10658652" y="25400"/>
                </a:lnTo>
                <a:lnTo>
                  <a:pt x="10664863" y="38100"/>
                </a:lnTo>
                <a:close/>
              </a:path>
              <a:path w="10812780" h="1739900">
                <a:moveTo>
                  <a:pt x="148132" y="50800"/>
                </a:moveTo>
                <a:lnTo>
                  <a:pt x="123837" y="50800"/>
                </a:lnTo>
                <a:lnTo>
                  <a:pt x="129654" y="38100"/>
                </a:lnTo>
                <a:lnTo>
                  <a:pt x="154114" y="38100"/>
                </a:lnTo>
                <a:lnTo>
                  <a:pt x="148132" y="50800"/>
                </a:lnTo>
                <a:close/>
              </a:path>
              <a:path w="10812780" h="1739900">
                <a:moveTo>
                  <a:pt x="10688739" y="50800"/>
                </a:moveTo>
                <a:lnTo>
                  <a:pt x="10664443" y="50800"/>
                </a:lnTo>
                <a:lnTo>
                  <a:pt x="10658462" y="38100"/>
                </a:lnTo>
                <a:lnTo>
                  <a:pt x="10682922" y="38100"/>
                </a:lnTo>
                <a:lnTo>
                  <a:pt x="10688739" y="50800"/>
                </a:lnTo>
                <a:close/>
              </a:path>
              <a:path w="10812780" h="1739900">
                <a:moveTo>
                  <a:pt x="114960" y="76200"/>
                </a:moveTo>
                <a:lnTo>
                  <a:pt x="96316" y="76200"/>
                </a:lnTo>
                <a:lnTo>
                  <a:pt x="106997" y="63500"/>
                </a:lnTo>
                <a:lnTo>
                  <a:pt x="118084" y="50800"/>
                </a:lnTo>
                <a:lnTo>
                  <a:pt x="136829" y="50800"/>
                </a:lnTo>
                <a:lnTo>
                  <a:pt x="131140" y="63500"/>
                </a:lnTo>
                <a:lnTo>
                  <a:pt x="125844" y="63500"/>
                </a:lnTo>
                <a:lnTo>
                  <a:pt x="114960" y="76200"/>
                </a:lnTo>
                <a:close/>
              </a:path>
              <a:path w="10812780" h="1739900">
                <a:moveTo>
                  <a:pt x="10716260" y="76200"/>
                </a:moveTo>
                <a:lnTo>
                  <a:pt x="10697603" y="76200"/>
                </a:lnTo>
                <a:lnTo>
                  <a:pt x="10686732" y="63500"/>
                </a:lnTo>
                <a:lnTo>
                  <a:pt x="10681436" y="63500"/>
                </a:lnTo>
                <a:lnTo>
                  <a:pt x="10675747" y="50800"/>
                </a:lnTo>
                <a:lnTo>
                  <a:pt x="10694492" y="50800"/>
                </a:lnTo>
                <a:lnTo>
                  <a:pt x="10705579" y="63500"/>
                </a:lnTo>
                <a:lnTo>
                  <a:pt x="10716260" y="76200"/>
                </a:lnTo>
                <a:close/>
              </a:path>
              <a:path w="10812780" h="1739900">
                <a:moveTo>
                  <a:pt x="76809" y="114300"/>
                </a:moveTo>
                <a:lnTo>
                  <a:pt x="58394" y="114300"/>
                </a:lnTo>
                <a:lnTo>
                  <a:pt x="67106" y="101600"/>
                </a:lnTo>
                <a:lnTo>
                  <a:pt x="76352" y="88900"/>
                </a:lnTo>
                <a:lnTo>
                  <a:pt x="86105" y="76200"/>
                </a:lnTo>
                <a:lnTo>
                  <a:pt x="104978" y="76200"/>
                </a:lnTo>
                <a:lnTo>
                  <a:pt x="94970" y="88900"/>
                </a:lnTo>
                <a:lnTo>
                  <a:pt x="95186" y="88900"/>
                </a:lnTo>
                <a:lnTo>
                  <a:pt x="85648" y="101600"/>
                </a:lnTo>
                <a:lnTo>
                  <a:pt x="85851" y="101600"/>
                </a:lnTo>
                <a:lnTo>
                  <a:pt x="76809" y="114300"/>
                </a:lnTo>
                <a:close/>
              </a:path>
              <a:path w="10812780" h="1739900">
                <a:moveTo>
                  <a:pt x="10754182" y="114300"/>
                </a:moveTo>
                <a:lnTo>
                  <a:pt x="10735767" y="114300"/>
                </a:lnTo>
                <a:lnTo>
                  <a:pt x="10726712" y="101600"/>
                </a:lnTo>
                <a:lnTo>
                  <a:pt x="10726928" y="101600"/>
                </a:lnTo>
                <a:lnTo>
                  <a:pt x="10717390" y="88900"/>
                </a:lnTo>
                <a:lnTo>
                  <a:pt x="10717606" y="88900"/>
                </a:lnTo>
                <a:lnTo>
                  <a:pt x="10707598" y="76200"/>
                </a:lnTo>
                <a:lnTo>
                  <a:pt x="10726470" y="76200"/>
                </a:lnTo>
                <a:lnTo>
                  <a:pt x="10736224" y="88900"/>
                </a:lnTo>
                <a:lnTo>
                  <a:pt x="10745469" y="101600"/>
                </a:lnTo>
                <a:lnTo>
                  <a:pt x="10754182" y="114300"/>
                </a:lnTo>
                <a:close/>
              </a:path>
              <a:path w="10812780" h="1739900">
                <a:moveTo>
                  <a:pt x="64503" y="127000"/>
                </a:moveTo>
                <a:lnTo>
                  <a:pt x="50164" y="127000"/>
                </a:lnTo>
                <a:lnTo>
                  <a:pt x="54203" y="114300"/>
                </a:lnTo>
                <a:lnTo>
                  <a:pt x="68592" y="114300"/>
                </a:lnTo>
                <a:lnTo>
                  <a:pt x="64503" y="127000"/>
                </a:lnTo>
                <a:close/>
              </a:path>
              <a:path w="10812780" h="1739900">
                <a:moveTo>
                  <a:pt x="10762411" y="127000"/>
                </a:moveTo>
                <a:lnTo>
                  <a:pt x="10748073" y="127000"/>
                </a:lnTo>
                <a:lnTo>
                  <a:pt x="10743984" y="114300"/>
                </a:lnTo>
                <a:lnTo>
                  <a:pt x="10758373" y="114300"/>
                </a:lnTo>
                <a:lnTo>
                  <a:pt x="10762411" y="127000"/>
                </a:lnTo>
                <a:close/>
              </a:path>
              <a:path w="10812780" h="1739900">
                <a:moveTo>
                  <a:pt x="56921" y="139700"/>
                </a:moveTo>
                <a:lnTo>
                  <a:pt x="42506" y="139700"/>
                </a:lnTo>
                <a:lnTo>
                  <a:pt x="46266" y="127000"/>
                </a:lnTo>
                <a:lnTo>
                  <a:pt x="60731" y="127000"/>
                </a:lnTo>
                <a:lnTo>
                  <a:pt x="56921" y="139700"/>
                </a:lnTo>
                <a:close/>
              </a:path>
              <a:path w="10812780" h="1739900">
                <a:moveTo>
                  <a:pt x="10770069" y="139700"/>
                </a:moveTo>
                <a:lnTo>
                  <a:pt x="10755655" y="139700"/>
                </a:lnTo>
                <a:lnTo>
                  <a:pt x="10751845" y="127000"/>
                </a:lnTo>
                <a:lnTo>
                  <a:pt x="10766310" y="127000"/>
                </a:lnTo>
                <a:lnTo>
                  <a:pt x="10770069" y="139700"/>
                </a:lnTo>
                <a:close/>
              </a:path>
              <a:path w="10812780" h="1739900">
                <a:moveTo>
                  <a:pt x="49872" y="152400"/>
                </a:moveTo>
                <a:lnTo>
                  <a:pt x="35420" y="152400"/>
                </a:lnTo>
                <a:lnTo>
                  <a:pt x="38900" y="139700"/>
                </a:lnTo>
                <a:lnTo>
                  <a:pt x="53403" y="139700"/>
                </a:lnTo>
                <a:lnTo>
                  <a:pt x="49872" y="152400"/>
                </a:lnTo>
                <a:close/>
              </a:path>
              <a:path w="10812780" h="1739900">
                <a:moveTo>
                  <a:pt x="10777156" y="152400"/>
                </a:moveTo>
                <a:lnTo>
                  <a:pt x="10762703" y="152400"/>
                </a:lnTo>
                <a:lnTo>
                  <a:pt x="10759173" y="139700"/>
                </a:lnTo>
                <a:lnTo>
                  <a:pt x="10773676" y="139700"/>
                </a:lnTo>
                <a:lnTo>
                  <a:pt x="10777156" y="152400"/>
                </a:lnTo>
                <a:close/>
              </a:path>
              <a:path w="10812780" h="1739900">
                <a:moveTo>
                  <a:pt x="43370" y="165100"/>
                </a:moveTo>
                <a:lnTo>
                  <a:pt x="28930" y="165100"/>
                </a:lnTo>
                <a:lnTo>
                  <a:pt x="32105" y="152400"/>
                </a:lnTo>
                <a:lnTo>
                  <a:pt x="46621" y="152400"/>
                </a:lnTo>
                <a:lnTo>
                  <a:pt x="43370" y="165100"/>
                </a:lnTo>
                <a:close/>
              </a:path>
              <a:path w="10812780" h="1739900">
                <a:moveTo>
                  <a:pt x="10783646" y="165100"/>
                </a:moveTo>
                <a:lnTo>
                  <a:pt x="10769206" y="165100"/>
                </a:lnTo>
                <a:lnTo>
                  <a:pt x="10765955" y="152400"/>
                </a:lnTo>
                <a:lnTo>
                  <a:pt x="10780471" y="152400"/>
                </a:lnTo>
                <a:lnTo>
                  <a:pt x="10783646" y="165100"/>
                </a:lnTo>
                <a:close/>
              </a:path>
              <a:path w="10812780" h="1739900">
                <a:moveTo>
                  <a:pt x="37439" y="177800"/>
                </a:moveTo>
                <a:lnTo>
                  <a:pt x="23025" y="177800"/>
                </a:lnTo>
                <a:lnTo>
                  <a:pt x="25895" y="165100"/>
                </a:lnTo>
                <a:lnTo>
                  <a:pt x="40398" y="165100"/>
                </a:lnTo>
                <a:lnTo>
                  <a:pt x="37439" y="177800"/>
                </a:lnTo>
                <a:close/>
              </a:path>
              <a:path w="10812780" h="1739900">
                <a:moveTo>
                  <a:pt x="10789551" y="177800"/>
                </a:moveTo>
                <a:lnTo>
                  <a:pt x="10775137" y="177800"/>
                </a:lnTo>
                <a:lnTo>
                  <a:pt x="10772178" y="165100"/>
                </a:lnTo>
                <a:lnTo>
                  <a:pt x="10786681" y="165100"/>
                </a:lnTo>
                <a:lnTo>
                  <a:pt x="10789551" y="177800"/>
                </a:lnTo>
                <a:close/>
              </a:path>
              <a:path w="10812780" h="1739900">
                <a:moveTo>
                  <a:pt x="32105" y="190500"/>
                </a:moveTo>
                <a:lnTo>
                  <a:pt x="17754" y="190500"/>
                </a:lnTo>
                <a:lnTo>
                  <a:pt x="20319" y="177800"/>
                </a:lnTo>
                <a:lnTo>
                  <a:pt x="34759" y="177800"/>
                </a:lnTo>
                <a:lnTo>
                  <a:pt x="32105" y="190500"/>
                </a:lnTo>
                <a:close/>
              </a:path>
              <a:path w="10812780" h="1739900">
                <a:moveTo>
                  <a:pt x="10794822" y="190500"/>
                </a:moveTo>
                <a:lnTo>
                  <a:pt x="10780471" y="190500"/>
                </a:lnTo>
                <a:lnTo>
                  <a:pt x="10777816" y="177800"/>
                </a:lnTo>
                <a:lnTo>
                  <a:pt x="10792256" y="177800"/>
                </a:lnTo>
                <a:lnTo>
                  <a:pt x="10794822" y="190500"/>
                </a:lnTo>
                <a:close/>
              </a:path>
              <a:path w="10812780" h="1739900">
                <a:moveTo>
                  <a:pt x="27368" y="203200"/>
                </a:moveTo>
                <a:lnTo>
                  <a:pt x="13131" y="203200"/>
                </a:lnTo>
                <a:lnTo>
                  <a:pt x="15367" y="190500"/>
                </a:lnTo>
                <a:lnTo>
                  <a:pt x="29717" y="190500"/>
                </a:lnTo>
                <a:lnTo>
                  <a:pt x="27368" y="203200"/>
                </a:lnTo>
                <a:close/>
              </a:path>
              <a:path w="10812780" h="1739900">
                <a:moveTo>
                  <a:pt x="10799444" y="203200"/>
                </a:moveTo>
                <a:lnTo>
                  <a:pt x="10785208" y="203200"/>
                </a:lnTo>
                <a:lnTo>
                  <a:pt x="10782858" y="190500"/>
                </a:lnTo>
                <a:lnTo>
                  <a:pt x="10797209" y="190500"/>
                </a:lnTo>
                <a:lnTo>
                  <a:pt x="10799444" y="203200"/>
                </a:lnTo>
                <a:close/>
              </a:path>
              <a:path w="10812780" h="1739900">
                <a:moveTo>
                  <a:pt x="23253" y="215900"/>
                </a:moveTo>
                <a:lnTo>
                  <a:pt x="9169" y="215900"/>
                </a:lnTo>
                <a:lnTo>
                  <a:pt x="11061" y="203200"/>
                </a:lnTo>
                <a:lnTo>
                  <a:pt x="25285" y="203200"/>
                </a:lnTo>
                <a:lnTo>
                  <a:pt x="23253" y="215900"/>
                </a:lnTo>
                <a:close/>
              </a:path>
              <a:path w="10812780" h="1739900">
                <a:moveTo>
                  <a:pt x="10803407" y="215900"/>
                </a:moveTo>
                <a:lnTo>
                  <a:pt x="10789310" y="215900"/>
                </a:lnTo>
                <a:lnTo>
                  <a:pt x="10787291" y="203200"/>
                </a:lnTo>
                <a:lnTo>
                  <a:pt x="10801515" y="203200"/>
                </a:lnTo>
                <a:lnTo>
                  <a:pt x="10803407" y="215900"/>
                </a:lnTo>
                <a:close/>
              </a:path>
              <a:path w="10812780" h="1739900">
                <a:moveTo>
                  <a:pt x="16979" y="241300"/>
                </a:moveTo>
                <a:lnTo>
                  <a:pt x="4495" y="241300"/>
                </a:lnTo>
                <a:lnTo>
                  <a:pt x="5880" y="228600"/>
                </a:lnTo>
                <a:lnTo>
                  <a:pt x="7429" y="215900"/>
                </a:lnTo>
                <a:lnTo>
                  <a:pt x="21488" y="215900"/>
                </a:lnTo>
                <a:lnTo>
                  <a:pt x="19786" y="228600"/>
                </a:lnTo>
                <a:lnTo>
                  <a:pt x="18338" y="228600"/>
                </a:lnTo>
                <a:lnTo>
                  <a:pt x="16979" y="241300"/>
                </a:lnTo>
                <a:close/>
              </a:path>
              <a:path w="10812780" h="1739900">
                <a:moveTo>
                  <a:pt x="10808081" y="241300"/>
                </a:moveTo>
                <a:lnTo>
                  <a:pt x="10795596" y="241300"/>
                </a:lnTo>
                <a:lnTo>
                  <a:pt x="10794238" y="228600"/>
                </a:lnTo>
                <a:lnTo>
                  <a:pt x="10792790" y="228600"/>
                </a:lnTo>
                <a:lnTo>
                  <a:pt x="10791088" y="215900"/>
                </a:lnTo>
                <a:lnTo>
                  <a:pt x="10805147" y="215900"/>
                </a:lnTo>
                <a:lnTo>
                  <a:pt x="10806696" y="228600"/>
                </a:lnTo>
                <a:lnTo>
                  <a:pt x="10808081" y="241300"/>
                </a:lnTo>
                <a:close/>
              </a:path>
              <a:path w="10812780" h="1739900">
                <a:moveTo>
                  <a:pt x="14846" y="254000"/>
                </a:moveTo>
                <a:lnTo>
                  <a:pt x="2260" y="254000"/>
                </a:lnTo>
                <a:lnTo>
                  <a:pt x="3289" y="241300"/>
                </a:lnTo>
                <a:lnTo>
                  <a:pt x="15849" y="241300"/>
                </a:lnTo>
                <a:lnTo>
                  <a:pt x="14846" y="254000"/>
                </a:lnTo>
                <a:close/>
              </a:path>
              <a:path w="10812780" h="1739900">
                <a:moveTo>
                  <a:pt x="10810316" y="254000"/>
                </a:moveTo>
                <a:lnTo>
                  <a:pt x="10797730" y="254000"/>
                </a:lnTo>
                <a:lnTo>
                  <a:pt x="10796714" y="241300"/>
                </a:lnTo>
                <a:lnTo>
                  <a:pt x="10809287" y="241300"/>
                </a:lnTo>
                <a:lnTo>
                  <a:pt x="10810316" y="254000"/>
                </a:lnTo>
                <a:close/>
              </a:path>
              <a:path w="10812780" h="1739900">
                <a:moveTo>
                  <a:pt x="13411" y="266700"/>
                </a:moveTo>
                <a:lnTo>
                  <a:pt x="761" y="266700"/>
                </a:lnTo>
                <a:lnTo>
                  <a:pt x="1422" y="254000"/>
                </a:lnTo>
                <a:lnTo>
                  <a:pt x="14058" y="254000"/>
                </a:lnTo>
                <a:lnTo>
                  <a:pt x="13411" y="266700"/>
                </a:lnTo>
                <a:close/>
              </a:path>
              <a:path w="10812780" h="1739900">
                <a:moveTo>
                  <a:pt x="10811814" y="266700"/>
                </a:moveTo>
                <a:lnTo>
                  <a:pt x="10799165" y="266700"/>
                </a:lnTo>
                <a:lnTo>
                  <a:pt x="10798517" y="254000"/>
                </a:lnTo>
                <a:lnTo>
                  <a:pt x="10811154" y="254000"/>
                </a:lnTo>
                <a:lnTo>
                  <a:pt x="10811814" y="266700"/>
                </a:lnTo>
                <a:close/>
              </a:path>
              <a:path w="10812780" h="1739900">
                <a:moveTo>
                  <a:pt x="12966" y="1460500"/>
                </a:moveTo>
                <a:lnTo>
                  <a:pt x="279" y="1460500"/>
                </a:lnTo>
                <a:lnTo>
                  <a:pt x="0" y="1447800"/>
                </a:lnTo>
                <a:lnTo>
                  <a:pt x="0" y="279400"/>
                </a:lnTo>
                <a:lnTo>
                  <a:pt x="279" y="266700"/>
                </a:lnTo>
                <a:lnTo>
                  <a:pt x="13423" y="266700"/>
                </a:lnTo>
                <a:lnTo>
                  <a:pt x="12966" y="279400"/>
                </a:lnTo>
                <a:lnTo>
                  <a:pt x="12687" y="279400"/>
                </a:lnTo>
                <a:lnTo>
                  <a:pt x="12687" y="1447800"/>
                </a:lnTo>
                <a:lnTo>
                  <a:pt x="12966" y="1460500"/>
                </a:lnTo>
                <a:close/>
              </a:path>
              <a:path w="10812780" h="1739900">
                <a:moveTo>
                  <a:pt x="10812297" y="1460500"/>
                </a:moveTo>
                <a:lnTo>
                  <a:pt x="10799610" y="1460500"/>
                </a:lnTo>
                <a:lnTo>
                  <a:pt x="10799889" y="1447800"/>
                </a:lnTo>
                <a:lnTo>
                  <a:pt x="10799889" y="279400"/>
                </a:lnTo>
                <a:lnTo>
                  <a:pt x="10799610" y="279400"/>
                </a:lnTo>
                <a:lnTo>
                  <a:pt x="10799152" y="266700"/>
                </a:lnTo>
                <a:lnTo>
                  <a:pt x="10812297" y="266700"/>
                </a:lnTo>
                <a:lnTo>
                  <a:pt x="10812576" y="279400"/>
                </a:lnTo>
                <a:lnTo>
                  <a:pt x="10812576" y="1447800"/>
                </a:lnTo>
                <a:lnTo>
                  <a:pt x="10812297" y="1460500"/>
                </a:lnTo>
                <a:close/>
              </a:path>
              <a:path w="10812780" h="1739900">
                <a:moveTo>
                  <a:pt x="14058" y="1473200"/>
                </a:moveTo>
                <a:lnTo>
                  <a:pt x="1422" y="1473200"/>
                </a:lnTo>
                <a:lnTo>
                  <a:pt x="761" y="1460500"/>
                </a:lnTo>
                <a:lnTo>
                  <a:pt x="13411" y="1460500"/>
                </a:lnTo>
                <a:lnTo>
                  <a:pt x="14058" y="1473200"/>
                </a:lnTo>
                <a:close/>
              </a:path>
              <a:path w="10812780" h="1739900">
                <a:moveTo>
                  <a:pt x="10811154" y="1473200"/>
                </a:moveTo>
                <a:lnTo>
                  <a:pt x="10798517" y="1473200"/>
                </a:lnTo>
                <a:lnTo>
                  <a:pt x="10799165" y="1460500"/>
                </a:lnTo>
                <a:lnTo>
                  <a:pt x="10811814" y="1460500"/>
                </a:lnTo>
                <a:lnTo>
                  <a:pt x="10811154" y="1473200"/>
                </a:lnTo>
                <a:close/>
              </a:path>
              <a:path w="10812780" h="1739900">
                <a:moveTo>
                  <a:pt x="15849" y="1485900"/>
                </a:moveTo>
                <a:lnTo>
                  <a:pt x="3289" y="1485900"/>
                </a:lnTo>
                <a:lnTo>
                  <a:pt x="2260" y="1473200"/>
                </a:lnTo>
                <a:lnTo>
                  <a:pt x="14846" y="1473200"/>
                </a:lnTo>
                <a:lnTo>
                  <a:pt x="15849" y="1485900"/>
                </a:lnTo>
                <a:close/>
              </a:path>
              <a:path w="10812780" h="1739900">
                <a:moveTo>
                  <a:pt x="10809287" y="1485900"/>
                </a:moveTo>
                <a:lnTo>
                  <a:pt x="10796714" y="1485900"/>
                </a:lnTo>
                <a:lnTo>
                  <a:pt x="10797730" y="1473200"/>
                </a:lnTo>
                <a:lnTo>
                  <a:pt x="10810316" y="1473200"/>
                </a:lnTo>
                <a:lnTo>
                  <a:pt x="10809287" y="1485900"/>
                </a:lnTo>
                <a:close/>
              </a:path>
              <a:path w="10812780" h="1739900">
                <a:moveTo>
                  <a:pt x="21488" y="1511300"/>
                </a:moveTo>
                <a:lnTo>
                  <a:pt x="7429" y="1511300"/>
                </a:lnTo>
                <a:lnTo>
                  <a:pt x="5880" y="1498600"/>
                </a:lnTo>
                <a:lnTo>
                  <a:pt x="4495" y="1485900"/>
                </a:lnTo>
                <a:lnTo>
                  <a:pt x="16979" y="1485900"/>
                </a:lnTo>
                <a:lnTo>
                  <a:pt x="18338" y="1498600"/>
                </a:lnTo>
                <a:lnTo>
                  <a:pt x="19786" y="1498600"/>
                </a:lnTo>
                <a:lnTo>
                  <a:pt x="21488" y="1511300"/>
                </a:lnTo>
                <a:close/>
              </a:path>
              <a:path w="10812780" h="1739900">
                <a:moveTo>
                  <a:pt x="10805147" y="1511300"/>
                </a:moveTo>
                <a:lnTo>
                  <a:pt x="10791088" y="1511300"/>
                </a:lnTo>
                <a:lnTo>
                  <a:pt x="10792790" y="1498600"/>
                </a:lnTo>
                <a:lnTo>
                  <a:pt x="10794238" y="1498600"/>
                </a:lnTo>
                <a:lnTo>
                  <a:pt x="10795596" y="1485900"/>
                </a:lnTo>
                <a:lnTo>
                  <a:pt x="10808081" y="1485900"/>
                </a:lnTo>
                <a:lnTo>
                  <a:pt x="10806696" y="1498600"/>
                </a:lnTo>
                <a:lnTo>
                  <a:pt x="10805147" y="1511300"/>
                </a:lnTo>
                <a:close/>
              </a:path>
              <a:path w="10812780" h="1739900">
                <a:moveTo>
                  <a:pt x="25285" y="1524000"/>
                </a:moveTo>
                <a:lnTo>
                  <a:pt x="11061" y="1524000"/>
                </a:lnTo>
                <a:lnTo>
                  <a:pt x="9169" y="1511300"/>
                </a:lnTo>
                <a:lnTo>
                  <a:pt x="23253" y="1511300"/>
                </a:lnTo>
                <a:lnTo>
                  <a:pt x="25285" y="1524000"/>
                </a:lnTo>
                <a:close/>
              </a:path>
              <a:path w="10812780" h="1739900">
                <a:moveTo>
                  <a:pt x="10801515" y="1524000"/>
                </a:moveTo>
                <a:lnTo>
                  <a:pt x="10787291" y="1524000"/>
                </a:lnTo>
                <a:lnTo>
                  <a:pt x="10789310" y="1511300"/>
                </a:lnTo>
                <a:lnTo>
                  <a:pt x="10803407" y="1511300"/>
                </a:lnTo>
                <a:lnTo>
                  <a:pt x="10801515" y="1524000"/>
                </a:lnTo>
                <a:close/>
              </a:path>
              <a:path w="10812780" h="1739900">
                <a:moveTo>
                  <a:pt x="29717" y="1536700"/>
                </a:moveTo>
                <a:lnTo>
                  <a:pt x="15367" y="1536700"/>
                </a:lnTo>
                <a:lnTo>
                  <a:pt x="13131" y="1524000"/>
                </a:lnTo>
                <a:lnTo>
                  <a:pt x="27368" y="1524000"/>
                </a:lnTo>
                <a:lnTo>
                  <a:pt x="29717" y="1536700"/>
                </a:lnTo>
                <a:close/>
              </a:path>
              <a:path w="10812780" h="1739900">
                <a:moveTo>
                  <a:pt x="10797209" y="1536700"/>
                </a:moveTo>
                <a:lnTo>
                  <a:pt x="10782858" y="1536700"/>
                </a:lnTo>
                <a:lnTo>
                  <a:pt x="10785208" y="1524000"/>
                </a:lnTo>
                <a:lnTo>
                  <a:pt x="10799444" y="1524000"/>
                </a:lnTo>
                <a:lnTo>
                  <a:pt x="10797209" y="1536700"/>
                </a:lnTo>
                <a:close/>
              </a:path>
              <a:path w="10812780" h="1739900">
                <a:moveTo>
                  <a:pt x="32156" y="1549400"/>
                </a:moveTo>
                <a:lnTo>
                  <a:pt x="20319" y="1549400"/>
                </a:lnTo>
                <a:lnTo>
                  <a:pt x="17754" y="1536700"/>
                </a:lnTo>
                <a:lnTo>
                  <a:pt x="29654" y="1536700"/>
                </a:lnTo>
                <a:lnTo>
                  <a:pt x="32156" y="1549400"/>
                </a:lnTo>
                <a:close/>
              </a:path>
              <a:path w="10812780" h="1739900">
                <a:moveTo>
                  <a:pt x="34759" y="1549400"/>
                </a:moveTo>
                <a:lnTo>
                  <a:pt x="32156" y="1549400"/>
                </a:lnTo>
                <a:lnTo>
                  <a:pt x="32105" y="1536700"/>
                </a:lnTo>
                <a:lnTo>
                  <a:pt x="34759" y="1549400"/>
                </a:lnTo>
                <a:close/>
              </a:path>
              <a:path w="10812780" h="1739900">
                <a:moveTo>
                  <a:pt x="10780420" y="1549400"/>
                </a:moveTo>
                <a:lnTo>
                  <a:pt x="10777816" y="1549400"/>
                </a:lnTo>
                <a:lnTo>
                  <a:pt x="10780471" y="1536700"/>
                </a:lnTo>
                <a:lnTo>
                  <a:pt x="10780420" y="1549400"/>
                </a:lnTo>
                <a:close/>
              </a:path>
              <a:path w="10812780" h="1739900">
                <a:moveTo>
                  <a:pt x="10792256" y="1549400"/>
                </a:moveTo>
                <a:lnTo>
                  <a:pt x="10780420" y="1549400"/>
                </a:lnTo>
                <a:lnTo>
                  <a:pt x="10782922" y="1536700"/>
                </a:lnTo>
                <a:lnTo>
                  <a:pt x="10794822" y="1536700"/>
                </a:lnTo>
                <a:lnTo>
                  <a:pt x="10792256" y="1549400"/>
                </a:lnTo>
                <a:close/>
              </a:path>
              <a:path w="10812780" h="1739900">
                <a:moveTo>
                  <a:pt x="37503" y="1562100"/>
                </a:moveTo>
                <a:lnTo>
                  <a:pt x="25895" y="1562100"/>
                </a:lnTo>
                <a:lnTo>
                  <a:pt x="23025" y="1549400"/>
                </a:lnTo>
                <a:lnTo>
                  <a:pt x="34696" y="1549400"/>
                </a:lnTo>
                <a:lnTo>
                  <a:pt x="37503" y="1562100"/>
                </a:lnTo>
                <a:close/>
              </a:path>
              <a:path w="10812780" h="1739900">
                <a:moveTo>
                  <a:pt x="40398" y="1562100"/>
                </a:moveTo>
                <a:lnTo>
                  <a:pt x="37503" y="1562100"/>
                </a:lnTo>
                <a:lnTo>
                  <a:pt x="37439" y="1549400"/>
                </a:lnTo>
                <a:lnTo>
                  <a:pt x="40398" y="1562100"/>
                </a:lnTo>
                <a:close/>
              </a:path>
              <a:path w="10812780" h="1739900">
                <a:moveTo>
                  <a:pt x="10775073" y="1562100"/>
                </a:moveTo>
                <a:lnTo>
                  <a:pt x="10772178" y="1562100"/>
                </a:lnTo>
                <a:lnTo>
                  <a:pt x="10775137" y="1549400"/>
                </a:lnTo>
                <a:lnTo>
                  <a:pt x="10775073" y="1562100"/>
                </a:lnTo>
                <a:close/>
              </a:path>
              <a:path w="10812780" h="1739900">
                <a:moveTo>
                  <a:pt x="10786681" y="1562100"/>
                </a:moveTo>
                <a:lnTo>
                  <a:pt x="10775073" y="1562100"/>
                </a:lnTo>
                <a:lnTo>
                  <a:pt x="10777880" y="1549400"/>
                </a:lnTo>
                <a:lnTo>
                  <a:pt x="10789551" y="1549400"/>
                </a:lnTo>
                <a:lnTo>
                  <a:pt x="10786681" y="1562100"/>
                </a:lnTo>
                <a:close/>
              </a:path>
              <a:path w="10812780" h="1739900">
                <a:moveTo>
                  <a:pt x="46621" y="1574800"/>
                </a:moveTo>
                <a:lnTo>
                  <a:pt x="32105" y="1574800"/>
                </a:lnTo>
                <a:lnTo>
                  <a:pt x="28930" y="1562100"/>
                </a:lnTo>
                <a:lnTo>
                  <a:pt x="43370" y="1562100"/>
                </a:lnTo>
                <a:lnTo>
                  <a:pt x="46621" y="1574800"/>
                </a:lnTo>
                <a:close/>
              </a:path>
              <a:path w="10812780" h="1739900">
                <a:moveTo>
                  <a:pt x="10780471" y="1574800"/>
                </a:moveTo>
                <a:lnTo>
                  <a:pt x="10765955" y="1574800"/>
                </a:lnTo>
                <a:lnTo>
                  <a:pt x="10769206" y="1562100"/>
                </a:lnTo>
                <a:lnTo>
                  <a:pt x="10783646" y="1562100"/>
                </a:lnTo>
                <a:lnTo>
                  <a:pt x="10780471" y="1574800"/>
                </a:lnTo>
                <a:close/>
              </a:path>
              <a:path w="10812780" h="1739900">
                <a:moveTo>
                  <a:pt x="53403" y="1587500"/>
                </a:moveTo>
                <a:lnTo>
                  <a:pt x="38900" y="1587500"/>
                </a:lnTo>
                <a:lnTo>
                  <a:pt x="35420" y="1574800"/>
                </a:lnTo>
                <a:lnTo>
                  <a:pt x="49872" y="1574800"/>
                </a:lnTo>
                <a:lnTo>
                  <a:pt x="53403" y="1587500"/>
                </a:lnTo>
                <a:close/>
              </a:path>
              <a:path w="10812780" h="1739900">
                <a:moveTo>
                  <a:pt x="10773676" y="1587500"/>
                </a:moveTo>
                <a:lnTo>
                  <a:pt x="10759173" y="1587500"/>
                </a:lnTo>
                <a:lnTo>
                  <a:pt x="10762703" y="1574800"/>
                </a:lnTo>
                <a:lnTo>
                  <a:pt x="10777156" y="1574800"/>
                </a:lnTo>
                <a:lnTo>
                  <a:pt x="10773676" y="1587500"/>
                </a:lnTo>
                <a:close/>
              </a:path>
              <a:path w="10812780" h="1739900">
                <a:moveTo>
                  <a:pt x="60731" y="1600200"/>
                </a:moveTo>
                <a:lnTo>
                  <a:pt x="46266" y="1600200"/>
                </a:lnTo>
                <a:lnTo>
                  <a:pt x="42506" y="1587500"/>
                </a:lnTo>
                <a:lnTo>
                  <a:pt x="56921" y="1587500"/>
                </a:lnTo>
                <a:lnTo>
                  <a:pt x="60731" y="1600200"/>
                </a:lnTo>
                <a:close/>
              </a:path>
              <a:path w="10812780" h="1739900">
                <a:moveTo>
                  <a:pt x="10766310" y="1600200"/>
                </a:moveTo>
                <a:lnTo>
                  <a:pt x="10751845" y="1600200"/>
                </a:lnTo>
                <a:lnTo>
                  <a:pt x="10755655" y="1587500"/>
                </a:lnTo>
                <a:lnTo>
                  <a:pt x="10770069" y="1587500"/>
                </a:lnTo>
                <a:lnTo>
                  <a:pt x="10766310" y="1600200"/>
                </a:lnTo>
                <a:close/>
              </a:path>
              <a:path w="10812780" h="1739900">
                <a:moveTo>
                  <a:pt x="68592" y="1612900"/>
                </a:moveTo>
                <a:lnTo>
                  <a:pt x="54203" y="1612900"/>
                </a:lnTo>
                <a:lnTo>
                  <a:pt x="50164" y="1600200"/>
                </a:lnTo>
                <a:lnTo>
                  <a:pt x="64503" y="1600200"/>
                </a:lnTo>
                <a:lnTo>
                  <a:pt x="68592" y="1612900"/>
                </a:lnTo>
                <a:close/>
              </a:path>
              <a:path w="10812780" h="1739900">
                <a:moveTo>
                  <a:pt x="10758373" y="1612900"/>
                </a:moveTo>
                <a:lnTo>
                  <a:pt x="10743984" y="1612900"/>
                </a:lnTo>
                <a:lnTo>
                  <a:pt x="10748073" y="1600200"/>
                </a:lnTo>
                <a:lnTo>
                  <a:pt x="10762411" y="1600200"/>
                </a:lnTo>
                <a:lnTo>
                  <a:pt x="10758373" y="1612900"/>
                </a:lnTo>
                <a:close/>
              </a:path>
              <a:path w="10812780" h="1739900">
                <a:moveTo>
                  <a:pt x="125844" y="1663700"/>
                </a:moveTo>
                <a:lnTo>
                  <a:pt x="96316" y="1663700"/>
                </a:lnTo>
                <a:lnTo>
                  <a:pt x="86105" y="1651000"/>
                </a:lnTo>
                <a:lnTo>
                  <a:pt x="76352" y="1638300"/>
                </a:lnTo>
                <a:lnTo>
                  <a:pt x="67106" y="1625600"/>
                </a:lnTo>
                <a:lnTo>
                  <a:pt x="58394" y="1612900"/>
                </a:lnTo>
                <a:lnTo>
                  <a:pt x="76809" y="1612900"/>
                </a:lnTo>
                <a:lnTo>
                  <a:pt x="85851" y="1625600"/>
                </a:lnTo>
                <a:lnTo>
                  <a:pt x="85648" y="1625600"/>
                </a:lnTo>
                <a:lnTo>
                  <a:pt x="95186" y="1638300"/>
                </a:lnTo>
                <a:lnTo>
                  <a:pt x="94970" y="1638300"/>
                </a:lnTo>
                <a:lnTo>
                  <a:pt x="104978" y="1651000"/>
                </a:lnTo>
                <a:lnTo>
                  <a:pt x="114960" y="1651000"/>
                </a:lnTo>
                <a:lnTo>
                  <a:pt x="125844" y="1663700"/>
                </a:lnTo>
                <a:close/>
              </a:path>
              <a:path w="10812780" h="1739900">
                <a:moveTo>
                  <a:pt x="10716260" y="1663700"/>
                </a:moveTo>
                <a:lnTo>
                  <a:pt x="10686732" y="1663700"/>
                </a:lnTo>
                <a:lnTo>
                  <a:pt x="10697603" y="1651000"/>
                </a:lnTo>
                <a:lnTo>
                  <a:pt x="10707598" y="1651000"/>
                </a:lnTo>
                <a:lnTo>
                  <a:pt x="10717606" y="1638300"/>
                </a:lnTo>
                <a:lnTo>
                  <a:pt x="10717390" y="1638300"/>
                </a:lnTo>
                <a:lnTo>
                  <a:pt x="10726928" y="1625600"/>
                </a:lnTo>
                <a:lnTo>
                  <a:pt x="10726712" y="1625600"/>
                </a:lnTo>
                <a:lnTo>
                  <a:pt x="10735767" y="1612900"/>
                </a:lnTo>
                <a:lnTo>
                  <a:pt x="10754182" y="1612900"/>
                </a:lnTo>
                <a:lnTo>
                  <a:pt x="10745469" y="1625600"/>
                </a:lnTo>
                <a:lnTo>
                  <a:pt x="10736224" y="1638300"/>
                </a:lnTo>
                <a:lnTo>
                  <a:pt x="10726470" y="1651000"/>
                </a:lnTo>
                <a:lnTo>
                  <a:pt x="10716260" y="1663700"/>
                </a:lnTo>
                <a:close/>
              </a:path>
              <a:path w="10812780" h="1739900">
                <a:moveTo>
                  <a:pt x="136829" y="1676400"/>
                </a:moveTo>
                <a:lnTo>
                  <a:pt x="118084" y="1676400"/>
                </a:lnTo>
                <a:lnTo>
                  <a:pt x="106997" y="1663700"/>
                </a:lnTo>
                <a:lnTo>
                  <a:pt x="131140" y="1663700"/>
                </a:lnTo>
                <a:lnTo>
                  <a:pt x="136829" y="1676400"/>
                </a:lnTo>
                <a:close/>
              </a:path>
              <a:path w="10812780" h="1739900">
                <a:moveTo>
                  <a:pt x="10694492" y="1676400"/>
                </a:moveTo>
                <a:lnTo>
                  <a:pt x="10675747" y="1676400"/>
                </a:lnTo>
                <a:lnTo>
                  <a:pt x="10681436" y="1663700"/>
                </a:lnTo>
                <a:lnTo>
                  <a:pt x="10705579" y="1663700"/>
                </a:lnTo>
                <a:lnTo>
                  <a:pt x="10694492" y="1676400"/>
                </a:lnTo>
                <a:close/>
              </a:path>
              <a:path w="10812780" h="1739900">
                <a:moveTo>
                  <a:pt x="154114" y="1689100"/>
                </a:moveTo>
                <a:lnTo>
                  <a:pt x="129654" y="1689100"/>
                </a:lnTo>
                <a:lnTo>
                  <a:pt x="123837" y="1676400"/>
                </a:lnTo>
                <a:lnTo>
                  <a:pt x="148132" y="1676400"/>
                </a:lnTo>
                <a:lnTo>
                  <a:pt x="154114" y="1689100"/>
                </a:lnTo>
                <a:close/>
              </a:path>
              <a:path w="10812780" h="1739900">
                <a:moveTo>
                  <a:pt x="10682922" y="1689100"/>
                </a:moveTo>
                <a:lnTo>
                  <a:pt x="10658462" y="1689100"/>
                </a:lnTo>
                <a:lnTo>
                  <a:pt x="10664443" y="1676400"/>
                </a:lnTo>
                <a:lnTo>
                  <a:pt x="10688739" y="1676400"/>
                </a:lnTo>
                <a:lnTo>
                  <a:pt x="10682922" y="1689100"/>
                </a:lnTo>
                <a:close/>
              </a:path>
              <a:path w="10812780" h="1739900">
                <a:moveTo>
                  <a:pt x="178396" y="1701800"/>
                </a:moveTo>
                <a:lnTo>
                  <a:pt x="153923" y="1701800"/>
                </a:lnTo>
                <a:lnTo>
                  <a:pt x="147713" y="1689100"/>
                </a:lnTo>
                <a:lnTo>
                  <a:pt x="172059" y="1689100"/>
                </a:lnTo>
                <a:lnTo>
                  <a:pt x="178396" y="1701800"/>
                </a:lnTo>
                <a:close/>
              </a:path>
              <a:path w="10812780" h="1739900">
                <a:moveTo>
                  <a:pt x="10658652" y="1701800"/>
                </a:moveTo>
                <a:lnTo>
                  <a:pt x="10634179" y="1701800"/>
                </a:lnTo>
                <a:lnTo>
                  <a:pt x="10640517" y="1689100"/>
                </a:lnTo>
                <a:lnTo>
                  <a:pt x="10664863" y="1689100"/>
                </a:lnTo>
                <a:lnTo>
                  <a:pt x="10658652" y="1701800"/>
                </a:lnTo>
                <a:close/>
              </a:path>
              <a:path w="10812780" h="1739900">
                <a:moveTo>
                  <a:pt x="210540" y="1714500"/>
                </a:moveTo>
                <a:lnTo>
                  <a:pt x="179654" y="1714500"/>
                </a:lnTo>
                <a:lnTo>
                  <a:pt x="173088" y="1701800"/>
                </a:lnTo>
                <a:lnTo>
                  <a:pt x="203822" y="1701800"/>
                </a:lnTo>
                <a:lnTo>
                  <a:pt x="210540" y="1714500"/>
                </a:lnTo>
                <a:close/>
              </a:path>
              <a:path w="10812780" h="1739900">
                <a:moveTo>
                  <a:pt x="10632922" y="1714500"/>
                </a:moveTo>
                <a:lnTo>
                  <a:pt x="10602036" y="1714500"/>
                </a:lnTo>
                <a:lnTo>
                  <a:pt x="10608754" y="1701800"/>
                </a:lnTo>
                <a:lnTo>
                  <a:pt x="10639488" y="1701800"/>
                </a:lnTo>
                <a:lnTo>
                  <a:pt x="10632922" y="1714500"/>
                </a:lnTo>
                <a:close/>
              </a:path>
              <a:path w="10812780" h="1739900">
                <a:moveTo>
                  <a:pt x="279806" y="1727200"/>
                </a:moveTo>
                <a:lnTo>
                  <a:pt x="206705" y="1727200"/>
                </a:lnTo>
                <a:lnTo>
                  <a:pt x="199821" y="1714500"/>
                </a:lnTo>
                <a:lnTo>
                  <a:pt x="272465" y="1714500"/>
                </a:lnTo>
                <a:lnTo>
                  <a:pt x="279806" y="1727200"/>
                </a:lnTo>
                <a:close/>
              </a:path>
              <a:path w="10812780" h="1739900">
                <a:moveTo>
                  <a:pt x="10605871" y="1727200"/>
                </a:moveTo>
                <a:lnTo>
                  <a:pt x="10532770" y="1727200"/>
                </a:lnTo>
                <a:lnTo>
                  <a:pt x="10540111" y="1714500"/>
                </a:lnTo>
                <a:lnTo>
                  <a:pt x="10612755" y="1714500"/>
                </a:lnTo>
                <a:lnTo>
                  <a:pt x="10605871" y="1727200"/>
                </a:lnTo>
                <a:close/>
              </a:path>
              <a:path w="10812780" h="1739900">
                <a:moveTo>
                  <a:pt x="10533494" y="1739900"/>
                </a:moveTo>
                <a:lnTo>
                  <a:pt x="279082" y="1739900"/>
                </a:lnTo>
                <a:lnTo>
                  <a:pt x="271576" y="1727200"/>
                </a:lnTo>
                <a:lnTo>
                  <a:pt x="10541000" y="1727200"/>
                </a:lnTo>
                <a:lnTo>
                  <a:pt x="10533494" y="1739900"/>
                </a:lnTo>
                <a:close/>
              </a:path>
            </a:pathLst>
          </a:custGeom>
          <a:solidFill>
            <a:srgbClr val="293E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110614" y="5013223"/>
            <a:ext cx="6718934" cy="1397000"/>
          </a:xfrm>
          <a:prstGeom prst="rect">
            <a:avLst/>
          </a:prstGeom>
        </p:spPr>
        <p:txBody>
          <a:bodyPr wrap="square" lIns="0" tIns="1651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dirty="0" sz="2000" spc="-5" b="1">
                <a:latin typeface="宋体"/>
                <a:cs typeface="宋体"/>
              </a:rPr>
              <a:t>zip</a:t>
            </a:r>
            <a:r>
              <a:rPr dirty="0" sz="2000" b="1">
                <a:latin typeface="宋体"/>
                <a:cs typeface="宋体"/>
              </a:rPr>
              <a:t>对象转换为列表的方法</a:t>
            </a:r>
            <a:r>
              <a:rPr dirty="0" sz="2000" spc="-5" b="1">
                <a:latin typeface="宋体"/>
                <a:cs typeface="宋体"/>
              </a:rPr>
              <a:t>：</a:t>
            </a:r>
            <a:endParaRPr sz="20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dirty="0" sz="2000" spc="-5">
                <a:latin typeface="宋体"/>
                <a:cs typeface="宋体"/>
              </a:rPr>
              <a:t>使用列表推导式，通过for遍历取出zip对象存储的元组</a:t>
            </a:r>
            <a:r>
              <a:rPr dirty="0" sz="2000" spc="5">
                <a:latin typeface="宋体"/>
                <a:cs typeface="宋体"/>
              </a:rPr>
              <a:t>；</a:t>
            </a:r>
            <a:endParaRPr sz="20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119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dirty="0" sz="2000">
                <a:latin typeface="宋体"/>
                <a:cs typeface="宋体"/>
              </a:rPr>
              <a:t>通过</a:t>
            </a:r>
            <a:r>
              <a:rPr dirty="0" sz="2000" spc="-5">
                <a:latin typeface="宋体"/>
                <a:cs typeface="宋体"/>
              </a:rPr>
              <a:t>list()</a:t>
            </a:r>
            <a:r>
              <a:rPr dirty="0" sz="2000">
                <a:latin typeface="宋体"/>
                <a:cs typeface="宋体"/>
              </a:rPr>
              <a:t>函数将</a:t>
            </a:r>
            <a:r>
              <a:rPr dirty="0" sz="2000" spc="-5">
                <a:latin typeface="宋体"/>
                <a:cs typeface="宋体"/>
              </a:rPr>
              <a:t>zip</a:t>
            </a:r>
            <a:r>
              <a:rPr dirty="0" sz="2000">
                <a:latin typeface="宋体"/>
                <a:cs typeface="宋体"/>
              </a:rPr>
              <a:t>对象强制转换为列表</a:t>
            </a:r>
            <a:r>
              <a:rPr dirty="0" sz="2000" spc="5">
                <a:latin typeface="宋体"/>
                <a:cs typeface="宋体"/>
              </a:rPr>
              <a:t>。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133855" y="2747772"/>
            <a:ext cx="4307205" cy="1993900"/>
          </a:xfrm>
          <a:custGeom>
            <a:avLst/>
            <a:gdLst/>
            <a:ahLst/>
            <a:cxnLst/>
            <a:rect l="l" t="t" r="r" b="b"/>
            <a:pathLst>
              <a:path w="4307205" h="1993900">
                <a:moveTo>
                  <a:pt x="3974592" y="1993391"/>
                </a:moveTo>
                <a:lnTo>
                  <a:pt x="332231" y="1993391"/>
                </a:lnTo>
                <a:lnTo>
                  <a:pt x="283050" y="1989883"/>
                </a:lnTo>
                <a:lnTo>
                  <a:pt x="236121" y="1979492"/>
                </a:lnTo>
                <a:lnTo>
                  <a:pt x="191959" y="1962734"/>
                </a:lnTo>
                <a:lnTo>
                  <a:pt x="151079" y="1940122"/>
                </a:lnTo>
                <a:lnTo>
                  <a:pt x="113994" y="1912172"/>
                </a:lnTo>
                <a:lnTo>
                  <a:pt x="81219" y="1879397"/>
                </a:lnTo>
                <a:lnTo>
                  <a:pt x="53269" y="1842312"/>
                </a:lnTo>
                <a:lnTo>
                  <a:pt x="30657" y="1801432"/>
                </a:lnTo>
                <a:lnTo>
                  <a:pt x="13899" y="1757270"/>
                </a:lnTo>
                <a:lnTo>
                  <a:pt x="3508" y="1710341"/>
                </a:lnTo>
                <a:lnTo>
                  <a:pt x="0" y="1661160"/>
                </a:lnTo>
                <a:lnTo>
                  <a:pt x="0" y="332231"/>
                </a:lnTo>
                <a:lnTo>
                  <a:pt x="3508" y="283113"/>
                </a:lnTo>
                <a:lnTo>
                  <a:pt x="13899" y="236235"/>
                </a:lnTo>
                <a:lnTo>
                  <a:pt x="30657" y="192111"/>
                </a:lnTo>
                <a:lnTo>
                  <a:pt x="53269" y="151255"/>
                </a:lnTo>
                <a:lnTo>
                  <a:pt x="81219" y="114183"/>
                </a:lnTo>
                <a:lnTo>
                  <a:pt x="113994" y="81408"/>
                </a:lnTo>
                <a:lnTo>
                  <a:pt x="151079" y="53445"/>
                </a:lnTo>
                <a:lnTo>
                  <a:pt x="191959" y="30808"/>
                </a:lnTo>
                <a:lnTo>
                  <a:pt x="236121" y="14012"/>
                </a:lnTo>
                <a:lnTo>
                  <a:pt x="283050" y="3571"/>
                </a:lnTo>
                <a:lnTo>
                  <a:pt x="332231" y="0"/>
                </a:lnTo>
                <a:lnTo>
                  <a:pt x="3974592" y="0"/>
                </a:lnTo>
                <a:lnTo>
                  <a:pt x="4023678" y="3571"/>
                </a:lnTo>
                <a:lnTo>
                  <a:pt x="4070532" y="14012"/>
                </a:lnTo>
                <a:lnTo>
                  <a:pt x="4114637" y="30808"/>
                </a:lnTo>
                <a:lnTo>
                  <a:pt x="4155480" y="53445"/>
                </a:lnTo>
                <a:lnTo>
                  <a:pt x="4192546" y="81408"/>
                </a:lnTo>
                <a:lnTo>
                  <a:pt x="4225321" y="114183"/>
                </a:lnTo>
                <a:lnTo>
                  <a:pt x="4253290" y="151255"/>
                </a:lnTo>
                <a:lnTo>
                  <a:pt x="4275939" y="192111"/>
                </a:lnTo>
                <a:lnTo>
                  <a:pt x="4292754" y="236235"/>
                </a:lnTo>
                <a:lnTo>
                  <a:pt x="4303220" y="283113"/>
                </a:lnTo>
                <a:lnTo>
                  <a:pt x="4306824" y="332231"/>
                </a:lnTo>
                <a:lnTo>
                  <a:pt x="4306824" y="1661160"/>
                </a:lnTo>
                <a:lnTo>
                  <a:pt x="4303220" y="1710341"/>
                </a:lnTo>
                <a:lnTo>
                  <a:pt x="4292754" y="1757270"/>
                </a:lnTo>
                <a:lnTo>
                  <a:pt x="4275939" y="1801432"/>
                </a:lnTo>
                <a:lnTo>
                  <a:pt x="4253290" y="1842312"/>
                </a:lnTo>
                <a:lnTo>
                  <a:pt x="4225321" y="1879397"/>
                </a:lnTo>
                <a:lnTo>
                  <a:pt x="4192546" y="1912172"/>
                </a:lnTo>
                <a:lnTo>
                  <a:pt x="4155480" y="1940122"/>
                </a:lnTo>
                <a:lnTo>
                  <a:pt x="4114637" y="1962734"/>
                </a:lnTo>
                <a:lnTo>
                  <a:pt x="4070532" y="1979492"/>
                </a:lnTo>
                <a:lnTo>
                  <a:pt x="4023678" y="1989883"/>
                </a:lnTo>
                <a:lnTo>
                  <a:pt x="3974592" y="1993391"/>
                </a:lnTo>
                <a:close/>
              </a:path>
            </a:pathLst>
          </a:custGeom>
          <a:solidFill>
            <a:srgbClr val="D2E1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005839" y="2686811"/>
            <a:ext cx="731520" cy="378460"/>
          </a:xfrm>
          <a:custGeom>
            <a:avLst/>
            <a:gdLst/>
            <a:ahLst/>
            <a:cxnLst/>
            <a:rect l="l" t="t" r="r" b="b"/>
            <a:pathLst>
              <a:path w="731519" h="378460">
                <a:moveTo>
                  <a:pt x="669035" y="377951"/>
                </a:moveTo>
                <a:lnTo>
                  <a:pt x="62484" y="377951"/>
                </a:lnTo>
                <a:lnTo>
                  <a:pt x="38292" y="373212"/>
                </a:lnTo>
                <a:lnTo>
                  <a:pt x="18416" y="359821"/>
                </a:lnTo>
                <a:lnTo>
                  <a:pt x="4953" y="339874"/>
                </a:lnTo>
                <a:lnTo>
                  <a:pt x="0" y="315468"/>
                </a:lnTo>
                <a:lnTo>
                  <a:pt x="0" y="62483"/>
                </a:lnTo>
                <a:lnTo>
                  <a:pt x="4953" y="37863"/>
                </a:lnTo>
                <a:lnTo>
                  <a:pt x="18416" y="17845"/>
                </a:lnTo>
                <a:lnTo>
                  <a:pt x="38292" y="4524"/>
                </a:lnTo>
                <a:lnTo>
                  <a:pt x="62484" y="0"/>
                </a:lnTo>
                <a:lnTo>
                  <a:pt x="669035" y="0"/>
                </a:lnTo>
                <a:lnTo>
                  <a:pt x="693227" y="4524"/>
                </a:lnTo>
                <a:lnTo>
                  <a:pt x="713103" y="17845"/>
                </a:lnTo>
                <a:lnTo>
                  <a:pt x="726566" y="37863"/>
                </a:lnTo>
                <a:lnTo>
                  <a:pt x="731520" y="62483"/>
                </a:lnTo>
                <a:lnTo>
                  <a:pt x="731520" y="315468"/>
                </a:lnTo>
                <a:lnTo>
                  <a:pt x="726566" y="339874"/>
                </a:lnTo>
                <a:lnTo>
                  <a:pt x="713103" y="359821"/>
                </a:lnTo>
                <a:lnTo>
                  <a:pt x="693227" y="373212"/>
                </a:lnTo>
                <a:lnTo>
                  <a:pt x="669035" y="377951"/>
                </a:lnTo>
                <a:close/>
              </a:path>
            </a:pathLst>
          </a:custGeom>
          <a:solidFill>
            <a:srgbClr val="78A77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129753" y="2601036"/>
            <a:ext cx="3779520" cy="1242695"/>
          </a:xfrm>
          <a:prstGeom prst="rect">
            <a:avLst/>
          </a:prstGeom>
        </p:spPr>
        <p:txBody>
          <a:bodyPr wrap="square" lIns="0" tIns="1250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代码</a:t>
            </a:r>
            <a:endParaRPr sz="1800">
              <a:latin typeface="宋体"/>
              <a:cs typeface="宋体"/>
            </a:endParaRPr>
          </a:p>
          <a:p>
            <a:pPr marL="413384">
              <a:lnSpc>
                <a:spcPct val="100000"/>
              </a:lnSpc>
              <a:spcBef>
                <a:spcPts val="780"/>
              </a:spcBef>
            </a:pPr>
            <a:r>
              <a:rPr dirty="0" sz="1600" spc="-5">
                <a:latin typeface="宋体"/>
                <a:cs typeface="宋体"/>
              </a:rPr>
              <a:t>#</a:t>
            </a:r>
            <a:r>
              <a:rPr dirty="0" sz="1600" spc="-10">
                <a:latin typeface="宋体"/>
                <a:cs typeface="宋体"/>
              </a:rPr>
              <a:t> </a:t>
            </a:r>
            <a:r>
              <a:rPr dirty="0" sz="1600">
                <a:latin typeface="宋体"/>
                <a:cs typeface="宋体"/>
              </a:rPr>
              <a:t>创建列</a:t>
            </a:r>
            <a:r>
              <a:rPr dirty="0" sz="1600" spc="-5">
                <a:latin typeface="宋体"/>
                <a:cs typeface="宋体"/>
              </a:rPr>
              <a:t>表</a:t>
            </a:r>
            <a:endParaRPr sz="1600">
              <a:latin typeface="宋体"/>
              <a:cs typeface="宋体"/>
            </a:endParaRPr>
          </a:p>
          <a:p>
            <a:pPr marL="413384" marR="5080">
              <a:lnSpc>
                <a:spcPct val="100000"/>
              </a:lnSpc>
            </a:pPr>
            <a:r>
              <a:rPr dirty="0" sz="1600" spc="-5">
                <a:latin typeface="宋体"/>
                <a:cs typeface="宋体"/>
              </a:rPr>
              <a:t>account</a:t>
            </a:r>
            <a:r>
              <a:rPr dirty="0" sz="1600" spc="-35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=</a:t>
            </a:r>
            <a:r>
              <a:rPr dirty="0" sz="1600" spc="-35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['</a:t>
            </a:r>
            <a:r>
              <a:rPr dirty="0" sz="1600">
                <a:latin typeface="宋体"/>
                <a:cs typeface="宋体"/>
              </a:rPr>
              <a:t>营业收入</a:t>
            </a:r>
            <a:r>
              <a:rPr dirty="0" sz="1600" spc="-5">
                <a:latin typeface="宋体"/>
                <a:cs typeface="宋体"/>
              </a:rPr>
              <a:t>','</a:t>
            </a:r>
            <a:r>
              <a:rPr dirty="0" sz="1600">
                <a:latin typeface="宋体"/>
                <a:cs typeface="宋体"/>
              </a:rPr>
              <a:t>营业成本</a:t>
            </a:r>
            <a:r>
              <a:rPr dirty="0" sz="1600" spc="-5">
                <a:latin typeface="宋体"/>
                <a:cs typeface="宋体"/>
              </a:rPr>
              <a:t>']  amount =</a:t>
            </a:r>
            <a:r>
              <a:rPr dirty="0" sz="1600" spc="-1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[2000,1000]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530985" y="4062729"/>
            <a:ext cx="1955800" cy="5124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latin typeface="宋体"/>
                <a:cs typeface="宋体"/>
              </a:rPr>
              <a:t>#</a:t>
            </a:r>
            <a:r>
              <a:rPr dirty="0" sz="1600" spc="-2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zip()</a:t>
            </a:r>
            <a:r>
              <a:rPr dirty="0" sz="1600">
                <a:latin typeface="宋体"/>
                <a:cs typeface="宋体"/>
              </a:rPr>
              <a:t>函数打</a:t>
            </a:r>
            <a:r>
              <a:rPr dirty="0" sz="1600" spc="-5">
                <a:latin typeface="宋体"/>
                <a:cs typeface="宋体"/>
              </a:rPr>
              <a:t>包 </a:t>
            </a:r>
            <a:r>
              <a:rPr dirty="0" sz="1600" spc="-5">
                <a:latin typeface="宋体"/>
                <a:cs typeface="宋体"/>
              </a:rPr>
              <a:t>zip(account,amount)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144511" y="3064764"/>
            <a:ext cx="3822700" cy="1365885"/>
          </a:xfrm>
          <a:custGeom>
            <a:avLst/>
            <a:gdLst/>
            <a:ahLst/>
            <a:cxnLst/>
            <a:rect l="l" t="t" r="r" b="b"/>
            <a:pathLst>
              <a:path w="3822700" h="1365885">
                <a:moveTo>
                  <a:pt x="3595116" y="1365503"/>
                </a:moveTo>
                <a:lnTo>
                  <a:pt x="227076" y="1365503"/>
                </a:lnTo>
                <a:lnTo>
                  <a:pt x="181317" y="1360759"/>
                </a:lnTo>
                <a:lnTo>
                  <a:pt x="138685" y="1347423"/>
                </a:lnTo>
                <a:lnTo>
                  <a:pt x="100098" y="1326415"/>
                </a:lnTo>
                <a:lnTo>
                  <a:pt x="66474" y="1298652"/>
                </a:lnTo>
                <a:lnTo>
                  <a:pt x="38734" y="1265054"/>
                </a:lnTo>
                <a:lnTo>
                  <a:pt x="17796" y="1226538"/>
                </a:lnTo>
                <a:lnTo>
                  <a:pt x="4578" y="1184023"/>
                </a:lnTo>
                <a:lnTo>
                  <a:pt x="0" y="1138427"/>
                </a:lnTo>
                <a:lnTo>
                  <a:pt x="0" y="228600"/>
                </a:lnTo>
                <a:lnTo>
                  <a:pt x="4578" y="182563"/>
                </a:lnTo>
                <a:lnTo>
                  <a:pt x="17796" y="139715"/>
                </a:lnTo>
                <a:lnTo>
                  <a:pt x="38734" y="100955"/>
                </a:lnTo>
                <a:lnTo>
                  <a:pt x="66474" y="67184"/>
                </a:lnTo>
                <a:lnTo>
                  <a:pt x="100098" y="39302"/>
                </a:lnTo>
                <a:lnTo>
                  <a:pt x="138685" y="18211"/>
                </a:lnTo>
                <a:lnTo>
                  <a:pt x="181317" y="4810"/>
                </a:lnTo>
                <a:lnTo>
                  <a:pt x="227076" y="0"/>
                </a:lnTo>
                <a:lnTo>
                  <a:pt x="3595116" y="0"/>
                </a:lnTo>
                <a:lnTo>
                  <a:pt x="3640957" y="4810"/>
                </a:lnTo>
                <a:lnTo>
                  <a:pt x="3683649" y="18211"/>
                </a:lnTo>
                <a:lnTo>
                  <a:pt x="3722272" y="39302"/>
                </a:lnTo>
                <a:lnTo>
                  <a:pt x="3755907" y="67184"/>
                </a:lnTo>
                <a:lnTo>
                  <a:pt x="3783635" y="100955"/>
                </a:lnTo>
                <a:lnTo>
                  <a:pt x="3804538" y="139715"/>
                </a:lnTo>
                <a:lnTo>
                  <a:pt x="3817696" y="182563"/>
                </a:lnTo>
                <a:lnTo>
                  <a:pt x="3822192" y="228600"/>
                </a:lnTo>
                <a:lnTo>
                  <a:pt x="3822192" y="1138427"/>
                </a:lnTo>
                <a:lnTo>
                  <a:pt x="3817696" y="1184023"/>
                </a:lnTo>
                <a:lnTo>
                  <a:pt x="3804538" y="1226538"/>
                </a:lnTo>
                <a:lnTo>
                  <a:pt x="3783635" y="1265054"/>
                </a:lnTo>
                <a:lnTo>
                  <a:pt x="3755907" y="1298652"/>
                </a:lnTo>
                <a:lnTo>
                  <a:pt x="3722272" y="1326415"/>
                </a:lnTo>
                <a:lnTo>
                  <a:pt x="3683649" y="1347423"/>
                </a:lnTo>
                <a:lnTo>
                  <a:pt x="3640957" y="1360759"/>
                </a:lnTo>
                <a:lnTo>
                  <a:pt x="3595116" y="136550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7874634" y="3334257"/>
            <a:ext cx="2362200" cy="756920"/>
          </a:xfrm>
          <a:prstGeom prst="rect">
            <a:avLst/>
          </a:prstGeom>
        </p:spPr>
        <p:txBody>
          <a:bodyPr wrap="square" lIns="0" tIns="13462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60"/>
              </a:spcBef>
            </a:pPr>
            <a:r>
              <a:rPr dirty="0" sz="1600">
                <a:latin typeface="宋体"/>
                <a:cs typeface="宋体"/>
              </a:rPr>
              <a:t>输出结果</a:t>
            </a:r>
            <a:r>
              <a:rPr dirty="0" sz="1600" spc="-5">
                <a:latin typeface="宋体"/>
                <a:cs typeface="宋体"/>
              </a:rPr>
              <a:t>：</a:t>
            </a:r>
            <a:endParaRPr sz="1600">
              <a:latin typeface="宋体"/>
              <a:cs typeface="宋体"/>
            </a:endParaRPr>
          </a:p>
          <a:p>
            <a:pPr algn="ctr">
              <a:lnSpc>
                <a:spcPct val="100000"/>
              </a:lnSpc>
              <a:spcBef>
                <a:spcPts val="960"/>
              </a:spcBef>
            </a:pPr>
            <a:r>
              <a:rPr dirty="0" sz="1600" spc="-5">
                <a:latin typeface="宋体"/>
                <a:cs typeface="宋体"/>
              </a:rPr>
              <a:t>&lt;zip at</a:t>
            </a:r>
            <a:r>
              <a:rPr dirty="0" sz="1600" spc="-45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0x7febf85d6d20&gt;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068567" y="3268979"/>
            <a:ext cx="547370" cy="951230"/>
          </a:xfrm>
          <a:custGeom>
            <a:avLst/>
            <a:gdLst/>
            <a:ahLst/>
            <a:cxnLst/>
            <a:rect l="l" t="t" r="r" b="b"/>
            <a:pathLst>
              <a:path w="547370" h="951229">
                <a:moveTo>
                  <a:pt x="272796" y="950976"/>
                </a:moveTo>
                <a:lnTo>
                  <a:pt x="272796" y="713232"/>
                </a:lnTo>
                <a:lnTo>
                  <a:pt x="0" y="713232"/>
                </a:lnTo>
                <a:lnTo>
                  <a:pt x="0" y="237744"/>
                </a:lnTo>
                <a:lnTo>
                  <a:pt x="272796" y="237744"/>
                </a:lnTo>
                <a:lnTo>
                  <a:pt x="272796" y="0"/>
                </a:lnTo>
                <a:lnTo>
                  <a:pt x="547115" y="475488"/>
                </a:lnTo>
                <a:lnTo>
                  <a:pt x="272796" y="950976"/>
                </a:lnTo>
                <a:close/>
              </a:path>
            </a:pathLst>
          </a:custGeom>
          <a:solidFill>
            <a:srgbClr val="78A77B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1940" y="217411"/>
            <a:ext cx="140462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zip()</a:t>
            </a: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函</a:t>
            </a:r>
            <a:r>
              <a:rPr dirty="0" sz="2400" spc="-10" b="1">
                <a:solidFill>
                  <a:srgbClr val="2E5B50"/>
                </a:solidFill>
                <a:latin typeface="宋体"/>
                <a:cs typeface="宋体"/>
              </a:rPr>
              <a:t>数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22960" y="1307591"/>
            <a:ext cx="5067300" cy="2182495"/>
          </a:xfrm>
          <a:custGeom>
            <a:avLst/>
            <a:gdLst/>
            <a:ahLst/>
            <a:cxnLst/>
            <a:rect l="l" t="t" r="r" b="b"/>
            <a:pathLst>
              <a:path w="5067300" h="2182495">
                <a:moveTo>
                  <a:pt x="4704588" y="2182368"/>
                </a:moveTo>
                <a:lnTo>
                  <a:pt x="362712" y="2182368"/>
                </a:lnTo>
                <a:lnTo>
                  <a:pt x="313482" y="2179130"/>
                </a:lnTo>
                <a:lnTo>
                  <a:pt x="266249" y="2169521"/>
                </a:lnTo>
                <a:lnTo>
                  <a:pt x="221450" y="2153973"/>
                </a:lnTo>
                <a:lnTo>
                  <a:pt x="179524" y="2132919"/>
                </a:lnTo>
                <a:lnTo>
                  <a:pt x="140907" y="2106791"/>
                </a:lnTo>
                <a:lnTo>
                  <a:pt x="106037" y="2076021"/>
                </a:lnTo>
                <a:lnTo>
                  <a:pt x="75351" y="2041041"/>
                </a:lnTo>
                <a:lnTo>
                  <a:pt x="49287" y="2002284"/>
                </a:lnTo>
                <a:lnTo>
                  <a:pt x="28282" y="1960183"/>
                </a:lnTo>
                <a:lnTo>
                  <a:pt x="12774" y="1915168"/>
                </a:lnTo>
                <a:lnTo>
                  <a:pt x="3201" y="1867674"/>
                </a:lnTo>
                <a:lnTo>
                  <a:pt x="0" y="1818132"/>
                </a:lnTo>
                <a:lnTo>
                  <a:pt x="0" y="362712"/>
                </a:lnTo>
                <a:lnTo>
                  <a:pt x="3201" y="313511"/>
                </a:lnTo>
                <a:lnTo>
                  <a:pt x="12774" y="266302"/>
                </a:lnTo>
                <a:lnTo>
                  <a:pt x="28282" y="221522"/>
                </a:lnTo>
                <a:lnTo>
                  <a:pt x="49287" y="179609"/>
                </a:lnTo>
                <a:lnTo>
                  <a:pt x="75351" y="140999"/>
                </a:lnTo>
                <a:lnTo>
                  <a:pt x="106037" y="106132"/>
                </a:lnTo>
                <a:lnTo>
                  <a:pt x="140907" y="75443"/>
                </a:lnTo>
                <a:lnTo>
                  <a:pt x="179524" y="49371"/>
                </a:lnTo>
                <a:lnTo>
                  <a:pt x="221450" y="28354"/>
                </a:lnTo>
                <a:lnTo>
                  <a:pt x="266249" y="12827"/>
                </a:lnTo>
                <a:lnTo>
                  <a:pt x="313482" y="3230"/>
                </a:lnTo>
                <a:lnTo>
                  <a:pt x="362712" y="0"/>
                </a:lnTo>
                <a:lnTo>
                  <a:pt x="4704588" y="0"/>
                </a:lnTo>
                <a:lnTo>
                  <a:pt x="4753867" y="3230"/>
                </a:lnTo>
                <a:lnTo>
                  <a:pt x="4801141" y="12827"/>
                </a:lnTo>
                <a:lnTo>
                  <a:pt x="4845972" y="28354"/>
                </a:lnTo>
                <a:lnTo>
                  <a:pt x="4887922" y="49371"/>
                </a:lnTo>
                <a:lnTo>
                  <a:pt x="4926554" y="75443"/>
                </a:lnTo>
                <a:lnTo>
                  <a:pt x="4961429" y="106132"/>
                </a:lnTo>
                <a:lnTo>
                  <a:pt x="4992111" y="140999"/>
                </a:lnTo>
                <a:lnTo>
                  <a:pt x="5018162" y="179609"/>
                </a:lnTo>
                <a:lnTo>
                  <a:pt x="5039144" y="221522"/>
                </a:lnTo>
                <a:lnTo>
                  <a:pt x="5054619" y="266302"/>
                </a:lnTo>
                <a:lnTo>
                  <a:pt x="5064150" y="313511"/>
                </a:lnTo>
                <a:lnTo>
                  <a:pt x="5067300" y="362712"/>
                </a:lnTo>
                <a:lnTo>
                  <a:pt x="5067300" y="1818132"/>
                </a:lnTo>
                <a:lnTo>
                  <a:pt x="5064150" y="1867674"/>
                </a:lnTo>
                <a:lnTo>
                  <a:pt x="5054619" y="1915168"/>
                </a:lnTo>
                <a:lnTo>
                  <a:pt x="5039144" y="1960183"/>
                </a:lnTo>
                <a:lnTo>
                  <a:pt x="5018162" y="2002284"/>
                </a:lnTo>
                <a:lnTo>
                  <a:pt x="4992111" y="2041041"/>
                </a:lnTo>
                <a:lnTo>
                  <a:pt x="4961429" y="2076021"/>
                </a:lnTo>
                <a:lnTo>
                  <a:pt x="4926554" y="2106791"/>
                </a:lnTo>
                <a:lnTo>
                  <a:pt x="4887922" y="2132919"/>
                </a:lnTo>
                <a:lnTo>
                  <a:pt x="4845972" y="2153973"/>
                </a:lnTo>
                <a:lnTo>
                  <a:pt x="4801141" y="2169521"/>
                </a:lnTo>
                <a:lnTo>
                  <a:pt x="4753867" y="2179130"/>
                </a:lnTo>
                <a:lnTo>
                  <a:pt x="4704588" y="2182368"/>
                </a:lnTo>
                <a:close/>
              </a:path>
            </a:pathLst>
          </a:custGeom>
          <a:solidFill>
            <a:srgbClr val="D2E1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94944" y="1245108"/>
            <a:ext cx="1163320" cy="464820"/>
          </a:xfrm>
          <a:custGeom>
            <a:avLst/>
            <a:gdLst/>
            <a:ahLst/>
            <a:cxnLst/>
            <a:rect l="l" t="t" r="r" b="b"/>
            <a:pathLst>
              <a:path w="1163320" h="464819">
                <a:moveTo>
                  <a:pt x="1085088" y="464819"/>
                </a:moveTo>
                <a:lnTo>
                  <a:pt x="77724" y="464819"/>
                </a:lnTo>
                <a:lnTo>
                  <a:pt x="47321" y="458654"/>
                </a:lnTo>
                <a:lnTo>
                  <a:pt x="22598" y="442007"/>
                </a:lnTo>
                <a:lnTo>
                  <a:pt x="6006" y="417335"/>
                </a:lnTo>
                <a:lnTo>
                  <a:pt x="0" y="387095"/>
                </a:lnTo>
                <a:lnTo>
                  <a:pt x="0" y="77723"/>
                </a:lnTo>
                <a:lnTo>
                  <a:pt x="6006" y="47679"/>
                </a:lnTo>
                <a:lnTo>
                  <a:pt x="22598" y="23074"/>
                </a:lnTo>
                <a:lnTo>
                  <a:pt x="47321" y="6363"/>
                </a:lnTo>
                <a:lnTo>
                  <a:pt x="77724" y="0"/>
                </a:lnTo>
                <a:lnTo>
                  <a:pt x="1085088" y="0"/>
                </a:lnTo>
                <a:lnTo>
                  <a:pt x="1115256" y="6363"/>
                </a:lnTo>
                <a:lnTo>
                  <a:pt x="1139904" y="23074"/>
                </a:lnTo>
                <a:lnTo>
                  <a:pt x="1156575" y="47679"/>
                </a:lnTo>
                <a:lnTo>
                  <a:pt x="1162812" y="77723"/>
                </a:lnTo>
                <a:lnTo>
                  <a:pt x="1162812" y="387095"/>
                </a:lnTo>
                <a:lnTo>
                  <a:pt x="1156575" y="417335"/>
                </a:lnTo>
                <a:lnTo>
                  <a:pt x="1139904" y="442007"/>
                </a:lnTo>
                <a:lnTo>
                  <a:pt x="1115256" y="458654"/>
                </a:lnTo>
                <a:lnTo>
                  <a:pt x="1085088" y="464819"/>
                </a:lnTo>
                <a:close/>
              </a:path>
            </a:pathLst>
          </a:custGeom>
          <a:solidFill>
            <a:srgbClr val="78A77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805726" y="1331759"/>
            <a:ext cx="939165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示例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5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代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码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01839" y="1732013"/>
            <a:ext cx="4495800" cy="7562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latin typeface="宋体"/>
                <a:cs typeface="宋体"/>
              </a:rPr>
              <a:t>#</a:t>
            </a:r>
            <a:r>
              <a:rPr dirty="0" sz="1600" spc="-10">
                <a:latin typeface="宋体"/>
                <a:cs typeface="宋体"/>
              </a:rPr>
              <a:t> </a:t>
            </a:r>
            <a:r>
              <a:rPr dirty="0" sz="1600">
                <a:latin typeface="宋体"/>
                <a:cs typeface="宋体"/>
              </a:rPr>
              <a:t>创建列</a:t>
            </a:r>
            <a:r>
              <a:rPr dirty="0" sz="1600" spc="-5">
                <a:latin typeface="宋体"/>
                <a:cs typeface="宋体"/>
              </a:rPr>
              <a:t>表</a:t>
            </a:r>
            <a:endParaRPr sz="1600">
              <a:latin typeface="宋体"/>
              <a:cs typeface="宋体"/>
            </a:endParaRPr>
          </a:p>
          <a:p>
            <a:pPr marL="12700" marR="5080">
              <a:lnSpc>
                <a:spcPct val="100000"/>
              </a:lnSpc>
            </a:pPr>
            <a:r>
              <a:rPr dirty="0" sz="1600" spc="-5">
                <a:latin typeface="宋体"/>
                <a:cs typeface="宋体"/>
              </a:rPr>
              <a:t>account</a:t>
            </a:r>
            <a:r>
              <a:rPr dirty="0" sz="1600" spc="-3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=</a:t>
            </a:r>
            <a:r>
              <a:rPr dirty="0" sz="1600" spc="-3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['</a:t>
            </a:r>
            <a:r>
              <a:rPr dirty="0" sz="1600">
                <a:latin typeface="宋体"/>
                <a:cs typeface="宋体"/>
              </a:rPr>
              <a:t>营业收入</a:t>
            </a:r>
            <a:r>
              <a:rPr dirty="0" sz="1600" spc="-5">
                <a:latin typeface="宋体"/>
                <a:cs typeface="宋体"/>
              </a:rPr>
              <a:t>','</a:t>
            </a:r>
            <a:r>
              <a:rPr dirty="0" sz="1600">
                <a:latin typeface="宋体"/>
                <a:cs typeface="宋体"/>
              </a:rPr>
              <a:t>营业成本</a:t>
            </a:r>
            <a:r>
              <a:rPr dirty="0" sz="1600" spc="-5">
                <a:latin typeface="宋体"/>
                <a:cs typeface="宋体"/>
              </a:rPr>
              <a:t>','</a:t>
            </a:r>
            <a:r>
              <a:rPr dirty="0" sz="1600">
                <a:latin typeface="宋体"/>
                <a:cs typeface="宋体"/>
              </a:rPr>
              <a:t>销售费用</a:t>
            </a:r>
            <a:r>
              <a:rPr dirty="0" sz="1600" spc="-5">
                <a:latin typeface="宋体"/>
                <a:cs typeface="宋体"/>
              </a:rPr>
              <a:t>']  amount = [2000,1000]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01839" y="2707373"/>
            <a:ext cx="3987800" cy="5124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latin typeface="宋体"/>
                <a:cs typeface="宋体"/>
              </a:rPr>
              <a:t>#</a:t>
            </a:r>
            <a:r>
              <a:rPr dirty="0" sz="1600" spc="-1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zip</a:t>
            </a:r>
            <a:r>
              <a:rPr dirty="0" sz="1600">
                <a:latin typeface="宋体"/>
                <a:cs typeface="宋体"/>
              </a:rPr>
              <a:t>对象转换：列表推导</a:t>
            </a:r>
            <a:r>
              <a:rPr dirty="0" sz="1600" spc="-5">
                <a:latin typeface="宋体"/>
                <a:cs typeface="宋体"/>
              </a:rPr>
              <a:t>式</a:t>
            </a:r>
            <a:endParaRPr sz="16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</a:pPr>
            <a:r>
              <a:rPr dirty="0" sz="1600" spc="-5">
                <a:latin typeface="宋体"/>
                <a:cs typeface="宋体"/>
              </a:rPr>
              <a:t>print([i for i in</a:t>
            </a:r>
            <a:r>
              <a:rPr dirty="0" sz="1600" spc="-1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zip(account,amount)])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22960" y="4136135"/>
            <a:ext cx="5067300" cy="2120265"/>
          </a:xfrm>
          <a:custGeom>
            <a:avLst/>
            <a:gdLst/>
            <a:ahLst/>
            <a:cxnLst/>
            <a:rect l="l" t="t" r="r" b="b"/>
            <a:pathLst>
              <a:path w="5067300" h="2120265">
                <a:moveTo>
                  <a:pt x="4713732" y="2119884"/>
                </a:moveTo>
                <a:lnTo>
                  <a:pt x="352044" y="2119884"/>
                </a:lnTo>
                <a:lnTo>
                  <a:pt x="304243" y="2116513"/>
                </a:lnTo>
                <a:lnTo>
                  <a:pt x="258383" y="2106998"/>
                </a:lnTo>
                <a:lnTo>
                  <a:pt x="214887" y="2091760"/>
                </a:lnTo>
                <a:lnTo>
                  <a:pt x="174181" y="2071217"/>
                </a:lnTo>
                <a:lnTo>
                  <a:pt x="136691" y="2045790"/>
                </a:lnTo>
                <a:lnTo>
                  <a:pt x="102841" y="2015899"/>
                </a:lnTo>
                <a:lnTo>
                  <a:pt x="73056" y="1981963"/>
                </a:lnTo>
                <a:lnTo>
                  <a:pt x="47763" y="1944403"/>
                </a:lnTo>
                <a:lnTo>
                  <a:pt x="27385" y="1903639"/>
                </a:lnTo>
                <a:lnTo>
                  <a:pt x="12348" y="1860089"/>
                </a:lnTo>
                <a:lnTo>
                  <a:pt x="3078" y="1814175"/>
                </a:lnTo>
                <a:lnTo>
                  <a:pt x="0" y="1766315"/>
                </a:lnTo>
                <a:lnTo>
                  <a:pt x="0" y="353567"/>
                </a:lnTo>
                <a:lnTo>
                  <a:pt x="3078" y="305475"/>
                </a:lnTo>
                <a:lnTo>
                  <a:pt x="12348" y="259371"/>
                </a:lnTo>
                <a:lnTo>
                  <a:pt x="27385" y="215673"/>
                </a:lnTo>
                <a:lnTo>
                  <a:pt x="47763" y="174802"/>
                </a:lnTo>
                <a:lnTo>
                  <a:pt x="73056" y="137179"/>
                </a:lnTo>
                <a:lnTo>
                  <a:pt x="102841" y="103222"/>
                </a:lnTo>
                <a:lnTo>
                  <a:pt x="136691" y="73352"/>
                </a:lnTo>
                <a:lnTo>
                  <a:pt x="174181" y="47989"/>
                </a:lnTo>
                <a:lnTo>
                  <a:pt x="214887" y="27552"/>
                </a:lnTo>
                <a:lnTo>
                  <a:pt x="258383" y="12461"/>
                </a:lnTo>
                <a:lnTo>
                  <a:pt x="304243" y="3137"/>
                </a:lnTo>
                <a:lnTo>
                  <a:pt x="352044" y="0"/>
                </a:lnTo>
                <a:lnTo>
                  <a:pt x="4713732" y="0"/>
                </a:lnTo>
                <a:lnTo>
                  <a:pt x="4761736" y="3137"/>
                </a:lnTo>
                <a:lnTo>
                  <a:pt x="4807770" y="12461"/>
                </a:lnTo>
                <a:lnTo>
                  <a:pt x="4851412" y="27552"/>
                </a:lnTo>
                <a:lnTo>
                  <a:pt x="4892243" y="47989"/>
                </a:lnTo>
                <a:lnTo>
                  <a:pt x="4929843" y="73352"/>
                </a:lnTo>
                <a:lnTo>
                  <a:pt x="4963791" y="103222"/>
                </a:lnTo>
                <a:lnTo>
                  <a:pt x="4993669" y="137179"/>
                </a:lnTo>
                <a:lnTo>
                  <a:pt x="5019056" y="174802"/>
                </a:lnTo>
                <a:lnTo>
                  <a:pt x="5039533" y="215673"/>
                </a:lnTo>
                <a:lnTo>
                  <a:pt x="5054679" y="259371"/>
                </a:lnTo>
                <a:lnTo>
                  <a:pt x="5064074" y="305475"/>
                </a:lnTo>
                <a:lnTo>
                  <a:pt x="5067300" y="353567"/>
                </a:lnTo>
                <a:lnTo>
                  <a:pt x="5067300" y="1766315"/>
                </a:lnTo>
                <a:lnTo>
                  <a:pt x="5064074" y="1814175"/>
                </a:lnTo>
                <a:lnTo>
                  <a:pt x="5054679" y="1860089"/>
                </a:lnTo>
                <a:lnTo>
                  <a:pt x="5039533" y="1903639"/>
                </a:lnTo>
                <a:lnTo>
                  <a:pt x="5019056" y="1944403"/>
                </a:lnTo>
                <a:lnTo>
                  <a:pt x="4993669" y="1981963"/>
                </a:lnTo>
                <a:lnTo>
                  <a:pt x="4963791" y="2015899"/>
                </a:lnTo>
                <a:lnTo>
                  <a:pt x="4929843" y="2045790"/>
                </a:lnTo>
                <a:lnTo>
                  <a:pt x="4892243" y="2071217"/>
                </a:lnTo>
                <a:lnTo>
                  <a:pt x="4851412" y="2091760"/>
                </a:lnTo>
                <a:lnTo>
                  <a:pt x="4807770" y="2106998"/>
                </a:lnTo>
                <a:lnTo>
                  <a:pt x="4761736" y="2116513"/>
                </a:lnTo>
                <a:lnTo>
                  <a:pt x="4713732" y="2119884"/>
                </a:lnTo>
                <a:close/>
              </a:path>
            </a:pathLst>
          </a:custGeom>
          <a:solidFill>
            <a:srgbClr val="D2E1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94944" y="4073652"/>
            <a:ext cx="731520" cy="379730"/>
          </a:xfrm>
          <a:custGeom>
            <a:avLst/>
            <a:gdLst/>
            <a:ahLst/>
            <a:cxnLst/>
            <a:rect l="l" t="t" r="r" b="b"/>
            <a:pathLst>
              <a:path w="731519" h="379729">
                <a:moveTo>
                  <a:pt x="667512" y="379475"/>
                </a:moveTo>
                <a:lnTo>
                  <a:pt x="62484" y="379475"/>
                </a:lnTo>
                <a:lnTo>
                  <a:pt x="38149" y="374593"/>
                </a:lnTo>
                <a:lnTo>
                  <a:pt x="18226" y="361154"/>
                </a:lnTo>
                <a:lnTo>
                  <a:pt x="4810" y="341255"/>
                </a:lnTo>
                <a:lnTo>
                  <a:pt x="0" y="316992"/>
                </a:lnTo>
                <a:lnTo>
                  <a:pt x="0" y="64008"/>
                </a:lnTo>
                <a:lnTo>
                  <a:pt x="4810" y="39220"/>
                </a:lnTo>
                <a:lnTo>
                  <a:pt x="18226" y="18988"/>
                </a:lnTo>
                <a:lnTo>
                  <a:pt x="38149" y="5263"/>
                </a:lnTo>
                <a:lnTo>
                  <a:pt x="62484" y="0"/>
                </a:lnTo>
                <a:lnTo>
                  <a:pt x="667512" y="0"/>
                </a:lnTo>
                <a:lnTo>
                  <a:pt x="692441" y="5263"/>
                </a:lnTo>
                <a:lnTo>
                  <a:pt x="712722" y="18988"/>
                </a:lnTo>
                <a:lnTo>
                  <a:pt x="726399" y="39220"/>
                </a:lnTo>
                <a:lnTo>
                  <a:pt x="731519" y="64008"/>
                </a:lnTo>
                <a:lnTo>
                  <a:pt x="731519" y="316992"/>
                </a:lnTo>
                <a:lnTo>
                  <a:pt x="726399" y="341255"/>
                </a:lnTo>
                <a:lnTo>
                  <a:pt x="712722" y="361154"/>
                </a:lnTo>
                <a:lnTo>
                  <a:pt x="692441" y="374593"/>
                </a:lnTo>
                <a:lnTo>
                  <a:pt x="667512" y="379475"/>
                </a:lnTo>
                <a:close/>
              </a:path>
            </a:pathLst>
          </a:custGeom>
          <a:solidFill>
            <a:srgbClr val="78A77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818603" y="3989145"/>
            <a:ext cx="4820920" cy="1242695"/>
          </a:xfrm>
          <a:prstGeom prst="rect">
            <a:avLst/>
          </a:prstGeom>
        </p:spPr>
        <p:txBody>
          <a:bodyPr wrap="square" lIns="0" tIns="1250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代码</a:t>
            </a:r>
            <a:endParaRPr sz="1800">
              <a:latin typeface="宋体"/>
              <a:cs typeface="宋体"/>
            </a:endParaRPr>
          </a:p>
          <a:p>
            <a:pPr marL="337185">
              <a:lnSpc>
                <a:spcPct val="100000"/>
              </a:lnSpc>
              <a:spcBef>
                <a:spcPts val="780"/>
              </a:spcBef>
            </a:pPr>
            <a:r>
              <a:rPr dirty="0" sz="1600" spc="-5">
                <a:latin typeface="宋体"/>
                <a:cs typeface="宋体"/>
              </a:rPr>
              <a:t>#</a:t>
            </a:r>
            <a:r>
              <a:rPr dirty="0" sz="1600" spc="-10">
                <a:latin typeface="宋体"/>
                <a:cs typeface="宋体"/>
              </a:rPr>
              <a:t> </a:t>
            </a:r>
            <a:r>
              <a:rPr dirty="0" sz="1600">
                <a:latin typeface="宋体"/>
                <a:cs typeface="宋体"/>
              </a:rPr>
              <a:t>创建列</a:t>
            </a:r>
            <a:r>
              <a:rPr dirty="0" sz="1600" spc="-5">
                <a:latin typeface="宋体"/>
                <a:cs typeface="宋体"/>
              </a:rPr>
              <a:t>表</a:t>
            </a:r>
            <a:endParaRPr sz="1600">
              <a:latin typeface="宋体"/>
              <a:cs typeface="宋体"/>
            </a:endParaRPr>
          </a:p>
          <a:p>
            <a:pPr marL="337185" marR="5080">
              <a:lnSpc>
                <a:spcPct val="100000"/>
              </a:lnSpc>
            </a:pPr>
            <a:r>
              <a:rPr dirty="0" sz="1600" spc="-5">
                <a:latin typeface="宋体"/>
                <a:cs typeface="宋体"/>
              </a:rPr>
              <a:t>account</a:t>
            </a:r>
            <a:r>
              <a:rPr dirty="0" sz="1600" spc="-3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=</a:t>
            </a:r>
            <a:r>
              <a:rPr dirty="0" sz="1600" spc="-3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['</a:t>
            </a:r>
            <a:r>
              <a:rPr dirty="0" sz="1600">
                <a:latin typeface="宋体"/>
                <a:cs typeface="宋体"/>
              </a:rPr>
              <a:t>营业收入</a:t>
            </a:r>
            <a:r>
              <a:rPr dirty="0" sz="1600" spc="-5">
                <a:latin typeface="宋体"/>
                <a:cs typeface="宋体"/>
              </a:rPr>
              <a:t>','</a:t>
            </a:r>
            <a:r>
              <a:rPr dirty="0" sz="1600">
                <a:latin typeface="宋体"/>
                <a:cs typeface="宋体"/>
              </a:rPr>
              <a:t>营业成本</a:t>
            </a:r>
            <a:r>
              <a:rPr dirty="0" sz="1600" spc="-5">
                <a:latin typeface="宋体"/>
                <a:cs typeface="宋体"/>
              </a:rPr>
              <a:t>','</a:t>
            </a:r>
            <a:r>
              <a:rPr dirty="0" sz="1600">
                <a:latin typeface="宋体"/>
                <a:cs typeface="宋体"/>
              </a:rPr>
              <a:t>销售费用</a:t>
            </a:r>
            <a:r>
              <a:rPr dirty="0" sz="1600" spc="-5">
                <a:latin typeface="宋体"/>
                <a:cs typeface="宋体"/>
              </a:rPr>
              <a:t>']  amount = [2000,1000]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43635" y="5450840"/>
            <a:ext cx="2565400" cy="5124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latin typeface="宋体"/>
                <a:cs typeface="宋体"/>
              </a:rPr>
              <a:t>#</a:t>
            </a:r>
            <a:r>
              <a:rPr dirty="0" sz="1600" spc="-3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zip</a:t>
            </a:r>
            <a:r>
              <a:rPr dirty="0" sz="1600">
                <a:latin typeface="宋体"/>
                <a:cs typeface="宋体"/>
              </a:rPr>
              <a:t>对象转换</a:t>
            </a:r>
            <a:r>
              <a:rPr dirty="0" sz="1600" spc="-5">
                <a:latin typeface="宋体"/>
                <a:cs typeface="宋体"/>
              </a:rPr>
              <a:t>：list</a:t>
            </a:r>
            <a:r>
              <a:rPr dirty="0" sz="1600">
                <a:latin typeface="宋体"/>
                <a:cs typeface="宋体"/>
              </a:rPr>
              <a:t>函</a:t>
            </a:r>
            <a:r>
              <a:rPr dirty="0" sz="1600" spc="-5">
                <a:latin typeface="宋体"/>
                <a:cs typeface="宋体"/>
              </a:rPr>
              <a:t>数 list(zip(account,amount))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982968" y="1717548"/>
            <a:ext cx="4455160" cy="1363980"/>
          </a:xfrm>
          <a:custGeom>
            <a:avLst/>
            <a:gdLst/>
            <a:ahLst/>
            <a:cxnLst/>
            <a:rect l="l" t="t" r="r" b="b"/>
            <a:pathLst>
              <a:path w="4455159" h="1363980">
                <a:moveTo>
                  <a:pt x="4227576" y="1363979"/>
                </a:moveTo>
                <a:lnTo>
                  <a:pt x="227075" y="1363979"/>
                </a:lnTo>
                <a:lnTo>
                  <a:pt x="181400" y="1359443"/>
                </a:lnTo>
                <a:lnTo>
                  <a:pt x="138828" y="1346256"/>
                </a:lnTo>
                <a:lnTo>
                  <a:pt x="100276" y="1325337"/>
                </a:lnTo>
                <a:lnTo>
                  <a:pt x="66665" y="1297605"/>
                </a:lnTo>
                <a:lnTo>
                  <a:pt x="38913" y="1263976"/>
                </a:lnTo>
                <a:lnTo>
                  <a:pt x="17939" y="1225371"/>
                </a:lnTo>
                <a:lnTo>
                  <a:pt x="4661" y="1182707"/>
                </a:lnTo>
                <a:lnTo>
                  <a:pt x="0" y="1136903"/>
                </a:lnTo>
                <a:lnTo>
                  <a:pt x="0" y="227075"/>
                </a:lnTo>
                <a:lnTo>
                  <a:pt x="4661" y="181251"/>
                </a:lnTo>
                <a:lnTo>
                  <a:pt x="17939" y="138572"/>
                </a:lnTo>
                <a:lnTo>
                  <a:pt x="38913" y="99958"/>
                </a:lnTo>
                <a:lnTo>
                  <a:pt x="66665" y="66327"/>
                </a:lnTo>
                <a:lnTo>
                  <a:pt x="100276" y="38597"/>
                </a:lnTo>
                <a:lnTo>
                  <a:pt x="138828" y="17687"/>
                </a:lnTo>
                <a:lnTo>
                  <a:pt x="181400" y="4515"/>
                </a:lnTo>
                <a:lnTo>
                  <a:pt x="227075" y="0"/>
                </a:lnTo>
                <a:lnTo>
                  <a:pt x="4227576" y="0"/>
                </a:lnTo>
                <a:lnTo>
                  <a:pt x="4273292" y="4515"/>
                </a:lnTo>
                <a:lnTo>
                  <a:pt x="4315895" y="17687"/>
                </a:lnTo>
                <a:lnTo>
                  <a:pt x="4354464" y="38597"/>
                </a:lnTo>
                <a:lnTo>
                  <a:pt x="4388081" y="66327"/>
                </a:lnTo>
                <a:lnTo>
                  <a:pt x="4415827" y="99958"/>
                </a:lnTo>
                <a:lnTo>
                  <a:pt x="4436784" y="138572"/>
                </a:lnTo>
                <a:lnTo>
                  <a:pt x="4450031" y="181251"/>
                </a:lnTo>
                <a:lnTo>
                  <a:pt x="4454652" y="227075"/>
                </a:lnTo>
                <a:lnTo>
                  <a:pt x="4454652" y="1136903"/>
                </a:lnTo>
                <a:lnTo>
                  <a:pt x="4450031" y="1182707"/>
                </a:lnTo>
                <a:lnTo>
                  <a:pt x="4436784" y="1225371"/>
                </a:lnTo>
                <a:lnTo>
                  <a:pt x="4415827" y="1263976"/>
                </a:lnTo>
                <a:lnTo>
                  <a:pt x="4388081" y="1297605"/>
                </a:lnTo>
                <a:lnTo>
                  <a:pt x="4354464" y="1325337"/>
                </a:lnTo>
                <a:lnTo>
                  <a:pt x="4315895" y="1346256"/>
                </a:lnTo>
                <a:lnTo>
                  <a:pt x="4273292" y="1359443"/>
                </a:lnTo>
                <a:lnTo>
                  <a:pt x="4227576" y="13639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7165975" y="1986153"/>
            <a:ext cx="4089400" cy="756920"/>
          </a:xfrm>
          <a:prstGeom prst="rect">
            <a:avLst/>
          </a:prstGeom>
        </p:spPr>
        <p:txBody>
          <a:bodyPr wrap="square" lIns="0" tIns="13462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60"/>
              </a:spcBef>
            </a:pPr>
            <a:r>
              <a:rPr dirty="0" sz="1600">
                <a:latin typeface="宋体"/>
                <a:cs typeface="宋体"/>
              </a:rPr>
              <a:t>输出结果</a:t>
            </a:r>
            <a:r>
              <a:rPr dirty="0" sz="1600" spc="-5">
                <a:latin typeface="宋体"/>
                <a:cs typeface="宋体"/>
              </a:rPr>
              <a:t>：</a:t>
            </a:r>
            <a:endParaRPr sz="1600">
              <a:latin typeface="宋体"/>
              <a:cs typeface="宋体"/>
            </a:endParaRPr>
          </a:p>
          <a:p>
            <a:pPr algn="ctr">
              <a:lnSpc>
                <a:spcPct val="100000"/>
              </a:lnSpc>
              <a:spcBef>
                <a:spcPts val="960"/>
              </a:spcBef>
            </a:pPr>
            <a:r>
              <a:rPr dirty="0" sz="1600" spc="-5">
                <a:latin typeface="宋体"/>
                <a:cs typeface="宋体"/>
              </a:rPr>
              <a:t>[('</a:t>
            </a:r>
            <a:r>
              <a:rPr dirty="0" sz="1600">
                <a:latin typeface="宋体"/>
                <a:cs typeface="宋体"/>
              </a:rPr>
              <a:t>营业收入</a:t>
            </a:r>
            <a:r>
              <a:rPr dirty="0" sz="1600" spc="-5">
                <a:latin typeface="宋体"/>
                <a:cs typeface="宋体"/>
              </a:rPr>
              <a:t>',</a:t>
            </a:r>
            <a:r>
              <a:rPr dirty="0" sz="1600" spc="-2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2000),</a:t>
            </a:r>
            <a:r>
              <a:rPr dirty="0" sz="1600" spc="-15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('</a:t>
            </a:r>
            <a:r>
              <a:rPr dirty="0" sz="1600">
                <a:latin typeface="宋体"/>
                <a:cs typeface="宋体"/>
              </a:rPr>
              <a:t>营业成本</a:t>
            </a:r>
            <a:r>
              <a:rPr dirty="0" sz="1600" spc="-5">
                <a:latin typeface="宋体"/>
                <a:cs typeface="宋体"/>
              </a:rPr>
              <a:t>',</a:t>
            </a:r>
            <a:r>
              <a:rPr dirty="0" sz="1600" spc="-2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1000)]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063996" y="1985772"/>
            <a:ext cx="548640" cy="951230"/>
          </a:xfrm>
          <a:custGeom>
            <a:avLst/>
            <a:gdLst/>
            <a:ahLst/>
            <a:cxnLst/>
            <a:rect l="l" t="t" r="r" b="b"/>
            <a:pathLst>
              <a:path w="548640" h="951230">
                <a:moveTo>
                  <a:pt x="274319" y="950976"/>
                </a:moveTo>
                <a:lnTo>
                  <a:pt x="274319" y="713232"/>
                </a:lnTo>
                <a:lnTo>
                  <a:pt x="0" y="713232"/>
                </a:lnTo>
                <a:lnTo>
                  <a:pt x="0" y="237744"/>
                </a:lnTo>
                <a:lnTo>
                  <a:pt x="274319" y="237744"/>
                </a:lnTo>
                <a:lnTo>
                  <a:pt x="274319" y="0"/>
                </a:lnTo>
                <a:lnTo>
                  <a:pt x="548639" y="475488"/>
                </a:lnTo>
                <a:lnTo>
                  <a:pt x="274319" y="950976"/>
                </a:lnTo>
                <a:close/>
              </a:path>
            </a:pathLst>
          </a:custGeom>
          <a:solidFill>
            <a:srgbClr val="78A77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740652" y="4277867"/>
            <a:ext cx="4716780" cy="1550035"/>
          </a:xfrm>
          <a:custGeom>
            <a:avLst/>
            <a:gdLst/>
            <a:ahLst/>
            <a:cxnLst/>
            <a:rect l="l" t="t" r="r" b="b"/>
            <a:pathLst>
              <a:path w="4716780" h="1550035">
                <a:moveTo>
                  <a:pt x="4457700" y="1549908"/>
                </a:moveTo>
                <a:lnTo>
                  <a:pt x="257555" y="1549908"/>
                </a:lnTo>
                <a:lnTo>
                  <a:pt x="211139" y="1545820"/>
                </a:lnTo>
                <a:lnTo>
                  <a:pt x="167451" y="1533880"/>
                </a:lnTo>
                <a:lnTo>
                  <a:pt x="127231" y="1514824"/>
                </a:lnTo>
                <a:lnTo>
                  <a:pt x="91215" y="1489391"/>
                </a:lnTo>
                <a:lnTo>
                  <a:pt x="60140" y="1458316"/>
                </a:lnTo>
                <a:lnTo>
                  <a:pt x="34744" y="1422337"/>
                </a:lnTo>
                <a:lnTo>
                  <a:pt x="15764" y="1382192"/>
                </a:lnTo>
                <a:lnTo>
                  <a:pt x="3936" y="1338618"/>
                </a:lnTo>
                <a:lnTo>
                  <a:pt x="0" y="1292352"/>
                </a:lnTo>
                <a:lnTo>
                  <a:pt x="0" y="257556"/>
                </a:lnTo>
                <a:lnTo>
                  <a:pt x="3936" y="211214"/>
                </a:lnTo>
                <a:lnTo>
                  <a:pt x="15764" y="167583"/>
                </a:lnTo>
                <a:lnTo>
                  <a:pt x="34744" y="127400"/>
                </a:lnTo>
                <a:lnTo>
                  <a:pt x="60140" y="91403"/>
                </a:lnTo>
                <a:lnTo>
                  <a:pt x="91215" y="60328"/>
                </a:lnTo>
                <a:lnTo>
                  <a:pt x="127231" y="34913"/>
                </a:lnTo>
                <a:lnTo>
                  <a:pt x="167451" y="15895"/>
                </a:lnTo>
                <a:lnTo>
                  <a:pt x="211139" y="4012"/>
                </a:lnTo>
                <a:lnTo>
                  <a:pt x="257555" y="0"/>
                </a:lnTo>
                <a:lnTo>
                  <a:pt x="4457700" y="0"/>
                </a:lnTo>
                <a:lnTo>
                  <a:pt x="4504119" y="4012"/>
                </a:lnTo>
                <a:lnTo>
                  <a:pt x="4547820" y="15895"/>
                </a:lnTo>
                <a:lnTo>
                  <a:pt x="4588081" y="34913"/>
                </a:lnTo>
                <a:lnTo>
                  <a:pt x="4624174" y="60328"/>
                </a:lnTo>
                <a:lnTo>
                  <a:pt x="4655376" y="91403"/>
                </a:lnTo>
                <a:lnTo>
                  <a:pt x="4680963" y="127400"/>
                </a:lnTo>
                <a:lnTo>
                  <a:pt x="4700208" y="167583"/>
                </a:lnTo>
                <a:lnTo>
                  <a:pt x="4712389" y="211214"/>
                </a:lnTo>
                <a:lnTo>
                  <a:pt x="4716780" y="257556"/>
                </a:lnTo>
                <a:lnTo>
                  <a:pt x="4716780" y="1292352"/>
                </a:lnTo>
                <a:lnTo>
                  <a:pt x="4712389" y="1338618"/>
                </a:lnTo>
                <a:lnTo>
                  <a:pt x="4700208" y="1382192"/>
                </a:lnTo>
                <a:lnTo>
                  <a:pt x="4680963" y="1422337"/>
                </a:lnTo>
                <a:lnTo>
                  <a:pt x="4655376" y="1458316"/>
                </a:lnTo>
                <a:lnTo>
                  <a:pt x="4624174" y="1489391"/>
                </a:lnTo>
                <a:lnTo>
                  <a:pt x="4588081" y="1514824"/>
                </a:lnTo>
                <a:lnTo>
                  <a:pt x="4547820" y="1533880"/>
                </a:lnTo>
                <a:lnTo>
                  <a:pt x="4504119" y="1545820"/>
                </a:lnTo>
                <a:lnTo>
                  <a:pt x="4457700" y="154990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612635" y="4277867"/>
            <a:ext cx="731520" cy="378460"/>
          </a:xfrm>
          <a:custGeom>
            <a:avLst/>
            <a:gdLst/>
            <a:ahLst/>
            <a:cxnLst/>
            <a:rect l="l" t="t" r="r" b="b"/>
            <a:pathLst>
              <a:path w="731520" h="378460">
                <a:moveTo>
                  <a:pt x="667512" y="377952"/>
                </a:moveTo>
                <a:lnTo>
                  <a:pt x="62484" y="377952"/>
                </a:lnTo>
                <a:lnTo>
                  <a:pt x="38077" y="373355"/>
                </a:lnTo>
                <a:lnTo>
                  <a:pt x="18130" y="360011"/>
                </a:lnTo>
                <a:lnTo>
                  <a:pt x="4739" y="340016"/>
                </a:lnTo>
                <a:lnTo>
                  <a:pt x="0" y="315468"/>
                </a:lnTo>
                <a:lnTo>
                  <a:pt x="0" y="62484"/>
                </a:lnTo>
                <a:lnTo>
                  <a:pt x="4739" y="38006"/>
                </a:lnTo>
                <a:lnTo>
                  <a:pt x="18130" y="18035"/>
                </a:lnTo>
                <a:lnTo>
                  <a:pt x="38077" y="4667"/>
                </a:lnTo>
                <a:lnTo>
                  <a:pt x="62484" y="0"/>
                </a:lnTo>
                <a:lnTo>
                  <a:pt x="667512" y="0"/>
                </a:lnTo>
                <a:lnTo>
                  <a:pt x="692370" y="4667"/>
                </a:lnTo>
                <a:lnTo>
                  <a:pt x="712627" y="18035"/>
                </a:lnTo>
                <a:lnTo>
                  <a:pt x="726328" y="38006"/>
                </a:lnTo>
                <a:lnTo>
                  <a:pt x="731520" y="62484"/>
                </a:lnTo>
                <a:lnTo>
                  <a:pt x="731520" y="315468"/>
                </a:lnTo>
                <a:lnTo>
                  <a:pt x="726328" y="340016"/>
                </a:lnTo>
                <a:lnTo>
                  <a:pt x="712627" y="360011"/>
                </a:lnTo>
                <a:lnTo>
                  <a:pt x="692370" y="373355"/>
                </a:lnTo>
                <a:lnTo>
                  <a:pt x="667512" y="377952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6736168" y="4304753"/>
            <a:ext cx="4826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提示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061834" y="4657598"/>
            <a:ext cx="3885565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1600">
                <a:latin typeface="宋体"/>
                <a:cs typeface="宋体"/>
              </a:rPr>
              <a:t>当传入的可迭代对象中元素不一致时，以</a:t>
            </a:r>
            <a:r>
              <a:rPr dirty="0" sz="1600" spc="-5">
                <a:latin typeface="宋体"/>
                <a:cs typeface="宋体"/>
              </a:rPr>
              <a:t>元 </a:t>
            </a:r>
            <a:r>
              <a:rPr dirty="0" sz="1600">
                <a:latin typeface="宋体"/>
                <a:cs typeface="宋体"/>
              </a:rPr>
              <a:t>素最短的对象为准进行打</a:t>
            </a:r>
            <a:r>
              <a:rPr dirty="0" sz="1600" spc="-5">
                <a:latin typeface="宋体"/>
                <a:cs typeface="宋体"/>
              </a:rPr>
              <a:t>包</a:t>
            </a:r>
            <a:endParaRPr sz="16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5444" y="2106167"/>
            <a:ext cx="2127885" cy="2646045"/>
          </a:xfrm>
          <a:prstGeom prst="rect">
            <a:avLst/>
          </a:prstGeom>
          <a:solidFill>
            <a:srgbClr val="F1F1F1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9300"/>
              </a:lnSpc>
            </a:pPr>
            <a:r>
              <a:rPr dirty="0" sz="16600" spc="-35" b="1">
                <a:solidFill>
                  <a:srgbClr val="205657"/>
                </a:solidFill>
                <a:latin typeface="宋体"/>
                <a:cs typeface="宋体"/>
              </a:rPr>
              <a:t>03</a:t>
            </a:r>
            <a:endParaRPr sz="166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031357" y="2909912"/>
            <a:ext cx="3082925" cy="9398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="1">
                <a:solidFill>
                  <a:srgbClr val="2E5B50"/>
                </a:solidFill>
                <a:latin typeface="宋体"/>
                <a:cs typeface="宋体"/>
              </a:rPr>
              <a:t>嵌套循</a:t>
            </a:r>
            <a:r>
              <a:rPr dirty="0" spc="-25" b="1">
                <a:solidFill>
                  <a:srgbClr val="2E5B50"/>
                </a:solidFill>
                <a:latin typeface="宋体"/>
                <a:cs typeface="宋体"/>
              </a:rPr>
              <a:t>环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2"/>
            <a:ext cx="203200" cy="609600"/>
          </a:xfrm>
          <a:custGeom>
            <a:avLst/>
            <a:gdLst/>
            <a:ahLst/>
            <a:cxnLst/>
            <a:rect l="l" t="t" r="r" b="b"/>
            <a:pathLst>
              <a:path w="203200" h="609600">
                <a:moveTo>
                  <a:pt x="0" y="0"/>
                </a:moveTo>
                <a:lnTo>
                  <a:pt x="202692" y="0"/>
                </a:lnTo>
                <a:lnTo>
                  <a:pt x="202692" y="609599"/>
                </a:lnTo>
                <a:lnTo>
                  <a:pt x="0" y="609599"/>
                </a:lnTo>
                <a:lnTo>
                  <a:pt x="0" y="0"/>
                </a:lnTo>
                <a:close/>
              </a:path>
            </a:pathLst>
          </a:custGeom>
          <a:solidFill>
            <a:srgbClr val="20565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1940" y="217411"/>
            <a:ext cx="124841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嵌套循</a:t>
            </a:r>
            <a:r>
              <a:rPr dirty="0" sz="2400" spc="-10" b="1">
                <a:solidFill>
                  <a:srgbClr val="2E5B50"/>
                </a:solidFill>
                <a:latin typeface="宋体"/>
                <a:cs typeface="宋体"/>
              </a:rPr>
              <a:t>环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96468" y="1229867"/>
            <a:ext cx="10799445" cy="756285"/>
          </a:xfrm>
          <a:custGeom>
            <a:avLst/>
            <a:gdLst/>
            <a:ahLst/>
            <a:cxnLst/>
            <a:rect l="l" t="t" r="r" b="b"/>
            <a:pathLst>
              <a:path w="10799445" h="756285">
                <a:moveTo>
                  <a:pt x="10674096" y="755903"/>
                </a:moveTo>
                <a:lnTo>
                  <a:pt x="124968" y="755903"/>
                </a:lnTo>
                <a:lnTo>
                  <a:pt x="76229" y="746010"/>
                </a:lnTo>
                <a:lnTo>
                  <a:pt x="36390" y="718961"/>
                </a:lnTo>
                <a:lnTo>
                  <a:pt x="9598" y="678760"/>
                </a:lnTo>
                <a:lnTo>
                  <a:pt x="0" y="629411"/>
                </a:lnTo>
                <a:lnTo>
                  <a:pt x="0" y="126491"/>
                </a:lnTo>
                <a:lnTo>
                  <a:pt x="9598" y="77229"/>
                </a:lnTo>
                <a:lnTo>
                  <a:pt x="36390" y="37057"/>
                </a:lnTo>
                <a:lnTo>
                  <a:pt x="76229" y="9979"/>
                </a:lnTo>
                <a:lnTo>
                  <a:pt x="124968" y="0"/>
                </a:lnTo>
                <a:lnTo>
                  <a:pt x="10674096" y="0"/>
                </a:lnTo>
                <a:lnTo>
                  <a:pt x="10722834" y="9979"/>
                </a:lnTo>
                <a:lnTo>
                  <a:pt x="10762673" y="37057"/>
                </a:lnTo>
                <a:lnTo>
                  <a:pt x="10789465" y="77229"/>
                </a:lnTo>
                <a:lnTo>
                  <a:pt x="10799064" y="126491"/>
                </a:lnTo>
                <a:lnTo>
                  <a:pt x="10799064" y="629411"/>
                </a:lnTo>
                <a:lnTo>
                  <a:pt x="10789465" y="678760"/>
                </a:lnTo>
                <a:lnTo>
                  <a:pt x="10762673" y="718961"/>
                </a:lnTo>
                <a:lnTo>
                  <a:pt x="10722834" y="746010"/>
                </a:lnTo>
                <a:lnTo>
                  <a:pt x="10674096" y="755903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20775" y="1458988"/>
            <a:ext cx="6884034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在一个循环体语句中又包含另一个循环语句，称为循环嵌套</a:t>
            </a:r>
            <a:r>
              <a:rPr dirty="0" sz="2000" spc="5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582923" y="2676144"/>
            <a:ext cx="3789045" cy="3301365"/>
          </a:xfrm>
          <a:custGeom>
            <a:avLst/>
            <a:gdLst/>
            <a:ahLst/>
            <a:cxnLst/>
            <a:rect l="l" t="t" r="r" b="b"/>
            <a:pathLst>
              <a:path w="3789045" h="3301365">
                <a:moveTo>
                  <a:pt x="3238500" y="3300983"/>
                </a:moveTo>
                <a:lnTo>
                  <a:pt x="550163" y="3300983"/>
                </a:lnTo>
                <a:lnTo>
                  <a:pt x="502655" y="3299004"/>
                </a:lnTo>
                <a:lnTo>
                  <a:pt x="456272" y="3293091"/>
                </a:lnTo>
                <a:lnTo>
                  <a:pt x="411180" y="3283410"/>
                </a:lnTo>
                <a:lnTo>
                  <a:pt x="367544" y="3270127"/>
                </a:lnTo>
                <a:lnTo>
                  <a:pt x="325529" y="3253405"/>
                </a:lnTo>
                <a:lnTo>
                  <a:pt x="285300" y="3233411"/>
                </a:lnTo>
                <a:lnTo>
                  <a:pt x="247022" y="3210310"/>
                </a:lnTo>
                <a:lnTo>
                  <a:pt x="210861" y="3184266"/>
                </a:lnTo>
                <a:lnTo>
                  <a:pt x="176981" y="3155445"/>
                </a:lnTo>
                <a:lnTo>
                  <a:pt x="145548" y="3124012"/>
                </a:lnTo>
                <a:lnTo>
                  <a:pt x="116726" y="3090132"/>
                </a:lnTo>
                <a:lnTo>
                  <a:pt x="90682" y="3053970"/>
                </a:lnTo>
                <a:lnTo>
                  <a:pt x="67580" y="3015691"/>
                </a:lnTo>
                <a:lnTo>
                  <a:pt x="47585" y="2975461"/>
                </a:lnTo>
                <a:lnTo>
                  <a:pt x="30863" y="2933445"/>
                </a:lnTo>
                <a:lnTo>
                  <a:pt x="17578" y="2889808"/>
                </a:lnTo>
                <a:lnTo>
                  <a:pt x="7895" y="2844714"/>
                </a:lnTo>
                <a:lnTo>
                  <a:pt x="1981" y="2798330"/>
                </a:lnTo>
                <a:lnTo>
                  <a:pt x="0" y="2750819"/>
                </a:lnTo>
                <a:lnTo>
                  <a:pt x="0" y="550163"/>
                </a:lnTo>
                <a:lnTo>
                  <a:pt x="1981" y="502746"/>
                </a:lnTo>
                <a:lnTo>
                  <a:pt x="7895" y="456445"/>
                </a:lnTo>
                <a:lnTo>
                  <a:pt x="17578" y="411424"/>
                </a:lnTo>
                <a:lnTo>
                  <a:pt x="30863" y="367848"/>
                </a:lnTo>
                <a:lnTo>
                  <a:pt x="47585" y="325884"/>
                </a:lnTo>
                <a:lnTo>
                  <a:pt x="67580" y="285695"/>
                </a:lnTo>
                <a:lnTo>
                  <a:pt x="90682" y="247448"/>
                </a:lnTo>
                <a:lnTo>
                  <a:pt x="116726" y="211307"/>
                </a:lnTo>
                <a:lnTo>
                  <a:pt x="145548" y="177437"/>
                </a:lnTo>
                <a:lnTo>
                  <a:pt x="176981" y="146004"/>
                </a:lnTo>
                <a:lnTo>
                  <a:pt x="210861" y="117172"/>
                </a:lnTo>
                <a:lnTo>
                  <a:pt x="247022" y="91108"/>
                </a:lnTo>
                <a:lnTo>
                  <a:pt x="285300" y="67975"/>
                </a:lnTo>
                <a:lnTo>
                  <a:pt x="325529" y="47940"/>
                </a:lnTo>
                <a:lnTo>
                  <a:pt x="367544" y="31167"/>
                </a:lnTo>
                <a:lnTo>
                  <a:pt x="411180" y="17821"/>
                </a:lnTo>
                <a:lnTo>
                  <a:pt x="456272" y="8068"/>
                </a:lnTo>
                <a:lnTo>
                  <a:pt x="502655" y="2072"/>
                </a:lnTo>
                <a:lnTo>
                  <a:pt x="550163" y="0"/>
                </a:lnTo>
                <a:lnTo>
                  <a:pt x="3238500" y="0"/>
                </a:lnTo>
                <a:lnTo>
                  <a:pt x="3285894" y="2072"/>
                </a:lnTo>
                <a:lnTo>
                  <a:pt x="3332175" y="8068"/>
                </a:lnTo>
                <a:lnTo>
                  <a:pt x="3377179" y="17821"/>
                </a:lnTo>
                <a:lnTo>
                  <a:pt x="3420739" y="31167"/>
                </a:lnTo>
                <a:lnTo>
                  <a:pt x="3462691" y="47940"/>
                </a:lnTo>
                <a:lnTo>
                  <a:pt x="3502869" y="67975"/>
                </a:lnTo>
                <a:lnTo>
                  <a:pt x="3541109" y="91108"/>
                </a:lnTo>
                <a:lnTo>
                  <a:pt x="3577245" y="117172"/>
                </a:lnTo>
                <a:lnTo>
                  <a:pt x="3611112" y="146004"/>
                </a:lnTo>
                <a:lnTo>
                  <a:pt x="3642545" y="177437"/>
                </a:lnTo>
                <a:lnTo>
                  <a:pt x="3671379" y="211307"/>
                </a:lnTo>
                <a:lnTo>
                  <a:pt x="3697449" y="247448"/>
                </a:lnTo>
                <a:lnTo>
                  <a:pt x="3720589" y="285695"/>
                </a:lnTo>
                <a:lnTo>
                  <a:pt x="3740635" y="325884"/>
                </a:lnTo>
                <a:lnTo>
                  <a:pt x="3757421" y="367848"/>
                </a:lnTo>
                <a:lnTo>
                  <a:pt x="3770781" y="411424"/>
                </a:lnTo>
                <a:lnTo>
                  <a:pt x="3780552" y="456445"/>
                </a:lnTo>
                <a:lnTo>
                  <a:pt x="3786568" y="502746"/>
                </a:lnTo>
                <a:lnTo>
                  <a:pt x="3788664" y="550163"/>
                </a:lnTo>
                <a:lnTo>
                  <a:pt x="3788664" y="2750819"/>
                </a:lnTo>
                <a:lnTo>
                  <a:pt x="3786568" y="2798330"/>
                </a:lnTo>
                <a:lnTo>
                  <a:pt x="3780552" y="2844714"/>
                </a:lnTo>
                <a:lnTo>
                  <a:pt x="3770781" y="2889808"/>
                </a:lnTo>
                <a:lnTo>
                  <a:pt x="3757421" y="2933445"/>
                </a:lnTo>
                <a:lnTo>
                  <a:pt x="3740635" y="2975461"/>
                </a:lnTo>
                <a:lnTo>
                  <a:pt x="3720589" y="3015691"/>
                </a:lnTo>
                <a:lnTo>
                  <a:pt x="3697449" y="3053970"/>
                </a:lnTo>
                <a:lnTo>
                  <a:pt x="3671379" y="3090132"/>
                </a:lnTo>
                <a:lnTo>
                  <a:pt x="3642545" y="3124012"/>
                </a:lnTo>
                <a:lnTo>
                  <a:pt x="3611112" y="3155445"/>
                </a:lnTo>
                <a:lnTo>
                  <a:pt x="3577245" y="3184266"/>
                </a:lnTo>
                <a:lnTo>
                  <a:pt x="3541109" y="3210310"/>
                </a:lnTo>
                <a:lnTo>
                  <a:pt x="3502869" y="3233411"/>
                </a:lnTo>
                <a:lnTo>
                  <a:pt x="3462691" y="3253405"/>
                </a:lnTo>
                <a:lnTo>
                  <a:pt x="3420739" y="3270127"/>
                </a:lnTo>
                <a:lnTo>
                  <a:pt x="3377179" y="3283410"/>
                </a:lnTo>
                <a:lnTo>
                  <a:pt x="3332175" y="3293091"/>
                </a:lnTo>
                <a:lnTo>
                  <a:pt x="3285894" y="3299004"/>
                </a:lnTo>
                <a:lnTo>
                  <a:pt x="3238500" y="330098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576320" y="2670149"/>
            <a:ext cx="3801110" cy="3302000"/>
          </a:xfrm>
          <a:custGeom>
            <a:avLst/>
            <a:gdLst/>
            <a:ahLst/>
            <a:cxnLst/>
            <a:rect l="l" t="t" r="r" b="b"/>
            <a:pathLst>
              <a:path w="3801109" h="3302000">
                <a:moveTo>
                  <a:pt x="3370275" y="12700"/>
                </a:moveTo>
                <a:lnTo>
                  <a:pt x="430834" y="12700"/>
                </a:lnTo>
                <a:lnTo>
                  <a:pt x="444360" y="0"/>
                </a:lnTo>
                <a:lnTo>
                  <a:pt x="3356749" y="0"/>
                </a:lnTo>
                <a:lnTo>
                  <a:pt x="3370275" y="12700"/>
                </a:lnTo>
                <a:close/>
              </a:path>
              <a:path w="3801109" h="3302000">
                <a:moveTo>
                  <a:pt x="433616" y="25400"/>
                </a:moveTo>
                <a:lnTo>
                  <a:pt x="378028" y="25400"/>
                </a:lnTo>
                <a:lnTo>
                  <a:pt x="391020" y="12700"/>
                </a:lnTo>
                <a:lnTo>
                  <a:pt x="446989" y="12700"/>
                </a:lnTo>
                <a:lnTo>
                  <a:pt x="433616" y="25400"/>
                </a:lnTo>
                <a:close/>
              </a:path>
              <a:path w="3801109" h="3302000">
                <a:moveTo>
                  <a:pt x="3423081" y="25400"/>
                </a:moveTo>
                <a:lnTo>
                  <a:pt x="3367493" y="25400"/>
                </a:lnTo>
                <a:lnTo>
                  <a:pt x="3354120" y="12700"/>
                </a:lnTo>
                <a:lnTo>
                  <a:pt x="3410089" y="12700"/>
                </a:lnTo>
                <a:lnTo>
                  <a:pt x="3423081" y="25400"/>
                </a:lnTo>
                <a:close/>
              </a:path>
              <a:path w="3801109" h="3302000">
                <a:moveTo>
                  <a:pt x="382015" y="38100"/>
                </a:moveTo>
                <a:lnTo>
                  <a:pt x="352450" y="38100"/>
                </a:lnTo>
                <a:lnTo>
                  <a:pt x="365163" y="25400"/>
                </a:lnTo>
                <a:lnTo>
                  <a:pt x="394868" y="25400"/>
                </a:lnTo>
                <a:lnTo>
                  <a:pt x="382015" y="38100"/>
                </a:lnTo>
                <a:close/>
              </a:path>
              <a:path w="3801109" h="3302000">
                <a:moveTo>
                  <a:pt x="3448659" y="38100"/>
                </a:moveTo>
                <a:lnTo>
                  <a:pt x="3419094" y="38100"/>
                </a:lnTo>
                <a:lnTo>
                  <a:pt x="3406241" y="25400"/>
                </a:lnTo>
                <a:lnTo>
                  <a:pt x="3435946" y="25400"/>
                </a:lnTo>
                <a:lnTo>
                  <a:pt x="3448659" y="38100"/>
                </a:lnTo>
                <a:close/>
              </a:path>
              <a:path w="3801109" h="3302000">
                <a:moveTo>
                  <a:pt x="344766" y="50800"/>
                </a:moveTo>
                <a:lnTo>
                  <a:pt x="315239" y="50800"/>
                </a:lnTo>
                <a:lnTo>
                  <a:pt x="327482" y="38100"/>
                </a:lnTo>
                <a:lnTo>
                  <a:pt x="357187" y="38100"/>
                </a:lnTo>
                <a:lnTo>
                  <a:pt x="344766" y="50800"/>
                </a:lnTo>
                <a:close/>
              </a:path>
              <a:path w="3801109" h="3302000">
                <a:moveTo>
                  <a:pt x="3485870" y="50800"/>
                </a:moveTo>
                <a:lnTo>
                  <a:pt x="3456343" y="50800"/>
                </a:lnTo>
                <a:lnTo>
                  <a:pt x="3443922" y="38100"/>
                </a:lnTo>
                <a:lnTo>
                  <a:pt x="3473627" y="38100"/>
                </a:lnTo>
                <a:lnTo>
                  <a:pt x="3485870" y="50800"/>
                </a:lnTo>
                <a:close/>
              </a:path>
              <a:path w="3801109" h="3302000">
                <a:moveTo>
                  <a:pt x="320675" y="63500"/>
                </a:moveTo>
                <a:lnTo>
                  <a:pt x="291236" y="63500"/>
                </a:lnTo>
                <a:lnTo>
                  <a:pt x="303149" y="50800"/>
                </a:lnTo>
                <a:lnTo>
                  <a:pt x="332790" y="50800"/>
                </a:lnTo>
                <a:lnTo>
                  <a:pt x="320675" y="63500"/>
                </a:lnTo>
                <a:close/>
              </a:path>
              <a:path w="3801109" h="3302000">
                <a:moveTo>
                  <a:pt x="3509873" y="63500"/>
                </a:moveTo>
                <a:lnTo>
                  <a:pt x="3480434" y="63500"/>
                </a:lnTo>
                <a:lnTo>
                  <a:pt x="3468319" y="50800"/>
                </a:lnTo>
                <a:lnTo>
                  <a:pt x="3497960" y="50800"/>
                </a:lnTo>
                <a:lnTo>
                  <a:pt x="3509873" y="63500"/>
                </a:lnTo>
                <a:close/>
              </a:path>
              <a:path w="3801109" h="3302000">
                <a:moveTo>
                  <a:pt x="297230" y="76200"/>
                </a:moveTo>
                <a:lnTo>
                  <a:pt x="267931" y="76200"/>
                </a:lnTo>
                <a:lnTo>
                  <a:pt x="279501" y="63500"/>
                </a:lnTo>
                <a:lnTo>
                  <a:pt x="309016" y="63500"/>
                </a:lnTo>
                <a:lnTo>
                  <a:pt x="297230" y="76200"/>
                </a:lnTo>
                <a:close/>
              </a:path>
              <a:path w="3801109" h="3302000">
                <a:moveTo>
                  <a:pt x="3533178" y="76200"/>
                </a:moveTo>
                <a:lnTo>
                  <a:pt x="3503879" y="76200"/>
                </a:lnTo>
                <a:lnTo>
                  <a:pt x="3492093" y="63500"/>
                </a:lnTo>
                <a:lnTo>
                  <a:pt x="3521608" y="63500"/>
                </a:lnTo>
                <a:lnTo>
                  <a:pt x="3533178" y="76200"/>
                </a:lnTo>
                <a:close/>
              </a:path>
              <a:path w="3801109" h="3302000">
                <a:moveTo>
                  <a:pt x="252399" y="101600"/>
                </a:moveTo>
                <a:lnTo>
                  <a:pt x="234353" y="101600"/>
                </a:lnTo>
                <a:lnTo>
                  <a:pt x="245351" y="88900"/>
                </a:lnTo>
                <a:lnTo>
                  <a:pt x="256552" y="76200"/>
                </a:lnTo>
                <a:lnTo>
                  <a:pt x="285889" y="76200"/>
                </a:lnTo>
                <a:lnTo>
                  <a:pt x="274459" y="88900"/>
                </a:lnTo>
                <a:lnTo>
                  <a:pt x="263474" y="88900"/>
                </a:lnTo>
                <a:lnTo>
                  <a:pt x="252399" y="101600"/>
                </a:lnTo>
                <a:close/>
              </a:path>
              <a:path w="3801109" h="3302000">
                <a:moveTo>
                  <a:pt x="3566756" y="101600"/>
                </a:moveTo>
                <a:lnTo>
                  <a:pt x="3548710" y="101600"/>
                </a:lnTo>
                <a:lnTo>
                  <a:pt x="3537635" y="88900"/>
                </a:lnTo>
                <a:lnTo>
                  <a:pt x="3526650" y="88900"/>
                </a:lnTo>
                <a:lnTo>
                  <a:pt x="3515207" y="76200"/>
                </a:lnTo>
                <a:lnTo>
                  <a:pt x="3544557" y="76200"/>
                </a:lnTo>
                <a:lnTo>
                  <a:pt x="3555758" y="88900"/>
                </a:lnTo>
                <a:lnTo>
                  <a:pt x="3566756" y="101600"/>
                </a:lnTo>
                <a:close/>
              </a:path>
              <a:path w="3801109" h="3302000">
                <a:moveTo>
                  <a:pt x="220713" y="127000"/>
                </a:moveTo>
                <a:lnTo>
                  <a:pt x="202514" y="127000"/>
                </a:lnTo>
                <a:lnTo>
                  <a:pt x="212928" y="114300"/>
                </a:lnTo>
                <a:lnTo>
                  <a:pt x="223532" y="101600"/>
                </a:lnTo>
                <a:lnTo>
                  <a:pt x="241769" y="101600"/>
                </a:lnTo>
                <a:lnTo>
                  <a:pt x="231076" y="114300"/>
                </a:lnTo>
                <a:lnTo>
                  <a:pt x="220713" y="127000"/>
                </a:lnTo>
                <a:close/>
              </a:path>
              <a:path w="3801109" h="3302000">
                <a:moveTo>
                  <a:pt x="3598595" y="127000"/>
                </a:moveTo>
                <a:lnTo>
                  <a:pt x="3580396" y="127000"/>
                </a:lnTo>
                <a:lnTo>
                  <a:pt x="3569906" y="114300"/>
                </a:lnTo>
                <a:lnTo>
                  <a:pt x="3559340" y="101600"/>
                </a:lnTo>
                <a:lnTo>
                  <a:pt x="3577577" y="101600"/>
                </a:lnTo>
                <a:lnTo>
                  <a:pt x="3588181" y="114300"/>
                </a:lnTo>
                <a:lnTo>
                  <a:pt x="3598595" y="127000"/>
                </a:lnTo>
                <a:close/>
              </a:path>
              <a:path w="3801109" h="3302000">
                <a:moveTo>
                  <a:pt x="190804" y="152400"/>
                </a:moveTo>
                <a:lnTo>
                  <a:pt x="172554" y="152400"/>
                </a:lnTo>
                <a:lnTo>
                  <a:pt x="182321" y="139700"/>
                </a:lnTo>
                <a:lnTo>
                  <a:pt x="192316" y="127000"/>
                </a:lnTo>
                <a:lnTo>
                  <a:pt x="210654" y="127000"/>
                </a:lnTo>
                <a:lnTo>
                  <a:pt x="200571" y="139700"/>
                </a:lnTo>
                <a:lnTo>
                  <a:pt x="190804" y="152400"/>
                </a:lnTo>
                <a:close/>
              </a:path>
              <a:path w="3801109" h="3302000">
                <a:moveTo>
                  <a:pt x="3628555" y="152400"/>
                </a:moveTo>
                <a:lnTo>
                  <a:pt x="3610305" y="152400"/>
                </a:lnTo>
                <a:lnTo>
                  <a:pt x="3600424" y="139700"/>
                </a:lnTo>
                <a:lnTo>
                  <a:pt x="3590455" y="127000"/>
                </a:lnTo>
                <a:lnTo>
                  <a:pt x="3608793" y="127000"/>
                </a:lnTo>
                <a:lnTo>
                  <a:pt x="3618788" y="139700"/>
                </a:lnTo>
                <a:lnTo>
                  <a:pt x="3628555" y="152400"/>
                </a:lnTo>
                <a:close/>
              </a:path>
              <a:path w="3801109" h="3302000">
                <a:moveTo>
                  <a:pt x="153924" y="190500"/>
                </a:moveTo>
                <a:lnTo>
                  <a:pt x="135712" y="190500"/>
                </a:lnTo>
                <a:lnTo>
                  <a:pt x="144576" y="177800"/>
                </a:lnTo>
                <a:lnTo>
                  <a:pt x="153669" y="165100"/>
                </a:lnTo>
                <a:lnTo>
                  <a:pt x="162991" y="152400"/>
                </a:lnTo>
                <a:lnTo>
                  <a:pt x="181368" y="152400"/>
                </a:lnTo>
                <a:lnTo>
                  <a:pt x="171919" y="165100"/>
                </a:lnTo>
                <a:lnTo>
                  <a:pt x="162813" y="177800"/>
                </a:lnTo>
                <a:lnTo>
                  <a:pt x="153924" y="190500"/>
                </a:lnTo>
                <a:close/>
              </a:path>
              <a:path w="3801109" h="3302000">
                <a:moveTo>
                  <a:pt x="3665397" y="190500"/>
                </a:moveTo>
                <a:lnTo>
                  <a:pt x="3647185" y="190500"/>
                </a:lnTo>
                <a:lnTo>
                  <a:pt x="3638194" y="177800"/>
                </a:lnTo>
                <a:lnTo>
                  <a:pt x="3629075" y="165100"/>
                </a:lnTo>
                <a:lnTo>
                  <a:pt x="3619741" y="152400"/>
                </a:lnTo>
                <a:lnTo>
                  <a:pt x="3638105" y="152400"/>
                </a:lnTo>
                <a:lnTo>
                  <a:pt x="3647439" y="165100"/>
                </a:lnTo>
                <a:lnTo>
                  <a:pt x="3656533" y="177800"/>
                </a:lnTo>
                <a:lnTo>
                  <a:pt x="3665397" y="190500"/>
                </a:lnTo>
                <a:close/>
              </a:path>
              <a:path w="3801109" h="3302000">
                <a:moveTo>
                  <a:pt x="84708" y="279400"/>
                </a:moveTo>
                <a:lnTo>
                  <a:pt x="73736" y="279400"/>
                </a:lnTo>
                <a:lnTo>
                  <a:pt x="80568" y="266700"/>
                </a:lnTo>
                <a:lnTo>
                  <a:pt x="102679" y="228600"/>
                </a:lnTo>
                <a:lnTo>
                  <a:pt x="127076" y="190500"/>
                </a:lnTo>
                <a:lnTo>
                  <a:pt x="145351" y="190500"/>
                </a:lnTo>
                <a:lnTo>
                  <a:pt x="136829" y="203200"/>
                </a:lnTo>
                <a:lnTo>
                  <a:pt x="128638" y="215900"/>
                </a:lnTo>
                <a:lnTo>
                  <a:pt x="120688" y="228600"/>
                </a:lnTo>
                <a:lnTo>
                  <a:pt x="112979" y="241300"/>
                </a:lnTo>
                <a:lnTo>
                  <a:pt x="105613" y="241300"/>
                </a:lnTo>
                <a:lnTo>
                  <a:pt x="98323" y="254000"/>
                </a:lnTo>
                <a:lnTo>
                  <a:pt x="91389" y="266700"/>
                </a:lnTo>
                <a:lnTo>
                  <a:pt x="84708" y="279400"/>
                </a:lnTo>
                <a:close/>
              </a:path>
              <a:path w="3801109" h="3302000">
                <a:moveTo>
                  <a:pt x="3727373" y="279400"/>
                </a:moveTo>
                <a:lnTo>
                  <a:pt x="3716401" y="279400"/>
                </a:lnTo>
                <a:lnTo>
                  <a:pt x="3709644" y="266700"/>
                </a:lnTo>
                <a:lnTo>
                  <a:pt x="3702697" y="254000"/>
                </a:lnTo>
                <a:lnTo>
                  <a:pt x="3695496" y="241300"/>
                </a:lnTo>
                <a:lnTo>
                  <a:pt x="3688130" y="241300"/>
                </a:lnTo>
                <a:lnTo>
                  <a:pt x="3680332" y="228600"/>
                </a:lnTo>
                <a:lnTo>
                  <a:pt x="3672382" y="215900"/>
                </a:lnTo>
                <a:lnTo>
                  <a:pt x="3664178" y="203200"/>
                </a:lnTo>
                <a:lnTo>
                  <a:pt x="3655758" y="190500"/>
                </a:lnTo>
                <a:lnTo>
                  <a:pt x="3674021" y="190500"/>
                </a:lnTo>
                <a:lnTo>
                  <a:pt x="3682415" y="203200"/>
                </a:lnTo>
                <a:lnTo>
                  <a:pt x="3706063" y="241300"/>
                </a:lnTo>
                <a:lnTo>
                  <a:pt x="3720541" y="266700"/>
                </a:lnTo>
                <a:lnTo>
                  <a:pt x="3727373" y="279400"/>
                </a:lnTo>
                <a:close/>
              </a:path>
              <a:path w="3801109" h="3302000">
                <a:moveTo>
                  <a:pt x="78371" y="3009900"/>
                </a:moveTo>
                <a:lnTo>
                  <a:pt x="60883" y="3009900"/>
                </a:lnTo>
                <a:lnTo>
                  <a:pt x="54876" y="2997200"/>
                </a:lnTo>
                <a:lnTo>
                  <a:pt x="38607" y="2959100"/>
                </a:lnTo>
                <a:lnTo>
                  <a:pt x="25018" y="2921000"/>
                </a:lnTo>
                <a:lnTo>
                  <a:pt x="14249" y="2870200"/>
                </a:lnTo>
                <a:lnTo>
                  <a:pt x="11302" y="2857500"/>
                </a:lnTo>
                <a:lnTo>
                  <a:pt x="4470" y="2819400"/>
                </a:lnTo>
                <a:lnTo>
                  <a:pt x="723" y="2781300"/>
                </a:lnTo>
                <a:lnTo>
                  <a:pt x="0" y="2755900"/>
                </a:lnTo>
                <a:lnTo>
                  <a:pt x="0" y="546100"/>
                </a:lnTo>
                <a:lnTo>
                  <a:pt x="1625" y="508000"/>
                </a:lnTo>
                <a:lnTo>
                  <a:pt x="6413" y="469900"/>
                </a:lnTo>
                <a:lnTo>
                  <a:pt x="8686" y="457200"/>
                </a:lnTo>
                <a:lnTo>
                  <a:pt x="11302" y="431800"/>
                </a:lnTo>
                <a:lnTo>
                  <a:pt x="21107" y="393700"/>
                </a:lnTo>
                <a:lnTo>
                  <a:pt x="33769" y="355600"/>
                </a:lnTo>
                <a:lnTo>
                  <a:pt x="49161" y="317500"/>
                </a:lnTo>
                <a:lnTo>
                  <a:pt x="67170" y="279400"/>
                </a:lnTo>
                <a:lnTo>
                  <a:pt x="84785" y="279400"/>
                </a:lnTo>
                <a:lnTo>
                  <a:pt x="78295" y="292100"/>
                </a:lnTo>
                <a:lnTo>
                  <a:pt x="72148" y="304800"/>
                </a:lnTo>
                <a:lnTo>
                  <a:pt x="66293" y="317500"/>
                </a:lnTo>
                <a:lnTo>
                  <a:pt x="60705" y="330200"/>
                </a:lnTo>
                <a:lnTo>
                  <a:pt x="55397" y="342900"/>
                </a:lnTo>
                <a:lnTo>
                  <a:pt x="50393" y="355600"/>
                </a:lnTo>
                <a:lnTo>
                  <a:pt x="45669" y="368300"/>
                </a:lnTo>
                <a:lnTo>
                  <a:pt x="41249" y="381000"/>
                </a:lnTo>
                <a:lnTo>
                  <a:pt x="37122" y="393700"/>
                </a:lnTo>
                <a:lnTo>
                  <a:pt x="33312" y="406400"/>
                </a:lnTo>
                <a:lnTo>
                  <a:pt x="29794" y="419100"/>
                </a:lnTo>
                <a:lnTo>
                  <a:pt x="26606" y="431800"/>
                </a:lnTo>
                <a:lnTo>
                  <a:pt x="23736" y="444500"/>
                </a:lnTo>
                <a:lnTo>
                  <a:pt x="21183" y="457200"/>
                </a:lnTo>
                <a:lnTo>
                  <a:pt x="18948" y="469900"/>
                </a:lnTo>
                <a:lnTo>
                  <a:pt x="17056" y="482600"/>
                </a:lnTo>
                <a:lnTo>
                  <a:pt x="15493" y="495300"/>
                </a:lnTo>
                <a:lnTo>
                  <a:pt x="14274" y="508000"/>
                </a:lnTo>
                <a:lnTo>
                  <a:pt x="13398" y="520700"/>
                </a:lnTo>
                <a:lnTo>
                  <a:pt x="12877" y="533400"/>
                </a:lnTo>
                <a:lnTo>
                  <a:pt x="12700" y="546100"/>
                </a:lnTo>
                <a:lnTo>
                  <a:pt x="12700" y="2755900"/>
                </a:lnTo>
                <a:lnTo>
                  <a:pt x="12877" y="2768600"/>
                </a:lnTo>
                <a:lnTo>
                  <a:pt x="13411" y="2781300"/>
                </a:lnTo>
                <a:lnTo>
                  <a:pt x="14287" y="2794000"/>
                </a:lnTo>
                <a:lnTo>
                  <a:pt x="15519" y="2806700"/>
                </a:lnTo>
                <a:lnTo>
                  <a:pt x="17081" y="2819400"/>
                </a:lnTo>
                <a:lnTo>
                  <a:pt x="18973" y="2832100"/>
                </a:lnTo>
                <a:lnTo>
                  <a:pt x="21208" y="2844800"/>
                </a:lnTo>
                <a:lnTo>
                  <a:pt x="23761" y="2857500"/>
                </a:lnTo>
                <a:lnTo>
                  <a:pt x="26644" y="2870200"/>
                </a:lnTo>
                <a:lnTo>
                  <a:pt x="29844" y="2882900"/>
                </a:lnTo>
                <a:lnTo>
                  <a:pt x="33350" y="2895600"/>
                </a:lnTo>
                <a:lnTo>
                  <a:pt x="37172" y="2908300"/>
                </a:lnTo>
                <a:lnTo>
                  <a:pt x="41300" y="2921000"/>
                </a:lnTo>
                <a:lnTo>
                  <a:pt x="45719" y="2933700"/>
                </a:lnTo>
                <a:lnTo>
                  <a:pt x="50444" y="2946400"/>
                </a:lnTo>
                <a:lnTo>
                  <a:pt x="55460" y="2959100"/>
                </a:lnTo>
                <a:lnTo>
                  <a:pt x="60769" y="2971800"/>
                </a:lnTo>
                <a:lnTo>
                  <a:pt x="66357" y="2984500"/>
                </a:lnTo>
                <a:lnTo>
                  <a:pt x="72224" y="2997200"/>
                </a:lnTo>
                <a:lnTo>
                  <a:pt x="78371" y="3009900"/>
                </a:lnTo>
                <a:close/>
              </a:path>
              <a:path w="3801109" h="3302000">
                <a:moveTo>
                  <a:pt x="3740226" y="3009900"/>
                </a:moveTo>
                <a:lnTo>
                  <a:pt x="3722738" y="3009900"/>
                </a:lnTo>
                <a:lnTo>
                  <a:pt x="3728961" y="2997200"/>
                </a:lnTo>
                <a:lnTo>
                  <a:pt x="3734815" y="2984500"/>
                </a:lnTo>
                <a:lnTo>
                  <a:pt x="3740404" y="2971800"/>
                </a:lnTo>
                <a:lnTo>
                  <a:pt x="3745712" y="2959100"/>
                </a:lnTo>
                <a:lnTo>
                  <a:pt x="3750716" y="2946400"/>
                </a:lnTo>
                <a:lnTo>
                  <a:pt x="3755440" y="2933700"/>
                </a:lnTo>
                <a:lnTo>
                  <a:pt x="3759860" y="2921000"/>
                </a:lnTo>
                <a:lnTo>
                  <a:pt x="3763987" y="2908300"/>
                </a:lnTo>
                <a:lnTo>
                  <a:pt x="3767797" y="2895600"/>
                </a:lnTo>
                <a:lnTo>
                  <a:pt x="3771315" y="2882900"/>
                </a:lnTo>
                <a:lnTo>
                  <a:pt x="3774503" y="2870200"/>
                </a:lnTo>
                <a:lnTo>
                  <a:pt x="3777373" y="2857500"/>
                </a:lnTo>
                <a:lnTo>
                  <a:pt x="3779926" y="2844800"/>
                </a:lnTo>
                <a:lnTo>
                  <a:pt x="3782161" y="2832100"/>
                </a:lnTo>
                <a:lnTo>
                  <a:pt x="3784053" y="2819400"/>
                </a:lnTo>
                <a:lnTo>
                  <a:pt x="3785615" y="2806700"/>
                </a:lnTo>
                <a:lnTo>
                  <a:pt x="3786835" y="2794000"/>
                </a:lnTo>
                <a:lnTo>
                  <a:pt x="3787711" y="2781300"/>
                </a:lnTo>
                <a:lnTo>
                  <a:pt x="3788232" y="2768600"/>
                </a:lnTo>
                <a:lnTo>
                  <a:pt x="3788409" y="2755900"/>
                </a:lnTo>
                <a:lnTo>
                  <a:pt x="3788409" y="546100"/>
                </a:lnTo>
                <a:lnTo>
                  <a:pt x="3788232" y="533400"/>
                </a:lnTo>
                <a:lnTo>
                  <a:pt x="3787698" y="520700"/>
                </a:lnTo>
                <a:lnTo>
                  <a:pt x="3786822" y="508000"/>
                </a:lnTo>
                <a:lnTo>
                  <a:pt x="3785590" y="495300"/>
                </a:lnTo>
                <a:lnTo>
                  <a:pt x="3784028" y="482600"/>
                </a:lnTo>
                <a:lnTo>
                  <a:pt x="3782136" y="469900"/>
                </a:lnTo>
                <a:lnTo>
                  <a:pt x="3779901" y="457200"/>
                </a:lnTo>
                <a:lnTo>
                  <a:pt x="3777348" y="444500"/>
                </a:lnTo>
                <a:lnTo>
                  <a:pt x="3774465" y="431800"/>
                </a:lnTo>
                <a:lnTo>
                  <a:pt x="3771264" y="419100"/>
                </a:lnTo>
                <a:lnTo>
                  <a:pt x="3767759" y="406400"/>
                </a:lnTo>
                <a:lnTo>
                  <a:pt x="3763937" y="393700"/>
                </a:lnTo>
                <a:lnTo>
                  <a:pt x="3759809" y="381000"/>
                </a:lnTo>
                <a:lnTo>
                  <a:pt x="3755389" y="368300"/>
                </a:lnTo>
                <a:lnTo>
                  <a:pt x="3750665" y="355600"/>
                </a:lnTo>
                <a:lnTo>
                  <a:pt x="3745649" y="342900"/>
                </a:lnTo>
                <a:lnTo>
                  <a:pt x="3740340" y="330200"/>
                </a:lnTo>
                <a:lnTo>
                  <a:pt x="3734752" y="317500"/>
                </a:lnTo>
                <a:lnTo>
                  <a:pt x="3728885" y="304800"/>
                </a:lnTo>
                <a:lnTo>
                  <a:pt x="3722738" y="292100"/>
                </a:lnTo>
                <a:lnTo>
                  <a:pt x="3716324" y="279400"/>
                </a:lnTo>
                <a:lnTo>
                  <a:pt x="3733939" y="279400"/>
                </a:lnTo>
                <a:lnTo>
                  <a:pt x="3751948" y="317500"/>
                </a:lnTo>
                <a:lnTo>
                  <a:pt x="3767340" y="355600"/>
                </a:lnTo>
                <a:lnTo>
                  <a:pt x="3780002" y="393700"/>
                </a:lnTo>
                <a:lnTo>
                  <a:pt x="3789806" y="431800"/>
                </a:lnTo>
                <a:lnTo>
                  <a:pt x="3792423" y="457200"/>
                </a:lnTo>
                <a:lnTo>
                  <a:pt x="3794696" y="469900"/>
                </a:lnTo>
                <a:lnTo>
                  <a:pt x="3799484" y="508000"/>
                </a:lnTo>
                <a:lnTo>
                  <a:pt x="3801109" y="546100"/>
                </a:lnTo>
                <a:lnTo>
                  <a:pt x="3801109" y="2755900"/>
                </a:lnTo>
                <a:lnTo>
                  <a:pt x="3799484" y="2794000"/>
                </a:lnTo>
                <a:lnTo>
                  <a:pt x="3794696" y="2832100"/>
                </a:lnTo>
                <a:lnTo>
                  <a:pt x="3786860" y="2870200"/>
                </a:lnTo>
                <a:lnTo>
                  <a:pt x="3783583" y="2895600"/>
                </a:lnTo>
                <a:lnTo>
                  <a:pt x="3771874" y="2933700"/>
                </a:lnTo>
                <a:lnTo>
                  <a:pt x="3757371" y="2971800"/>
                </a:lnTo>
                <a:lnTo>
                  <a:pt x="3746233" y="2997200"/>
                </a:lnTo>
                <a:lnTo>
                  <a:pt x="3740226" y="3009900"/>
                </a:lnTo>
                <a:close/>
              </a:path>
              <a:path w="3801109" h="3302000">
                <a:moveTo>
                  <a:pt x="136931" y="3098800"/>
                </a:moveTo>
                <a:lnTo>
                  <a:pt x="118694" y="3098800"/>
                </a:lnTo>
                <a:lnTo>
                  <a:pt x="110566" y="3086100"/>
                </a:lnTo>
                <a:lnTo>
                  <a:pt x="87680" y="3048000"/>
                </a:lnTo>
                <a:lnTo>
                  <a:pt x="67170" y="3009900"/>
                </a:lnTo>
                <a:lnTo>
                  <a:pt x="78295" y="3009900"/>
                </a:lnTo>
                <a:lnTo>
                  <a:pt x="84785" y="3022600"/>
                </a:lnTo>
                <a:lnTo>
                  <a:pt x="91465" y="3035300"/>
                </a:lnTo>
                <a:lnTo>
                  <a:pt x="98412" y="3048000"/>
                </a:lnTo>
                <a:lnTo>
                  <a:pt x="105613" y="3060700"/>
                </a:lnTo>
                <a:lnTo>
                  <a:pt x="112979" y="3060700"/>
                </a:lnTo>
                <a:lnTo>
                  <a:pt x="120776" y="3073400"/>
                </a:lnTo>
                <a:lnTo>
                  <a:pt x="128727" y="3086100"/>
                </a:lnTo>
                <a:lnTo>
                  <a:pt x="136931" y="3098800"/>
                </a:lnTo>
                <a:close/>
              </a:path>
              <a:path w="3801109" h="3302000">
                <a:moveTo>
                  <a:pt x="3682415" y="3098800"/>
                </a:moveTo>
                <a:lnTo>
                  <a:pt x="3664178" y="3098800"/>
                </a:lnTo>
                <a:lnTo>
                  <a:pt x="3672471" y="3086100"/>
                </a:lnTo>
                <a:lnTo>
                  <a:pt x="3680421" y="3073400"/>
                </a:lnTo>
                <a:lnTo>
                  <a:pt x="3688130" y="3060700"/>
                </a:lnTo>
                <a:lnTo>
                  <a:pt x="3695496" y="3060700"/>
                </a:lnTo>
                <a:lnTo>
                  <a:pt x="3702786" y="3048000"/>
                </a:lnTo>
                <a:lnTo>
                  <a:pt x="3709720" y="3035300"/>
                </a:lnTo>
                <a:lnTo>
                  <a:pt x="3716401" y="3022600"/>
                </a:lnTo>
                <a:lnTo>
                  <a:pt x="3722814" y="3009900"/>
                </a:lnTo>
                <a:lnTo>
                  <a:pt x="3733939" y="3009900"/>
                </a:lnTo>
                <a:lnTo>
                  <a:pt x="3713429" y="3048000"/>
                </a:lnTo>
                <a:lnTo>
                  <a:pt x="3690543" y="3086100"/>
                </a:lnTo>
                <a:lnTo>
                  <a:pt x="3682415" y="3098800"/>
                </a:lnTo>
                <a:close/>
              </a:path>
              <a:path w="3801109" h="3302000">
                <a:moveTo>
                  <a:pt x="181368" y="3149600"/>
                </a:moveTo>
                <a:lnTo>
                  <a:pt x="162991" y="3149600"/>
                </a:lnTo>
                <a:lnTo>
                  <a:pt x="153669" y="3136900"/>
                </a:lnTo>
                <a:lnTo>
                  <a:pt x="144576" y="3124200"/>
                </a:lnTo>
                <a:lnTo>
                  <a:pt x="135712" y="3111500"/>
                </a:lnTo>
                <a:lnTo>
                  <a:pt x="127076" y="3098800"/>
                </a:lnTo>
                <a:lnTo>
                  <a:pt x="136829" y="3098800"/>
                </a:lnTo>
                <a:lnTo>
                  <a:pt x="145351" y="3111500"/>
                </a:lnTo>
                <a:lnTo>
                  <a:pt x="153924" y="3111500"/>
                </a:lnTo>
                <a:lnTo>
                  <a:pt x="162915" y="3124200"/>
                </a:lnTo>
                <a:lnTo>
                  <a:pt x="172034" y="3136900"/>
                </a:lnTo>
                <a:lnTo>
                  <a:pt x="181368" y="3149600"/>
                </a:lnTo>
                <a:close/>
              </a:path>
              <a:path w="3801109" h="3302000">
                <a:moveTo>
                  <a:pt x="3638105" y="3149600"/>
                </a:moveTo>
                <a:lnTo>
                  <a:pt x="3619741" y="3149600"/>
                </a:lnTo>
                <a:lnTo>
                  <a:pt x="3629190" y="3136900"/>
                </a:lnTo>
                <a:lnTo>
                  <a:pt x="3638296" y="3124200"/>
                </a:lnTo>
                <a:lnTo>
                  <a:pt x="3647185" y="3111500"/>
                </a:lnTo>
                <a:lnTo>
                  <a:pt x="3655758" y="3111500"/>
                </a:lnTo>
                <a:lnTo>
                  <a:pt x="3664280" y="3098800"/>
                </a:lnTo>
                <a:lnTo>
                  <a:pt x="3674021" y="3098800"/>
                </a:lnTo>
                <a:lnTo>
                  <a:pt x="3665397" y="3111500"/>
                </a:lnTo>
                <a:lnTo>
                  <a:pt x="3656533" y="3124200"/>
                </a:lnTo>
                <a:lnTo>
                  <a:pt x="3647439" y="3136900"/>
                </a:lnTo>
                <a:lnTo>
                  <a:pt x="3638105" y="3149600"/>
                </a:lnTo>
                <a:close/>
              </a:path>
              <a:path w="3801109" h="3302000">
                <a:moveTo>
                  <a:pt x="210654" y="3175000"/>
                </a:moveTo>
                <a:lnTo>
                  <a:pt x="192316" y="3175000"/>
                </a:lnTo>
                <a:lnTo>
                  <a:pt x="182321" y="3162300"/>
                </a:lnTo>
                <a:lnTo>
                  <a:pt x="172554" y="3149600"/>
                </a:lnTo>
                <a:lnTo>
                  <a:pt x="190804" y="3149600"/>
                </a:lnTo>
                <a:lnTo>
                  <a:pt x="200685" y="3162300"/>
                </a:lnTo>
                <a:lnTo>
                  <a:pt x="210654" y="3175000"/>
                </a:lnTo>
                <a:close/>
              </a:path>
              <a:path w="3801109" h="3302000">
                <a:moveTo>
                  <a:pt x="3608793" y="3175000"/>
                </a:moveTo>
                <a:lnTo>
                  <a:pt x="3590455" y="3175000"/>
                </a:lnTo>
                <a:lnTo>
                  <a:pt x="3600538" y="3162300"/>
                </a:lnTo>
                <a:lnTo>
                  <a:pt x="3610305" y="3149600"/>
                </a:lnTo>
                <a:lnTo>
                  <a:pt x="3628555" y="3149600"/>
                </a:lnTo>
                <a:lnTo>
                  <a:pt x="3618788" y="3162300"/>
                </a:lnTo>
                <a:lnTo>
                  <a:pt x="3608793" y="3175000"/>
                </a:lnTo>
                <a:close/>
              </a:path>
              <a:path w="3801109" h="3302000">
                <a:moveTo>
                  <a:pt x="241769" y="3200400"/>
                </a:moveTo>
                <a:lnTo>
                  <a:pt x="223532" y="3200400"/>
                </a:lnTo>
                <a:lnTo>
                  <a:pt x="212928" y="3187700"/>
                </a:lnTo>
                <a:lnTo>
                  <a:pt x="202514" y="3175000"/>
                </a:lnTo>
                <a:lnTo>
                  <a:pt x="220713" y="3175000"/>
                </a:lnTo>
                <a:lnTo>
                  <a:pt x="231203" y="3187700"/>
                </a:lnTo>
                <a:lnTo>
                  <a:pt x="241769" y="3200400"/>
                </a:lnTo>
                <a:close/>
              </a:path>
              <a:path w="3801109" h="3302000">
                <a:moveTo>
                  <a:pt x="3577577" y="3200400"/>
                </a:moveTo>
                <a:lnTo>
                  <a:pt x="3559340" y="3200400"/>
                </a:lnTo>
                <a:lnTo>
                  <a:pt x="3570020" y="3187700"/>
                </a:lnTo>
                <a:lnTo>
                  <a:pt x="3580396" y="3175000"/>
                </a:lnTo>
                <a:lnTo>
                  <a:pt x="3598595" y="3175000"/>
                </a:lnTo>
                <a:lnTo>
                  <a:pt x="3588181" y="3187700"/>
                </a:lnTo>
                <a:lnTo>
                  <a:pt x="3577577" y="3200400"/>
                </a:lnTo>
                <a:close/>
              </a:path>
              <a:path w="3801109" h="3302000">
                <a:moveTo>
                  <a:pt x="285889" y="3225800"/>
                </a:moveTo>
                <a:lnTo>
                  <a:pt x="256552" y="3225800"/>
                </a:lnTo>
                <a:lnTo>
                  <a:pt x="245351" y="3213100"/>
                </a:lnTo>
                <a:lnTo>
                  <a:pt x="234353" y="3200400"/>
                </a:lnTo>
                <a:lnTo>
                  <a:pt x="252399" y="3200400"/>
                </a:lnTo>
                <a:lnTo>
                  <a:pt x="263474" y="3213100"/>
                </a:lnTo>
                <a:lnTo>
                  <a:pt x="274459" y="3213100"/>
                </a:lnTo>
                <a:lnTo>
                  <a:pt x="285889" y="3225800"/>
                </a:lnTo>
                <a:close/>
              </a:path>
              <a:path w="3801109" h="3302000">
                <a:moveTo>
                  <a:pt x="3544557" y="3225800"/>
                </a:moveTo>
                <a:lnTo>
                  <a:pt x="3515207" y="3225800"/>
                </a:lnTo>
                <a:lnTo>
                  <a:pt x="3526650" y="3213100"/>
                </a:lnTo>
                <a:lnTo>
                  <a:pt x="3537635" y="3213100"/>
                </a:lnTo>
                <a:lnTo>
                  <a:pt x="3548710" y="3200400"/>
                </a:lnTo>
                <a:lnTo>
                  <a:pt x="3566756" y="3200400"/>
                </a:lnTo>
                <a:lnTo>
                  <a:pt x="3555758" y="3213100"/>
                </a:lnTo>
                <a:lnTo>
                  <a:pt x="3544557" y="3225800"/>
                </a:lnTo>
                <a:close/>
              </a:path>
              <a:path w="3801109" h="3302000">
                <a:moveTo>
                  <a:pt x="309016" y="3238500"/>
                </a:moveTo>
                <a:lnTo>
                  <a:pt x="279501" y="3238500"/>
                </a:lnTo>
                <a:lnTo>
                  <a:pt x="267931" y="3225800"/>
                </a:lnTo>
                <a:lnTo>
                  <a:pt x="297230" y="3225800"/>
                </a:lnTo>
                <a:lnTo>
                  <a:pt x="309016" y="3238500"/>
                </a:lnTo>
                <a:close/>
              </a:path>
              <a:path w="3801109" h="3302000">
                <a:moveTo>
                  <a:pt x="3521608" y="3238500"/>
                </a:moveTo>
                <a:lnTo>
                  <a:pt x="3492093" y="3238500"/>
                </a:lnTo>
                <a:lnTo>
                  <a:pt x="3503879" y="3225800"/>
                </a:lnTo>
                <a:lnTo>
                  <a:pt x="3533178" y="3225800"/>
                </a:lnTo>
                <a:lnTo>
                  <a:pt x="3521608" y="3238500"/>
                </a:lnTo>
                <a:close/>
              </a:path>
              <a:path w="3801109" h="3302000">
                <a:moveTo>
                  <a:pt x="332790" y="3251200"/>
                </a:moveTo>
                <a:lnTo>
                  <a:pt x="303149" y="3251200"/>
                </a:lnTo>
                <a:lnTo>
                  <a:pt x="291236" y="3238500"/>
                </a:lnTo>
                <a:lnTo>
                  <a:pt x="320675" y="3238500"/>
                </a:lnTo>
                <a:lnTo>
                  <a:pt x="332790" y="3251200"/>
                </a:lnTo>
                <a:close/>
              </a:path>
              <a:path w="3801109" h="3302000">
                <a:moveTo>
                  <a:pt x="3497960" y="3251200"/>
                </a:moveTo>
                <a:lnTo>
                  <a:pt x="3468319" y="3251200"/>
                </a:lnTo>
                <a:lnTo>
                  <a:pt x="3480434" y="3238500"/>
                </a:lnTo>
                <a:lnTo>
                  <a:pt x="3509873" y="3238500"/>
                </a:lnTo>
                <a:lnTo>
                  <a:pt x="3497960" y="3251200"/>
                </a:lnTo>
                <a:close/>
              </a:path>
              <a:path w="3801109" h="3302000">
                <a:moveTo>
                  <a:pt x="369608" y="3263900"/>
                </a:moveTo>
                <a:lnTo>
                  <a:pt x="327482" y="3263900"/>
                </a:lnTo>
                <a:lnTo>
                  <a:pt x="315239" y="3251200"/>
                </a:lnTo>
                <a:lnTo>
                  <a:pt x="357035" y="3251200"/>
                </a:lnTo>
                <a:lnTo>
                  <a:pt x="369608" y="3263900"/>
                </a:lnTo>
                <a:close/>
              </a:path>
              <a:path w="3801109" h="3302000">
                <a:moveTo>
                  <a:pt x="3473627" y="3263900"/>
                </a:moveTo>
                <a:lnTo>
                  <a:pt x="3431501" y="3263900"/>
                </a:lnTo>
                <a:lnTo>
                  <a:pt x="3444074" y="3251200"/>
                </a:lnTo>
                <a:lnTo>
                  <a:pt x="3485870" y="3251200"/>
                </a:lnTo>
                <a:lnTo>
                  <a:pt x="3473627" y="3263900"/>
                </a:lnTo>
                <a:close/>
              </a:path>
              <a:path w="3801109" h="3302000">
                <a:moveTo>
                  <a:pt x="407708" y="3276600"/>
                </a:moveTo>
                <a:lnTo>
                  <a:pt x="365163" y="3276600"/>
                </a:lnTo>
                <a:lnTo>
                  <a:pt x="352450" y="3263900"/>
                </a:lnTo>
                <a:lnTo>
                  <a:pt x="394715" y="3263900"/>
                </a:lnTo>
                <a:lnTo>
                  <a:pt x="407708" y="3276600"/>
                </a:lnTo>
                <a:close/>
              </a:path>
              <a:path w="3801109" h="3302000">
                <a:moveTo>
                  <a:pt x="3435946" y="3276600"/>
                </a:moveTo>
                <a:lnTo>
                  <a:pt x="3393401" y="3276600"/>
                </a:lnTo>
                <a:lnTo>
                  <a:pt x="3406394" y="3263900"/>
                </a:lnTo>
                <a:lnTo>
                  <a:pt x="3448659" y="3263900"/>
                </a:lnTo>
                <a:lnTo>
                  <a:pt x="3435946" y="3276600"/>
                </a:lnTo>
                <a:close/>
              </a:path>
              <a:path w="3801109" h="3302000">
                <a:moveTo>
                  <a:pt x="446989" y="3289300"/>
                </a:moveTo>
                <a:lnTo>
                  <a:pt x="404164" y="3289300"/>
                </a:lnTo>
                <a:lnTo>
                  <a:pt x="391020" y="3276600"/>
                </a:lnTo>
                <a:lnTo>
                  <a:pt x="433616" y="3276600"/>
                </a:lnTo>
                <a:lnTo>
                  <a:pt x="446989" y="3289300"/>
                </a:lnTo>
                <a:close/>
              </a:path>
              <a:path w="3801109" h="3302000">
                <a:moveTo>
                  <a:pt x="3396945" y="3289300"/>
                </a:moveTo>
                <a:lnTo>
                  <a:pt x="3354120" y="3289300"/>
                </a:lnTo>
                <a:lnTo>
                  <a:pt x="3367493" y="3276600"/>
                </a:lnTo>
                <a:lnTo>
                  <a:pt x="3410089" y="3276600"/>
                </a:lnTo>
                <a:lnTo>
                  <a:pt x="3396945" y="3289300"/>
                </a:lnTo>
                <a:close/>
              </a:path>
              <a:path w="3801109" h="3302000">
                <a:moveTo>
                  <a:pt x="3356749" y="3302000"/>
                </a:moveTo>
                <a:lnTo>
                  <a:pt x="444360" y="3302000"/>
                </a:lnTo>
                <a:lnTo>
                  <a:pt x="430834" y="3289300"/>
                </a:lnTo>
                <a:lnTo>
                  <a:pt x="3370275" y="3289300"/>
                </a:lnTo>
                <a:lnTo>
                  <a:pt x="3356749" y="3302000"/>
                </a:lnTo>
                <a:close/>
              </a:path>
            </a:pathLst>
          </a:custGeom>
          <a:solidFill>
            <a:srgbClr val="293E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4108450" y="2910954"/>
            <a:ext cx="2540000" cy="2768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334645">
              <a:lnSpc>
                <a:spcPct val="111100"/>
              </a:lnSpc>
              <a:spcBef>
                <a:spcPts val="100"/>
              </a:spcBef>
            </a:pPr>
            <a:r>
              <a:rPr dirty="0" sz="1800" b="1">
                <a:latin typeface="宋体"/>
                <a:cs typeface="宋体"/>
              </a:rPr>
              <a:t>while</a:t>
            </a:r>
            <a:r>
              <a:rPr dirty="0" sz="1800" b="1">
                <a:latin typeface="宋体"/>
                <a:cs typeface="宋体"/>
              </a:rPr>
              <a:t>循环嵌套语法</a:t>
            </a:r>
            <a:r>
              <a:rPr dirty="0" sz="1800" spc="-5" b="1">
                <a:latin typeface="宋体"/>
                <a:cs typeface="宋体"/>
              </a:rPr>
              <a:t>：  </a:t>
            </a:r>
            <a:r>
              <a:rPr dirty="0" sz="1800">
                <a:latin typeface="宋体"/>
                <a:cs typeface="宋体"/>
              </a:rPr>
              <a:t>i=0</a:t>
            </a:r>
            <a:endParaRPr sz="1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z="1800">
                <a:latin typeface="宋体"/>
                <a:cs typeface="宋体"/>
              </a:rPr>
              <a:t>While</a:t>
            </a:r>
            <a:r>
              <a:rPr dirty="0" sz="1800" spc="-20">
                <a:latin typeface="宋体"/>
                <a:cs typeface="宋体"/>
              </a:rPr>
              <a:t> </a:t>
            </a:r>
            <a:r>
              <a:rPr dirty="0" sz="1800">
                <a:latin typeface="宋体"/>
                <a:cs typeface="宋体"/>
              </a:rPr>
              <a:t>&lt;条件判断1&gt;:</a:t>
            </a:r>
            <a:endParaRPr sz="1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z="1800">
                <a:latin typeface="宋体"/>
                <a:cs typeface="宋体"/>
              </a:rPr>
              <a:t>    j=0</a:t>
            </a:r>
            <a:endParaRPr sz="1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z="1800">
                <a:latin typeface="宋体"/>
                <a:cs typeface="宋体"/>
              </a:rPr>
              <a:t>    while</a:t>
            </a:r>
            <a:r>
              <a:rPr dirty="0" sz="1800" spc="-90">
                <a:latin typeface="宋体"/>
                <a:cs typeface="宋体"/>
              </a:rPr>
              <a:t> </a:t>
            </a:r>
            <a:r>
              <a:rPr dirty="0" sz="1800">
                <a:latin typeface="宋体"/>
                <a:cs typeface="宋体"/>
              </a:rPr>
              <a:t>&lt;条件判断2&gt;:</a:t>
            </a:r>
            <a:endParaRPr sz="1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z="1800">
                <a:latin typeface="宋体"/>
                <a:cs typeface="宋体"/>
              </a:rPr>
              <a:t>        &lt;执行2&gt;</a:t>
            </a:r>
            <a:endParaRPr sz="1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z="1800">
                <a:latin typeface="宋体"/>
                <a:cs typeface="宋体"/>
              </a:rPr>
              <a:t>        j = j +</a:t>
            </a:r>
            <a:r>
              <a:rPr dirty="0" sz="1800" spc="-45">
                <a:latin typeface="宋体"/>
                <a:cs typeface="宋体"/>
              </a:rPr>
              <a:t> </a:t>
            </a:r>
            <a:r>
              <a:rPr dirty="0" sz="1800">
                <a:latin typeface="宋体"/>
                <a:cs typeface="宋体"/>
              </a:rPr>
              <a:t>1</a:t>
            </a:r>
            <a:endParaRPr sz="1800">
              <a:latin typeface="宋体"/>
              <a:cs typeface="宋体"/>
            </a:endParaRPr>
          </a:p>
          <a:p>
            <a:pPr marL="241300">
              <a:lnSpc>
                <a:spcPct val="100000"/>
              </a:lnSpc>
              <a:spcBef>
                <a:spcPts val="240"/>
              </a:spcBef>
            </a:pPr>
            <a:r>
              <a:rPr dirty="0" sz="1800" spc="-900">
                <a:latin typeface="宋体"/>
                <a:cs typeface="宋体"/>
              </a:rPr>
              <a:t>  </a:t>
            </a:r>
            <a:r>
              <a:rPr dirty="0" sz="1800">
                <a:latin typeface="宋体"/>
                <a:cs typeface="宋体"/>
              </a:rPr>
              <a:t>&lt;执行1&gt;</a:t>
            </a:r>
            <a:endParaRPr sz="1800">
              <a:latin typeface="宋体"/>
              <a:cs typeface="宋体"/>
            </a:endParaRPr>
          </a:p>
          <a:p>
            <a:pPr marL="241300">
              <a:lnSpc>
                <a:spcPct val="100000"/>
              </a:lnSpc>
              <a:spcBef>
                <a:spcPts val="240"/>
              </a:spcBef>
            </a:pPr>
            <a:r>
              <a:rPr dirty="0" sz="1800" spc="-900">
                <a:latin typeface="宋体"/>
                <a:cs typeface="宋体"/>
              </a:rPr>
              <a:t>  </a:t>
            </a:r>
            <a:r>
              <a:rPr dirty="0" sz="1800">
                <a:latin typeface="宋体"/>
                <a:cs typeface="宋体"/>
              </a:rPr>
              <a:t>i = i +</a:t>
            </a:r>
            <a:r>
              <a:rPr dirty="0" sz="1800" spc="-35">
                <a:latin typeface="宋体"/>
                <a:cs typeface="宋体"/>
              </a:rPr>
              <a:t> </a:t>
            </a:r>
            <a:r>
              <a:rPr dirty="0" sz="1800">
                <a:latin typeface="宋体"/>
                <a:cs typeface="宋体"/>
              </a:rPr>
              <a:t>1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830311" y="2676144"/>
            <a:ext cx="3923029" cy="3301365"/>
          </a:xfrm>
          <a:custGeom>
            <a:avLst/>
            <a:gdLst/>
            <a:ahLst/>
            <a:cxnLst/>
            <a:rect l="l" t="t" r="r" b="b"/>
            <a:pathLst>
              <a:path w="3923029" h="3301365">
                <a:moveTo>
                  <a:pt x="3372612" y="3300983"/>
                </a:moveTo>
                <a:lnTo>
                  <a:pt x="548640" y="3300983"/>
                </a:lnTo>
                <a:lnTo>
                  <a:pt x="501283" y="3299004"/>
                </a:lnTo>
                <a:lnTo>
                  <a:pt x="455037" y="3293091"/>
                </a:lnTo>
                <a:lnTo>
                  <a:pt x="410068" y="3283410"/>
                </a:lnTo>
                <a:lnTo>
                  <a:pt x="366541" y="3270127"/>
                </a:lnTo>
                <a:lnTo>
                  <a:pt x="324624" y="3253405"/>
                </a:lnTo>
                <a:lnTo>
                  <a:pt x="284483" y="3233411"/>
                </a:lnTo>
                <a:lnTo>
                  <a:pt x="246284" y="3210310"/>
                </a:lnTo>
                <a:lnTo>
                  <a:pt x="210194" y="3184266"/>
                </a:lnTo>
                <a:lnTo>
                  <a:pt x="176379" y="3155445"/>
                </a:lnTo>
                <a:lnTo>
                  <a:pt x="145006" y="3124012"/>
                </a:lnTo>
                <a:lnTo>
                  <a:pt x="116241" y="3090132"/>
                </a:lnTo>
                <a:lnTo>
                  <a:pt x="90251" y="3053970"/>
                </a:lnTo>
                <a:lnTo>
                  <a:pt x="67203" y="3015691"/>
                </a:lnTo>
                <a:lnTo>
                  <a:pt x="47262" y="2975461"/>
                </a:lnTo>
                <a:lnTo>
                  <a:pt x="30595" y="2933445"/>
                </a:lnTo>
                <a:lnTo>
                  <a:pt x="17369" y="2889808"/>
                </a:lnTo>
                <a:lnTo>
                  <a:pt x="7750" y="2844714"/>
                </a:lnTo>
                <a:lnTo>
                  <a:pt x="1905" y="2798330"/>
                </a:lnTo>
                <a:lnTo>
                  <a:pt x="0" y="2750819"/>
                </a:lnTo>
                <a:lnTo>
                  <a:pt x="0" y="550163"/>
                </a:lnTo>
                <a:lnTo>
                  <a:pt x="1905" y="502746"/>
                </a:lnTo>
                <a:lnTo>
                  <a:pt x="7750" y="456445"/>
                </a:lnTo>
                <a:lnTo>
                  <a:pt x="17369" y="411424"/>
                </a:lnTo>
                <a:lnTo>
                  <a:pt x="30595" y="367848"/>
                </a:lnTo>
                <a:lnTo>
                  <a:pt x="47262" y="325884"/>
                </a:lnTo>
                <a:lnTo>
                  <a:pt x="67203" y="285695"/>
                </a:lnTo>
                <a:lnTo>
                  <a:pt x="90251" y="247448"/>
                </a:lnTo>
                <a:lnTo>
                  <a:pt x="116241" y="211307"/>
                </a:lnTo>
                <a:lnTo>
                  <a:pt x="145006" y="177437"/>
                </a:lnTo>
                <a:lnTo>
                  <a:pt x="176379" y="146004"/>
                </a:lnTo>
                <a:lnTo>
                  <a:pt x="210194" y="117172"/>
                </a:lnTo>
                <a:lnTo>
                  <a:pt x="246284" y="91108"/>
                </a:lnTo>
                <a:lnTo>
                  <a:pt x="284483" y="67975"/>
                </a:lnTo>
                <a:lnTo>
                  <a:pt x="324624" y="47940"/>
                </a:lnTo>
                <a:lnTo>
                  <a:pt x="366541" y="31167"/>
                </a:lnTo>
                <a:lnTo>
                  <a:pt x="410068" y="17821"/>
                </a:lnTo>
                <a:lnTo>
                  <a:pt x="455037" y="8068"/>
                </a:lnTo>
                <a:lnTo>
                  <a:pt x="501283" y="2072"/>
                </a:lnTo>
                <a:lnTo>
                  <a:pt x="548640" y="0"/>
                </a:lnTo>
                <a:lnTo>
                  <a:pt x="3372612" y="0"/>
                </a:lnTo>
                <a:lnTo>
                  <a:pt x="3420006" y="2072"/>
                </a:lnTo>
                <a:lnTo>
                  <a:pt x="3466287" y="8068"/>
                </a:lnTo>
                <a:lnTo>
                  <a:pt x="3511291" y="17821"/>
                </a:lnTo>
                <a:lnTo>
                  <a:pt x="3554851" y="31167"/>
                </a:lnTo>
                <a:lnTo>
                  <a:pt x="3596803" y="47940"/>
                </a:lnTo>
                <a:lnTo>
                  <a:pt x="3636981" y="67975"/>
                </a:lnTo>
                <a:lnTo>
                  <a:pt x="3675221" y="91108"/>
                </a:lnTo>
                <a:lnTo>
                  <a:pt x="3711357" y="117172"/>
                </a:lnTo>
                <a:lnTo>
                  <a:pt x="3745224" y="146004"/>
                </a:lnTo>
                <a:lnTo>
                  <a:pt x="3776657" y="177437"/>
                </a:lnTo>
                <a:lnTo>
                  <a:pt x="3805491" y="211307"/>
                </a:lnTo>
                <a:lnTo>
                  <a:pt x="3831561" y="247448"/>
                </a:lnTo>
                <a:lnTo>
                  <a:pt x="3854701" y="285695"/>
                </a:lnTo>
                <a:lnTo>
                  <a:pt x="3874747" y="325884"/>
                </a:lnTo>
                <a:lnTo>
                  <a:pt x="3891533" y="367848"/>
                </a:lnTo>
                <a:lnTo>
                  <a:pt x="3904893" y="411424"/>
                </a:lnTo>
                <a:lnTo>
                  <a:pt x="3914664" y="456445"/>
                </a:lnTo>
                <a:lnTo>
                  <a:pt x="3920680" y="502746"/>
                </a:lnTo>
                <a:lnTo>
                  <a:pt x="3922776" y="550163"/>
                </a:lnTo>
                <a:lnTo>
                  <a:pt x="3922776" y="2750819"/>
                </a:lnTo>
                <a:lnTo>
                  <a:pt x="3920680" y="2798330"/>
                </a:lnTo>
                <a:lnTo>
                  <a:pt x="3914664" y="2844714"/>
                </a:lnTo>
                <a:lnTo>
                  <a:pt x="3904893" y="2889808"/>
                </a:lnTo>
                <a:lnTo>
                  <a:pt x="3891533" y="2933445"/>
                </a:lnTo>
                <a:lnTo>
                  <a:pt x="3874747" y="2975461"/>
                </a:lnTo>
                <a:lnTo>
                  <a:pt x="3854701" y="3015691"/>
                </a:lnTo>
                <a:lnTo>
                  <a:pt x="3831561" y="3053970"/>
                </a:lnTo>
                <a:lnTo>
                  <a:pt x="3805491" y="3090132"/>
                </a:lnTo>
                <a:lnTo>
                  <a:pt x="3776657" y="3124012"/>
                </a:lnTo>
                <a:lnTo>
                  <a:pt x="3745224" y="3155445"/>
                </a:lnTo>
                <a:lnTo>
                  <a:pt x="3711357" y="3184266"/>
                </a:lnTo>
                <a:lnTo>
                  <a:pt x="3675221" y="3210310"/>
                </a:lnTo>
                <a:lnTo>
                  <a:pt x="3636981" y="3233411"/>
                </a:lnTo>
                <a:lnTo>
                  <a:pt x="3596803" y="3253405"/>
                </a:lnTo>
                <a:lnTo>
                  <a:pt x="3554851" y="3270127"/>
                </a:lnTo>
                <a:lnTo>
                  <a:pt x="3511291" y="3283410"/>
                </a:lnTo>
                <a:lnTo>
                  <a:pt x="3466287" y="3293091"/>
                </a:lnTo>
                <a:lnTo>
                  <a:pt x="3420006" y="3299004"/>
                </a:lnTo>
                <a:lnTo>
                  <a:pt x="3372612" y="330098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823200" y="2670149"/>
            <a:ext cx="3935729" cy="3302000"/>
          </a:xfrm>
          <a:custGeom>
            <a:avLst/>
            <a:gdLst/>
            <a:ahLst/>
            <a:cxnLst/>
            <a:rect l="l" t="t" r="r" b="b"/>
            <a:pathLst>
              <a:path w="3935729" h="3302000">
                <a:moveTo>
                  <a:pt x="3504895" y="12700"/>
                </a:moveTo>
                <a:lnTo>
                  <a:pt x="430834" y="12700"/>
                </a:lnTo>
                <a:lnTo>
                  <a:pt x="444360" y="0"/>
                </a:lnTo>
                <a:lnTo>
                  <a:pt x="3491369" y="0"/>
                </a:lnTo>
                <a:lnTo>
                  <a:pt x="3504895" y="12700"/>
                </a:lnTo>
                <a:close/>
              </a:path>
              <a:path w="3935729" h="3302000">
                <a:moveTo>
                  <a:pt x="433616" y="25400"/>
                </a:moveTo>
                <a:lnTo>
                  <a:pt x="378028" y="25400"/>
                </a:lnTo>
                <a:lnTo>
                  <a:pt x="391020" y="12700"/>
                </a:lnTo>
                <a:lnTo>
                  <a:pt x="446989" y="12700"/>
                </a:lnTo>
                <a:lnTo>
                  <a:pt x="433616" y="25400"/>
                </a:lnTo>
                <a:close/>
              </a:path>
              <a:path w="3935729" h="3302000">
                <a:moveTo>
                  <a:pt x="3557701" y="25400"/>
                </a:moveTo>
                <a:lnTo>
                  <a:pt x="3502113" y="25400"/>
                </a:lnTo>
                <a:lnTo>
                  <a:pt x="3488740" y="12700"/>
                </a:lnTo>
                <a:lnTo>
                  <a:pt x="3544709" y="12700"/>
                </a:lnTo>
                <a:lnTo>
                  <a:pt x="3557701" y="25400"/>
                </a:lnTo>
                <a:close/>
              </a:path>
              <a:path w="3935729" h="3302000">
                <a:moveTo>
                  <a:pt x="382016" y="38100"/>
                </a:moveTo>
                <a:lnTo>
                  <a:pt x="352450" y="38100"/>
                </a:lnTo>
                <a:lnTo>
                  <a:pt x="365163" y="25400"/>
                </a:lnTo>
                <a:lnTo>
                  <a:pt x="394868" y="25400"/>
                </a:lnTo>
                <a:lnTo>
                  <a:pt x="382016" y="38100"/>
                </a:lnTo>
                <a:close/>
              </a:path>
              <a:path w="3935729" h="3302000">
                <a:moveTo>
                  <a:pt x="3583279" y="38100"/>
                </a:moveTo>
                <a:lnTo>
                  <a:pt x="3553714" y="38100"/>
                </a:lnTo>
                <a:lnTo>
                  <a:pt x="3540861" y="25400"/>
                </a:lnTo>
                <a:lnTo>
                  <a:pt x="3570566" y="25400"/>
                </a:lnTo>
                <a:lnTo>
                  <a:pt x="3583279" y="38100"/>
                </a:lnTo>
                <a:close/>
              </a:path>
              <a:path w="3935729" h="3302000">
                <a:moveTo>
                  <a:pt x="344766" y="50800"/>
                </a:moveTo>
                <a:lnTo>
                  <a:pt x="315239" y="50800"/>
                </a:lnTo>
                <a:lnTo>
                  <a:pt x="327482" y="38100"/>
                </a:lnTo>
                <a:lnTo>
                  <a:pt x="357187" y="38100"/>
                </a:lnTo>
                <a:lnTo>
                  <a:pt x="344766" y="50800"/>
                </a:lnTo>
                <a:close/>
              </a:path>
              <a:path w="3935729" h="3302000">
                <a:moveTo>
                  <a:pt x="3620490" y="50800"/>
                </a:moveTo>
                <a:lnTo>
                  <a:pt x="3590963" y="50800"/>
                </a:lnTo>
                <a:lnTo>
                  <a:pt x="3578542" y="38100"/>
                </a:lnTo>
                <a:lnTo>
                  <a:pt x="3608247" y="38100"/>
                </a:lnTo>
                <a:lnTo>
                  <a:pt x="3620490" y="50800"/>
                </a:lnTo>
                <a:close/>
              </a:path>
              <a:path w="3935729" h="3302000">
                <a:moveTo>
                  <a:pt x="320675" y="63500"/>
                </a:moveTo>
                <a:lnTo>
                  <a:pt x="291236" y="63500"/>
                </a:lnTo>
                <a:lnTo>
                  <a:pt x="303149" y="50800"/>
                </a:lnTo>
                <a:lnTo>
                  <a:pt x="332790" y="50800"/>
                </a:lnTo>
                <a:lnTo>
                  <a:pt x="320675" y="63500"/>
                </a:lnTo>
                <a:close/>
              </a:path>
              <a:path w="3935729" h="3302000">
                <a:moveTo>
                  <a:pt x="3644493" y="63500"/>
                </a:moveTo>
                <a:lnTo>
                  <a:pt x="3615054" y="63500"/>
                </a:lnTo>
                <a:lnTo>
                  <a:pt x="3602939" y="50800"/>
                </a:lnTo>
                <a:lnTo>
                  <a:pt x="3632580" y="50800"/>
                </a:lnTo>
                <a:lnTo>
                  <a:pt x="3644493" y="63500"/>
                </a:lnTo>
                <a:close/>
              </a:path>
              <a:path w="3935729" h="3302000">
                <a:moveTo>
                  <a:pt x="297230" y="76200"/>
                </a:moveTo>
                <a:lnTo>
                  <a:pt x="267931" y="76200"/>
                </a:lnTo>
                <a:lnTo>
                  <a:pt x="279501" y="63500"/>
                </a:lnTo>
                <a:lnTo>
                  <a:pt x="309016" y="63500"/>
                </a:lnTo>
                <a:lnTo>
                  <a:pt x="297230" y="76200"/>
                </a:lnTo>
                <a:close/>
              </a:path>
              <a:path w="3935729" h="3302000">
                <a:moveTo>
                  <a:pt x="3667798" y="76200"/>
                </a:moveTo>
                <a:lnTo>
                  <a:pt x="3638499" y="76200"/>
                </a:lnTo>
                <a:lnTo>
                  <a:pt x="3626713" y="63500"/>
                </a:lnTo>
                <a:lnTo>
                  <a:pt x="3656228" y="63500"/>
                </a:lnTo>
                <a:lnTo>
                  <a:pt x="3667798" y="76200"/>
                </a:lnTo>
                <a:close/>
              </a:path>
              <a:path w="3935729" h="3302000">
                <a:moveTo>
                  <a:pt x="252399" y="101600"/>
                </a:moveTo>
                <a:lnTo>
                  <a:pt x="234353" y="101600"/>
                </a:lnTo>
                <a:lnTo>
                  <a:pt x="245351" y="88900"/>
                </a:lnTo>
                <a:lnTo>
                  <a:pt x="256552" y="76200"/>
                </a:lnTo>
                <a:lnTo>
                  <a:pt x="285889" y="76200"/>
                </a:lnTo>
                <a:lnTo>
                  <a:pt x="274459" y="88900"/>
                </a:lnTo>
                <a:lnTo>
                  <a:pt x="263474" y="88900"/>
                </a:lnTo>
                <a:lnTo>
                  <a:pt x="252399" y="101600"/>
                </a:lnTo>
                <a:close/>
              </a:path>
              <a:path w="3935729" h="3302000">
                <a:moveTo>
                  <a:pt x="3701376" y="101600"/>
                </a:moveTo>
                <a:lnTo>
                  <a:pt x="3683330" y="101600"/>
                </a:lnTo>
                <a:lnTo>
                  <a:pt x="3672255" y="88900"/>
                </a:lnTo>
                <a:lnTo>
                  <a:pt x="3661270" y="88900"/>
                </a:lnTo>
                <a:lnTo>
                  <a:pt x="3649827" y="76200"/>
                </a:lnTo>
                <a:lnTo>
                  <a:pt x="3679177" y="76200"/>
                </a:lnTo>
                <a:lnTo>
                  <a:pt x="3690378" y="88900"/>
                </a:lnTo>
                <a:lnTo>
                  <a:pt x="3701376" y="101600"/>
                </a:lnTo>
                <a:close/>
              </a:path>
              <a:path w="3935729" h="3302000">
                <a:moveTo>
                  <a:pt x="220713" y="127000"/>
                </a:moveTo>
                <a:lnTo>
                  <a:pt x="202514" y="127000"/>
                </a:lnTo>
                <a:lnTo>
                  <a:pt x="212928" y="114300"/>
                </a:lnTo>
                <a:lnTo>
                  <a:pt x="223532" y="101600"/>
                </a:lnTo>
                <a:lnTo>
                  <a:pt x="241769" y="101600"/>
                </a:lnTo>
                <a:lnTo>
                  <a:pt x="231076" y="114300"/>
                </a:lnTo>
                <a:lnTo>
                  <a:pt x="220713" y="127000"/>
                </a:lnTo>
                <a:close/>
              </a:path>
              <a:path w="3935729" h="3302000">
                <a:moveTo>
                  <a:pt x="3733215" y="127000"/>
                </a:moveTo>
                <a:lnTo>
                  <a:pt x="3715016" y="127000"/>
                </a:lnTo>
                <a:lnTo>
                  <a:pt x="3704526" y="114300"/>
                </a:lnTo>
                <a:lnTo>
                  <a:pt x="3693960" y="101600"/>
                </a:lnTo>
                <a:lnTo>
                  <a:pt x="3712197" y="101600"/>
                </a:lnTo>
                <a:lnTo>
                  <a:pt x="3722801" y="114300"/>
                </a:lnTo>
                <a:lnTo>
                  <a:pt x="3733215" y="127000"/>
                </a:lnTo>
                <a:close/>
              </a:path>
              <a:path w="3935729" h="3302000">
                <a:moveTo>
                  <a:pt x="190804" y="152400"/>
                </a:moveTo>
                <a:lnTo>
                  <a:pt x="172554" y="152400"/>
                </a:lnTo>
                <a:lnTo>
                  <a:pt x="182321" y="139700"/>
                </a:lnTo>
                <a:lnTo>
                  <a:pt x="192316" y="127000"/>
                </a:lnTo>
                <a:lnTo>
                  <a:pt x="210654" y="127000"/>
                </a:lnTo>
                <a:lnTo>
                  <a:pt x="200571" y="139700"/>
                </a:lnTo>
                <a:lnTo>
                  <a:pt x="190804" y="152400"/>
                </a:lnTo>
                <a:close/>
              </a:path>
              <a:path w="3935729" h="3302000">
                <a:moveTo>
                  <a:pt x="3763175" y="152400"/>
                </a:moveTo>
                <a:lnTo>
                  <a:pt x="3744925" y="152400"/>
                </a:lnTo>
                <a:lnTo>
                  <a:pt x="3735044" y="139700"/>
                </a:lnTo>
                <a:lnTo>
                  <a:pt x="3725075" y="127000"/>
                </a:lnTo>
                <a:lnTo>
                  <a:pt x="3743413" y="127000"/>
                </a:lnTo>
                <a:lnTo>
                  <a:pt x="3753408" y="139700"/>
                </a:lnTo>
                <a:lnTo>
                  <a:pt x="3763175" y="152400"/>
                </a:lnTo>
                <a:close/>
              </a:path>
              <a:path w="3935729" h="3302000">
                <a:moveTo>
                  <a:pt x="153924" y="190500"/>
                </a:moveTo>
                <a:lnTo>
                  <a:pt x="135712" y="190500"/>
                </a:lnTo>
                <a:lnTo>
                  <a:pt x="144576" y="177800"/>
                </a:lnTo>
                <a:lnTo>
                  <a:pt x="153670" y="165100"/>
                </a:lnTo>
                <a:lnTo>
                  <a:pt x="162991" y="152400"/>
                </a:lnTo>
                <a:lnTo>
                  <a:pt x="181368" y="152400"/>
                </a:lnTo>
                <a:lnTo>
                  <a:pt x="171919" y="165100"/>
                </a:lnTo>
                <a:lnTo>
                  <a:pt x="162814" y="177800"/>
                </a:lnTo>
                <a:lnTo>
                  <a:pt x="153924" y="190500"/>
                </a:lnTo>
                <a:close/>
              </a:path>
              <a:path w="3935729" h="3302000">
                <a:moveTo>
                  <a:pt x="3800017" y="190500"/>
                </a:moveTo>
                <a:lnTo>
                  <a:pt x="3781805" y="190500"/>
                </a:lnTo>
                <a:lnTo>
                  <a:pt x="3772814" y="177800"/>
                </a:lnTo>
                <a:lnTo>
                  <a:pt x="3763695" y="165100"/>
                </a:lnTo>
                <a:lnTo>
                  <a:pt x="3754361" y="152400"/>
                </a:lnTo>
                <a:lnTo>
                  <a:pt x="3772725" y="152400"/>
                </a:lnTo>
                <a:lnTo>
                  <a:pt x="3782059" y="165100"/>
                </a:lnTo>
                <a:lnTo>
                  <a:pt x="3791153" y="177800"/>
                </a:lnTo>
                <a:lnTo>
                  <a:pt x="3800017" y="190500"/>
                </a:lnTo>
                <a:close/>
              </a:path>
              <a:path w="3935729" h="3302000">
                <a:moveTo>
                  <a:pt x="84708" y="279400"/>
                </a:moveTo>
                <a:lnTo>
                  <a:pt x="73736" y="279400"/>
                </a:lnTo>
                <a:lnTo>
                  <a:pt x="80568" y="266700"/>
                </a:lnTo>
                <a:lnTo>
                  <a:pt x="102679" y="228600"/>
                </a:lnTo>
                <a:lnTo>
                  <a:pt x="127076" y="190500"/>
                </a:lnTo>
                <a:lnTo>
                  <a:pt x="145351" y="190500"/>
                </a:lnTo>
                <a:lnTo>
                  <a:pt x="136829" y="203200"/>
                </a:lnTo>
                <a:lnTo>
                  <a:pt x="128638" y="215900"/>
                </a:lnTo>
                <a:lnTo>
                  <a:pt x="120688" y="228600"/>
                </a:lnTo>
                <a:lnTo>
                  <a:pt x="112979" y="241300"/>
                </a:lnTo>
                <a:lnTo>
                  <a:pt x="105613" y="241300"/>
                </a:lnTo>
                <a:lnTo>
                  <a:pt x="98323" y="254000"/>
                </a:lnTo>
                <a:lnTo>
                  <a:pt x="91389" y="266700"/>
                </a:lnTo>
                <a:lnTo>
                  <a:pt x="84708" y="279400"/>
                </a:lnTo>
                <a:close/>
              </a:path>
              <a:path w="3935729" h="3302000">
                <a:moveTo>
                  <a:pt x="3861993" y="279400"/>
                </a:moveTo>
                <a:lnTo>
                  <a:pt x="3851021" y="279400"/>
                </a:lnTo>
                <a:lnTo>
                  <a:pt x="3844264" y="266700"/>
                </a:lnTo>
                <a:lnTo>
                  <a:pt x="3837317" y="254000"/>
                </a:lnTo>
                <a:lnTo>
                  <a:pt x="3830116" y="241300"/>
                </a:lnTo>
                <a:lnTo>
                  <a:pt x="3822750" y="241300"/>
                </a:lnTo>
                <a:lnTo>
                  <a:pt x="3814953" y="228600"/>
                </a:lnTo>
                <a:lnTo>
                  <a:pt x="3807002" y="215900"/>
                </a:lnTo>
                <a:lnTo>
                  <a:pt x="3798798" y="203200"/>
                </a:lnTo>
                <a:lnTo>
                  <a:pt x="3790378" y="190500"/>
                </a:lnTo>
                <a:lnTo>
                  <a:pt x="3808641" y="190500"/>
                </a:lnTo>
                <a:lnTo>
                  <a:pt x="3817035" y="203200"/>
                </a:lnTo>
                <a:lnTo>
                  <a:pt x="3840683" y="241300"/>
                </a:lnTo>
                <a:lnTo>
                  <a:pt x="3855161" y="266700"/>
                </a:lnTo>
                <a:lnTo>
                  <a:pt x="3861993" y="279400"/>
                </a:lnTo>
                <a:close/>
              </a:path>
              <a:path w="3935729" h="3302000">
                <a:moveTo>
                  <a:pt x="78371" y="3009900"/>
                </a:moveTo>
                <a:lnTo>
                  <a:pt x="60883" y="3009900"/>
                </a:lnTo>
                <a:lnTo>
                  <a:pt x="54876" y="2997200"/>
                </a:lnTo>
                <a:lnTo>
                  <a:pt x="38607" y="2959100"/>
                </a:lnTo>
                <a:lnTo>
                  <a:pt x="25019" y="2921000"/>
                </a:lnTo>
                <a:lnTo>
                  <a:pt x="14249" y="2870200"/>
                </a:lnTo>
                <a:lnTo>
                  <a:pt x="11302" y="2857500"/>
                </a:lnTo>
                <a:lnTo>
                  <a:pt x="4470" y="2819400"/>
                </a:lnTo>
                <a:lnTo>
                  <a:pt x="723" y="2781300"/>
                </a:lnTo>
                <a:lnTo>
                  <a:pt x="0" y="2755900"/>
                </a:lnTo>
                <a:lnTo>
                  <a:pt x="0" y="546100"/>
                </a:lnTo>
                <a:lnTo>
                  <a:pt x="1625" y="508000"/>
                </a:lnTo>
                <a:lnTo>
                  <a:pt x="6413" y="469900"/>
                </a:lnTo>
                <a:lnTo>
                  <a:pt x="8686" y="457200"/>
                </a:lnTo>
                <a:lnTo>
                  <a:pt x="11302" y="431800"/>
                </a:lnTo>
                <a:lnTo>
                  <a:pt x="21107" y="393700"/>
                </a:lnTo>
                <a:lnTo>
                  <a:pt x="33769" y="355600"/>
                </a:lnTo>
                <a:lnTo>
                  <a:pt x="49161" y="317500"/>
                </a:lnTo>
                <a:lnTo>
                  <a:pt x="67170" y="279400"/>
                </a:lnTo>
                <a:lnTo>
                  <a:pt x="84785" y="279400"/>
                </a:lnTo>
                <a:lnTo>
                  <a:pt x="78295" y="292100"/>
                </a:lnTo>
                <a:lnTo>
                  <a:pt x="72148" y="304800"/>
                </a:lnTo>
                <a:lnTo>
                  <a:pt x="66294" y="317500"/>
                </a:lnTo>
                <a:lnTo>
                  <a:pt x="60705" y="330200"/>
                </a:lnTo>
                <a:lnTo>
                  <a:pt x="55397" y="342900"/>
                </a:lnTo>
                <a:lnTo>
                  <a:pt x="50393" y="355600"/>
                </a:lnTo>
                <a:lnTo>
                  <a:pt x="45669" y="368300"/>
                </a:lnTo>
                <a:lnTo>
                  <a:pt x="41249" y="381000"/>
                </a:lnTo>
                <a:lnTo>
                  <a:pt x="37122" y="393700"/>
                </a:lnTo>
                <a:lnTo>
                  <a:pt x="33312" y="406400"/>
                </a:lnTo>
                <a:lnTo>
                  <a:pt x="29794" y="419100"/>
                </a:lnTo>
                <a:lnTo>
                  <a:pt x="26606" y="431800"/>
                </a:lnTo>
                <a:lnTo>
                  <a:pt x="23736" y="444500"/>
                </a:lnTo>
                <a:lnTo>
                  <a:pt x="21183" y="457200"/>
                </a:lnTo>
                <a:lnTo>
                  <a:pt x="18948" y="469900"/>
                </a:lnTo>
                <a:lnTo>
                  <a:pt x="17056" y="482600"/>
                </a:lnTo>
                <a:lnTo>
                  <a:pt x="15494" y="495300"/>
                </a:lnTo>
                <a:lnTo>
                  <a:pt x="14274" y="508000"/>
                </a:lnTo>
                <a:lnTo>
                  <a:pt x="13398" y="520700"/>
                </a:lnTo>
                <a:lnTo>
                  <a:pt x="12877" y="533400"/>
                </a:lnTo>
                <a:lnTo>
                  <a:pt x="12700" y="546100"/>
                </a:lnTo>
                <a:lnTo>
                  <a:pt x="12700" y="2755900"/>
                </a:lnTo>
                <a:lnTo>
                  <a:pt x="12877" y="2768600"/>
                </a:lnTo>
                <a:lnTo>
                  <a:pt x="13411" y="2781300"/>
                </a:lnTo>
                <a:lnTo>
                  <a:pt x="14287" y="2794000"/>
                </a:lnTo>
                <a:lnTo>
                  <a:pt x="15519" y="2806700"/>
                </a:lnTo>
                <a:lnTo>
                  <a:pt x="17081" y="2819400"/>
                </a:lnTo>
                <a:lnTo>
                  <a:pt x="18973" y="2832100"/>
                </a:lnTo>
                <a:lnTo>
                  <a:pt x="21208" y="2844800"/>
                </a:lnTo>
                <a:lnTo>
                  <a:pt x="23761" y="2857500"/>
                </a:lnTo>
                <a:lnTo>
                  <a:pt x="26644" y="2870200"/>
                </a:lnTo>
                <a:lnTo>
                  <a:pt x="29845" y="2882900"/>
                </a:lnTo>
                <a:lnTo>
                  <a:pt x="33350" y="2895600"/>
                </a:lnTo>
                <a:lnTo>
                  <a:pt x="37172" y="2908300"/>
                </a:lnTo>
                <a:lnTo>
                  <a:pt x="41300" y="2921000"/>
                </a:lnTo>
                <a:lnTo>
                  <a:pt x="45720" y="2933700"/>
                </a:lnTo>
                <a:lnTo>
                  <a:pt x="50444" y="2946400"/>
                </a:lnTo>
                <a:lnTo>
                  <a:pt x="55460" y="2959100"/>
                </a:lnTo>
                <a:lnTo>
                  <a:pt x="60769" y="2971800"/>
                </a:lnTo>
                <a:lnTo>
                  <a:pt x="66357" y="2984500"/>
                </a:lnTo>
                <a:lnTo>
                  <a:pt x="72224" y="2997200"/>
                </a:lnTo>
                <a:lnTo>
                  <a:pt x="78371" y="3009900"/>
                </a:lnTo>
                <a:close/>
              </a:path>
              <a:path w="3935729" h="3302000">
                <a:moveTo>
                  <a:pt x="3874846" y="3009900"/>
                </a:moveTo>
                <a:lnTo>
                  <a:pt x="3857358" y="3009900"/>
                </a:lnTo>
                <a:lnTo>
                  <a:pt x="3863581" y="2997200"/>
                </a:lnTo>
                <a:lnTo>
                  <a:pt x="3869435" y="2984500"/>
                </a:lnTo>
                <a:lnTo>
                  <a:pt x="3875024" y="2971800"/>
                </a:lnTo>
                <a:lnTo>
                  <a:pt x="3880332" y="2959100"/>
                </a:lnTo>
                <a:lnTo>
                  <a:pt x="3885336" y="2946400"/>
                </a:lnTo>
                <a:lnTo>
                  <a:pt x="3890060" y="2933700"/>
                </a:lnTo>
                <a:lnTo>
                  <a:pt x="3894480" y="2921000"/>
                </a:lnTo>
                <a:lnTo>
                  <a:pt x="3898607" y="2908300"/>
                </a:lnTo>
                <a:lnTo>
                  <a:pt x="3902417" y="2895600"/>
                </a:lnTo>
                <a:lnTo>
                  <a:pt x="3905935" y="2882900"/>
                </a:lnTo>
                <a:lnTo>
                  <a:pt x="3909123" y="2870200"/>
                </a:lnTo>
                <a:lnTo>
                  <a:pt x="3911993" y="2857500"/>
                </a:lnTo>
                <a:lnTo>
                  <a:pt x="3914546" y="2844800"/>
                </a:lnTo>
                <a:lnTo>
                  <a:pt x="3916781" y="2832100"/>
                </a:lnTo>
                <a:lnTo>
                  <a:pt x="3918673" y="2819400"/>
                </a:lnTo>
                <a:lnTo>
                  <a:pt x="3920235" y="2806700"/>
                </a:lnTo>
                <a:lnTo>
                  <a:pt x="3921455" y="2794000"/>
                </a:lnTo>
                <a:lnTo>
                  <a:pt x="3922331" y="2781300"/>
                </a:lnTo>
                <a:lnTo>
                  <a:pt x="3922852" y="2768600"/>
                </a:lnTo>
                <a:lnTo>
                  <a:pt x="3923029" y="2755900"/>
                </a:lnTo>
                <a:lnTo>
                  <a:pt x="3923029" y="546100"/>
                </a:lnTo>
                <a:lnTo>
                  <a:pt x="3922852" y="533400"/>
                </a:lnTo>
                <a:lnTo>
                  <a:pt x="3922318" y="520700"/>
                </a:lnTo>
                <a:lnTo>
                  <a:pt x="3921442" y="508000"/>
                </a:lnTo>
                <a:lnTo>
                  <a:pt x="3920210" y="495300"/>
                </a:lnTo>
                <a:lnTo>
                  <a:pt x="3918648" y="482600"/>
                </a:lnTo>
                <a:lnTo>
                  <a:pt x="3916756" y="469900"/>
                </a:lnTo>
                <a:lnTo>
                  <a:pt x="3914521" y="457200"/>
                </a:lnTo>
                <a:lnTo>
                  <a:pt x="3911968" y="444500"/>
                </a:lnTo>
                <a:lnTo>
                  <a:pt x="3909085" y="431800"/>
                </a:lnTo>
                <a:lnTo>
                  <a:pt x="3905884" y="419100"/>
                </a:lnTo>
                <a:lnTo>
                  <a:pt x="3902379" y="406400"/>
                </a:lnTo>
                <a:lnTo>
                  <a:pt x="3898557" y="393700"/>
                </a:lnTo>
                <a:lnTo>
                  <a:pt x="3894429" y="381000"/>
                </a:lnTo>
                <a:lnTo>
                  <a:pt x="3890009" y="368300"/>
                </a:lnTo>
                <a:lnTo>
                  <a:pt x="3885285" y="355600"/>
                </a:lnTo>
                <a:lnTo>
                  <a:pt x="3880269" y="342900"/>
                </a:lnTo>
                <a:lnTo>
                  <a:pt x="3874960" y="330200"/>
                </a:lnTo>
                <a:lnTo>
                  <a:pt x="3869372" y="317500"/>
                </a:lnTo>
                <a:lnTo>
                  <a:pt x="3863505" y="304800"/>
                </a:lnTo>
                <a:lnTo>
                  <a:pt x="3857358" y="292100"/>
                </a:lnTo>
                <a:lnTo>
                  <a:pt x="3850944" y="279400"/>
                </a:lnTo>
                <a:lnTo>
                  <a:pt x="3868559" y="279400"/>
                </a:lnTo>
                <a:lnTo>
                  <a:pt x="3886568" y="317500"/>
                </a:lnTo>
                <a:lnTo>
                  <a:pt x="3901960" y="355600"/>
                </a:lnTo>
                <a:lnTo>
                  <a:pt x="3914622" y="393700"/>
                </a:lnTo>
                <a:lnTo>
                  <a:pt x="3924427" y="431800"/>
                </a:lnTo>
                <a:lnTo>
                  <a:pt x="3927043" y="457200"/>
                </a:lnTo>
                <a:lnTo>
                  <a:pt x="3929316" y="469900"/>
                </a:lnTo>
                <a:lnTo>
                  <a:pt x="3934104" y="508000"/>
                </a:lnTo>
                <a:lnTo>
                  <a:pt x="3935729" y="546100"/>
                </a:lnTo>
                <a:lnTo>
                  <a:pt x="3935729" y="2755900"/>
                </a:lnTo>
                <a:lnTo>
                  <a:pt x="3934104" y="2794000"/>
                </a:lnTo>
                <a:lnTo>
                  <a:pt x="3929316" y="2832100"/>
                </a:lnTo>
                <a:lnTo>
                  <a:pt x="3921480" y="2870200"/>
                </a:lnTo>
                <a:lnTo>
                  <a:pt x="3918204" y="2895600"/>
                </a:lnTo>
                <a:lnTo>
                  <a:pt x="3906494" y="2933700"/>
                </a:lnTo>
                <a:lnTo>
                  <a:pt x="3891991" y="2971800"/>
                </a:lnTo>
                <a:lnTo>
                  <a:pt x="3880853" y="2997200"/>
                </a:lnTo>
                <a:lnTo>
                  <a:pt x="3874846" y="3009900"/>
                </a:lnTo>
                <a:close/>
              </a:path>
              <a:path w="3935729" h="3302000">
                <a:moveTo>
                  <a:pt x="136931" y="3098800"/>
                </a:moveTo>
                <a:lnTo>
                  <a:pt x="118694" y="3098800"/>
                </a:lnTo>
                <a:lnTo>
                  <a:pt x="110566" y="3086100"/>
                </a:lnTo>
                <a:lnTo>
                  <a:pt x="87680" y="3048000"/>
                </a:lnTo>
                <a:lnTo>
                  <a:pt x="67170" y="3009900"/>
                </a:lnTo>
                <a:lnTo>
                  <a:pt x="78295" y="3009900"/>
                </a:lnTo>
                <a:lnTo>
                  <a:pt x="84785" y="3022600"/>
                </a:lnTo>
                <a:lnTo>
                  <a:pt x="91465" y="3035300"/>
                </a:lnTo>
                <a:lnTo>
                  <a:pt x="98412" y="3048000"/>
                </a:lnTo>
                <a:lnTo>
                  <a:pt x="105613" y="3060700"/>
                </a:lnTo>
                <a:lnTo>
                  <a:pt x="112979" y="3060700"/>
                </a:lnTo>
                <a:lnTo>
                  <a:pt x="120776" y="3073400"/>
                </a:lnTo>
                <a:lnTo>
                  <a:pt x="128727" y="3086100"/>
                </a:lnTo>
                <a:lnTo>
                  <a:pt x="136931" y="3098800"/>
                </a:lnTo>
                <a:close/>
              </a:path>
              <a:path w="3935729" h="3302000">
                <a:moveTo>
                  <a:pt x="3817035" y="3098800"/>
                </a:moveTo>
                <a:lnTo>
                  <a:pt x="3798798" y="3098800"/>
                </a:lnTo>
                <a:lnTo>
                  <a:pt x="3807091" y="3086100"/>
                </a:lnTo>
                <a:lnTo>
                  <a:pt x="3815041" y="3073400"/>
                </a:lnTo>
                <a:lnTo>
                  <a:pt x="3822750" y="3060700"/>
                </a:lnTo>
                <a:lnTo>
                  <a:pt x="3830116" y="3060700"/>
                </a:lnTo>
                <a:lnTo>
                  <a:pt x="3837406" y="3048000"/>
                </a:lnTo>
                <a:lnTo>
                  <a:pt x="3844340" y="3035300"/>
                </a:lnTo>
                <a:lnTo>
                  <a:pt x="3851021" y="3022600"/>
                </a:lnTo>
                <a:lnTo>
                  <a:pt x="3857434" y="3009900"/>
                </a:lnTo>
                <a:lnTo>
                  <a:pt x="3868559" y="3009900"/>
                </a:lnTo>
                <a:lnTo>
                  <a:pt x="3848049" y="3048000"/>
                </a:lnTo>
                <a:lnTo>
                  <a:pt x="3825163" y="3086100"/>
                </a:lnTo>
                <a:lnTo>
                  <a:pt x="3817035" y="3098800"/>
                </a:lnTo>
                <a:close/>
              </a:path>
              <a:path w="3935729" h="3302000">
                <a:moveTo>
                  <a:pt x="181368" y="3149600"/>
                </a:moveTo>
                <a:lnTo>
                  <a:pt x="162991" y="3149600"/>
                </a:lnTo>
                <a:lnTo>
                  <a:pt x="153670" y="3136900"/>
                </a:lnTo>
                <a:lnTo>
                  <a:pt x="144576" y="3124200"/>
                </a:lnTo>
                <a:lnTo>
                  <a:pt x="135712" y="3111500"/>
                </a:lnTo>
                <a:lnTo>
                  <a:pt x="127076" y="3098800"/>
                </a:lnTo>
                <a:lnTo>
                  <a:pt x="136829" y="3098800"/>
                </a:lnTo>
                <a:lnTo>
                  <a:pt x="145351" y="3111500"/>
                </a:lnTo>
                <a:lnTo>
                  <a:pt x="153924" y="3111500"/>
                </a:lnTo>
                <a:lnTo>
                  <a:pt x="162915" y="3124200"/>
                </a:lnTo>
                <a:lnTo>
                  <a:pt x="172034" y="3136900"/>
                </a:lnTo>
                <a:lnTo>
                  <a:pt x="181368" y="3149600"/>
                </a:lnTo>
                <a:close/>
              </a:path>
              <a:path w="3935729" h="3302000">
                <a:moveTo>
                  <a:pt x="3772725" y="3149600"/>
                </a:moveTo>
                <a:lnTo>
                  <a:pt x="3754361" y="3149600"/>
                </a:lnTo>
                <a:lnTo>
                  <a:pt x="3763810" y="3136900"/>
                </a:lnTo>
                <a:lnTo>
                  <a:pt x="3772916" y="3124200"/>
                </a:lnTo>
                <a:lnTo>
                  <a:pt x="3781805" y="3111500"/>
                </a:lnTo>
                <a:lnTo>
                  <a:pt x="3790378" y="3111500"/>
                </a:lnTo>
                <a:lnTo>
                  <a:pt x="3798900" y="3098800"/>
                </a:lnTo>
                <a:lnTo>
                  <a:pt x="3808641" y="3098800"/>
                </a:lnTo>
                <a:lnTo>
                  <a:pt x="3800017" y="3111500"/>
                </a:lnTo>
                <a:lnTo>
                  <a:pt x="3791153" y="3124200"/>
                </a:lnTo>
                <a:lnTo>
                  <a:pt x="3782059" y="3136900"/>
                </a:lnTo>
                <a:lnTo>
                  <a:pt x="3772725" y="3149600"/>
                </a:lnTo>
                <a:close/>
              </a:path>
              <a:path w="3935729" h="3302000">
                <a:moveTo>
                  <a:pt x="210654" y="3175000"/>
                </a:moveTo>
                <a:lnTo>
                  <a:pt x="192316" y="3175000"/>
                </a:lnTo>
                <a:lnTo>
                  <a:pt x="182321" y="3162300"/>
                </a:lnTo>
                <a:lnTo>
                  <a:pt x="172554" y="3149600"/>
                </a:lnTo>
                <a:lnTo>
                  <a:pt x="190804" y="3149600"/>
                </a:lnTo>
                <a:lnTo>
                  <a:pt x="200685" y="3162300"/>
                </a:lnTo>
                <a:lnTo>
                  <a:pt x="210654" y="3175000"/>
                </a:lnTo>
                <a:close/>
              </a:path>
              <a:path w="3935729" h="3302000">
                <a:moveTo>
                  <a:pt x="3743413" y="3175000"/>
                </a:moveTo>
                <a:lnTo>
                  <a:pt x="3725075" y="3175000"/>
                </a:lnTo>
                <a:lnTo>
                  <a:pt x="3735158" y="3162300"/>
                </a:lnTo>
                <a:lnTo>
                  <a:pt x="3744925" y="3149600"/>
                </a:lnTo>
                <a:lnTo>
                  <a:pt x="3763175" y="3149600"/>
                </a:lnTo>
                <a:lnTo>
                  <a:pt x="3753408" y="3162300"/>
                </a:lnTo>
                <a:lnTo>
                  <a:pt x="3743413" y="3175000"/>
                </a:lnTo>
                <a:close/>
              </a:path>
              <a:path w="3935729" h="3302000">
                <a:moveTo>
                  <a:pt x="241769" y="3200400"/>
                </a:moveTo>
                <a:lnTo>
                  <a:pt x="223532" y="3200400"/>
                </a:lnTo>
                <a:lnTo>
                  <a:pt x="212928" y="3187700"/>
                </a:lnTo>
                <a:lnTo>
                  <a:pt x="202514" y="3175000"/>
                </a:lnTo>
                <a:lnTo>
                  <a:pt x="220713" y="3175000"/>
                </a:lnTo>
                <a:lnTo>
                  <a:pt x="231203" y="3187700"/>
                </a:lnTo>
                <a:lnTo>
                  <a:pt x="241769" y="3200400"/>
                </a:lnTo>
                <a:close/>
              </a:path>
              <a:path w="3935729" h="3302000">
                <a:moveTo>
                  <a:pt x="3712197" y="3200400"/>
                </a:moveTo>
                <a:lnTo>
                  <a:pt x="3693960" y="3200400"/>
                </a:lnTo>
                <a:lnTo>
                  <a:pt x="3704653" y="3187700"/>
                </a:lnTo>
                <a:lnTo>
                  <a:pt x="3715016" y="3175000"/>
                </a:lnTo>
                <a:lnTo>
                  <a:pt x="3733215" y="3175000"/>
                </a:lnTo>
                <a:lnTo>
                  <a:pt x="3722801" y="3187700"/>
                </a:lnTo>
                <a:lnTo>
                  <a:pt x="3712197" y="3200400"/>
                </a:lnTo>
                <a:close/>
              </a:path>
              <a:path w="3935729" h="3302000">
                <a:moveTo>
                  <a:pt x="285889" y="3225800"/>
                </a:moveTo>
                <a:lnTo>
                  <a:pt x="256552" y="3225800"/>
                </a:lnTo>
                <a:lnTo>
                  <a:pt x="245351" y="3213100"/>
                </a:lnTo>
                <a:lnTo>
                  <a:pt x="234353" y="3200400"/>
                </a:lnTo>
                <a:lnTo>
                  <a:pt x="252399" y="3200400"/>
                </a:lnTo>
                <a:lnTo>
                  <a:pt x="263474" y="3213100"/>
                </a:lnTo>
                <a:lnTo>
                  <a:pt x="274459" y="3213100"/>
                </a:lnTo>
                <a:lnTo>
                  <a:pt x="285889" y="3225800"/>
                </a:lnTo>
                <a:close/>
              </a:path>
              <a:path w="3935729" h="3302000">
                <a:moveTo>
                  <a:pt x="3679177" y="3225800"/>
                </a:moveTo>
                <a:lnTo>
                  <a:pt x="3649827" y="3225800"/>
                </a:lnTo>
                <a:lnTo>
                  <a:pt x="3661270" y="3213100"/>
                </a:lnTo>
                <a:lnTo>
                  <a:pt x="3672255" y="3213100"/>
                </a:lnTo>
                <a:lnTo>
                  <a:pt x="3683330" y="3200400"/>
                </a:lnTo>
                <a:lnTo>
                  <a:pt x="3701376" y="3200400"/>
                </a:lnTo>
                <a:lnTo>
                  <a:pt x="3690378" y="3213100"/>
                </a:lnTo>
                <a:lnTo>
                  <a:pt x="3679177" y="3225800"/>
                </a:lnTo>
                <a:close/>
              </a:path>
              <a:path w="3935729" h="3302000">
                <a:moveTo>
                  <a:pt x="309016" y="3238500"/>
                </a:moveTo>
                <a:lnTo>
                  <a:pt x="279501" y="3238500"/>
                </a:lnTo>
                <a:lnTo>
                  <a:pt x="267931" y="3225800"/>
                </a:lnTo>
                <a:lnTo>
                  <a:pt x="297230" y="3225800"/>
                </a:lnTo>
                <a:lnTo>
                  <a:pt x="309016" y="3238500"/>
                </a:lnTo>
                <a:close/>
              </a:path>
              <a:path w="3935729" h="3302000">
                <a:moveTo>
                  <a:pt x="3656228" y="3238500"/>
                </a:moveTo>
                <a:lnTo>
                  <a:pt x="3626713" y="3238500"/>
                </a:lnTo>
                <a:lnTo>
                  <a:pt x="3638499" y="3225800"/>
                </a:lnTo>
                <a:lnTo>
                  <a:pt x="3667798" y="3225800"/>
                </a:lnTo>
                <a:lnTo>
                  <a:pt x="3656228" y="3238500"/>
                </a:lnTo>
                <a:close/>
              </a:path>
              <a:path w="3935729" h="3302000">
                <a:moveTo>
                  <a:pt x="332790" y="3251200"/>
                </a:moveTo>
                <a:lnTo>
                  <a:pt x="303149" y="3251200"/>
                </a:lnTo>
                <a:lnTo>
                  <a:pt x="291236" y="3238500"/>
                </a:lnTo>
                <a:lnTo>
                  <a:pt x="320675" y="3238500"/>
                </a:lnTo>
                <a:lnTo>
                  <a:pt x="332790" y="3251200"/>
                </a:lnTo>
                <a:close/>
              </a:path>
              <a:path w="3935729" h="3302000">
                <a:moveTo>
                  <a:pt x="3632580" y="3251200"/>
                </a:moveTo>
                <a:lnTo>
                  <a:pt x="3602939" y="3251200"/>
                </a:lnTo>
                <a:lnTo>
                  <a:pt x="3615054" y="3238500"/>
                </a:lnTo>
                <a:lnTo>
                  <a:pt x="3644493" y="3238500"/>
                </a:lnTo>
                <a:lnTo>
                  <a:pt x="3632580" y="3251200"/>
                </a:lnTo>
                <a:close/>
              </a:path>
              <a:path w="3935729" h="3302000">
                <a:moveTo>
                  <a:pt x="369608" y="3263900"/>
                </a:moveTo>
                <a:lnTo>
                  <a:pt x="327482" y="3263900"/>
                </a:lnTo>
                <a:lnTo>
                  <a:pt x="315239" y="3251200"/>
                </a:lnTo>
                <a:lnTo>
                  <a:pt x="357035" y="3251200"/>
                </a:lnTo>
                <a:lnTo>
                  <a:pt x="369608" y="3263900"/>
                </a:lnTo>
                <a:close/>
              </a:path>
              <a:path w="3935729" h="3302000">
                <a:moveTo>
                  <a:pt x="3608247" y="3263900"/>
                </a:moveTo>
                <a:lnTo>
                  <a:pt x="3566121" y="3263900"/>
                </a:lnTo>
                <a:lnTo>
                  <a:pt x="3578694" y="3251200"/>
                </a:lnTo>
                <a:lnTo>
                  <a:pt x="3620490" y="3251200"/>
                </a:lnTo>
                <a:lnTo>
                  <a:pt x="3608247" y="3263900"/>
                </a:lnTo>
                <a:close/>
              </a:path>
              <a:path w="3935729" h="3302000">
                <a:moveTo>
                  <a:pt x="407708" y="3276600"/>
                </a:moveTo>
                <a:lnTo>
                  <a:pt x="365163" y="3276600"/>
                </a:lnTo>
                <a:lnTo>
                  <a:pt x="352450" y="3263900"/>
                </a:lnTo>
                <a:lnTo>
                  <a:pt x="394716" y="3263900"/>
                </a:lnTo>
                <a:lnTo>
                  <a:pt x="407708" y="3276600"/>
                </a:lnTo>
                <a:close/>
              </a:path>
              <a:path w="3935729" h="3302000">
                <a:moveTo>
                  <a:pt x="3570566" y="3276600"/>
                </a:moveTo>
                <a:lnTo>
                  <a:pt x="3528021" y="3276600"/>
                </a:lnTo>
                <a:lnTo>
                  <a:pt x="3541014" y="3263900"/>
                </a:lnTo>
                <a:lnTo>
                  <a:pt x="3583279" y="3263900"/>
                </a:lnTo>
                <a:lnTo>
                  <a:pt x="3570566" y="3276600"/>
                </a:lnTo>
                <a:close/>
              </a:path>
              <a:path w="3935729" h="3302000">
                <a:moveTo>
                  <a:pt x="446989" y="3289300"/>
                </a:moveTo>
                <a:lnTo>
                  <a:pt x="404164" y="3289300"/>
                </a:lnTo>
                <a:lnTo>
                  <a:pt x="391020" y="3276600"/>
                </a:lnTo>
                <a:lnTo>
                  <a:pt x="433616" y="3276600"/>
                </a:lnTo>
                <a:lnTo>
                  <a:pt x="446989" y="3289300"/>
                </a:lnTo>
                <a:close/>
              </a:path>
              <a:path w="3935729" h="3302000">
                <a:moveTo>
                  <a:pt x="3531565" y="3289300"/>
                </a:moveTo>
                <a:lnTo>
                  <a:pt x="3488740" y="3289300"/>
                </a:lnTo>
                <a:lnTo>
                  <a:pt x="3502113" y="3276600"/>
                </a:lnTo>
                <a:lnTo>
                  <a:pt x="3544709" y="3276600"/>
                </a:lnTo>
                <a:lnTo>
                  <a:pt x="3531565" y="3289300"/>
                </a:lnTo>
                <a:close/>
              </a:path>
              <a:path w="3935729" h="3302000">
                <a:moveTo>
                  <a:pt x="3491369" y="3302000"/>
                </a:moveTo>
                <a:lnTo>
                  <a:pt x="444360" y="3302000"/>
                </a:lnTo>
                <a:lnTo>
                  <a:pt x="430834" y="3289300"/>
                </a:lnTo>
                <a:lnTo>
                  <a:pt x="3504895" y="3289300"/>
                </a:lnTo>
                <a:lnTo>
                  <a:pt x="3491369" y="3302000"/>
                </a:lnTo>
                <a:close/>
              </a:path>
            </a:pathLst>
          </a:custGeom>
          <a:solidFill>
            <a:srgbClr val="293E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8058150" y="3320897"/>
            <a:ext cx="3568700" cy="1930400"/>
          </a:xfrm>
          <a:prstGeom prst="rect">
            <a:avLst/>
          </a:prstGeom>
        </p:spPr>
        <p:txBody>
          <a:bodyPr wrap="square" lIns="0" tIns="1193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dirty="0" sz="1800" b="1">
                <a:latin typeface="宋体"/>
                <a:cs typeface="宋体"/>
              </a:rPr>
              <a:t>for循环嵌套语法</a:t>
            </a:r>
            <a:r>
              <a:rPr dirty="0" sz="1800" spc="-10" b="1">
                <a:latin typeface="宋体"/>
                <a:cs typeface="宋体"/>
              </a:rPr>
              <a:t>：</a:t>
            </a:r>
            <a:endParaRPr sz="1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1800">
                <a:latin typeface="宋体"/>
                <a:cs typeface="宋体"/>
              </a:rPr>
              <a:t>for</a:t>
            </a:r>
            <a:r>
              <a:rPr dirty="0" sz="1800" spc="-15">
                <a:latin typeface="宋体"/>
                <a:cs typeface="宋体"/>
              </a:rPr>
              <a:t> </a:t>
            </a:r>
            <a:r>
              <a:rPr dirty="0" sz="1800">
                <a:latin typeface="宋体"/>
                <a:cs typeface="宋体"/>
              </a:rPr>
              <a:t>变量1</a:t>
            </a:r>
            <a:r>
              <a:rPr dirty="0" sz="1800" spc="-15">
                <a:latin typeface="宋体"/>
                <a:cs typeface="宋体"/>
              </a:rPr>
              <a:t> </a:t>
            </a:r>
            <a:r>
              <a:rPr dirty="0" sz="1800">
                <a:latin typeface="宋体"/>
                <a:cs typeface="宋体"/>
              </a:rPr>
              <a:t>in</a:t>
            </a:r>
            <a:r>
              <a:rPr dirty="0" sz="1800" spc="-15">
                <a:latin typeface="宋体"/>
                <a:cs typeface="宋体"/>
              </a:rPr>
              <a:t> </a:t>
            </a:r>
            <a:r>
              <a:rPr dirty="0" sz="1800">
                <a:latin typeface="宋体"/>
                <a:cs typeface="宋体"/>
              </a:rPr>
              <a:t>[可迭代对象1]:</a:t>
            </a:r>
            <a:endParaRPr sz="1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1800">
                <a:latin typeface="宋体"/>
                <a:cs typeface="宋体"/>
              </a:rPr>
              <a:t>    for</a:t>
            </a:r>
            <a:r>
              <a:rPr dirty="0" sz="1800" spc="-35">
                <a:latin typeface="宋体"/>
                <a:cs typeface="宋体"/>
              </a:rPr>
              <a:t> </a:t>
            </a:r>
            <a:r>
              <a:rPr dirty="0" sz="1800">
                <a:latin typeface="宋体"/>
                <a:cs typeface="宋体"/>
              </a:rPr>
              <a:t>变量2</a:t>
            </a:r>
            <a:r>
              <a:rPr dirty="0" sz="1800" spc="-30">
                <a:latin typeface="宋体"/>
                <a:cs typeface="宋体"/>
              </a:rPr>
              <a:t> </a:t>
            </a:r>
            <a:r>
              <a:rPr dirty="0" sz="1800">
                <a:latin typeface="宋体"/>
                <a:cs typeface="宋体"/>
              </a:rPr>
              <a:t>in</a:t>
            </a:r>
            <a:r>
              <a:rPr dirty="0" sz="1800" spc="-35">
                <a:latin typeface="宋体"/>
                <a:cs typeface="宋体"/>
              </a:rPr>
              <a:t> </a:t>
            </a:r>
            <a:r>
              <a:rPr dirty="0" sz="1800">
                <a:latin typeface="宋体"/>
                <a:cs typeface="宋体"/>
              </a:rPr>
              <a:t>[可迭代对象2]:</a:t>
            </a:r>
            <a:endParaRPr sz="1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1800">
                <a:latin typeface="宋体"/>
                <a:cs typeface="宋体"/>
              </a:rPr>
              <a:t>        &lt;执行2&gt;</a:t>
            </a:r>
            <a:endParaRPr sz="1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1800">
                <a:latin typeface="宋体"/>
                <a:cs typeface="宋体"/>
              </a:rPr>
              <a:t>    &lt;执行1&gt;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33756" y="2183892"/>
            <a:ext cx="2904744" cy="42870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2"/>
            <a:ext cx="203200" cy="609600"/>
          </a:xfrm>
          <a:custGeom>
            <a:avLst/>
            <a:gdLst/>
            <a:ahLst/>
            <a:cxnLst/>
            <a:rect l="l" t="t" r="r" b="b"/>
            <a:pathLst>
              <a:path w="203200" h="609600">
                <a:moveTo>
                  <a:pt x="0" y="0"/>
                </a:moveTo>
                <a:lnTo>
                  <a:pt x="202692" y="0"/>
                </a:lnTo>
                <a:lnTo>
                  <a:pt x="202692" y="609599"/>
                </a:lnTo>
                <a:lnTo>
                  <a:pt x="0" y="609599"/>
                </a:lnTo>
                <a:lnTo>
                  <a:pt x="0" y="0"/>
                </a:lnTo>
                <a:close/>
              </a:path>
            </a:pathLst>
          </a:custGeom>
          <a:solidFill>
            <a:srgbClr val="20565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1940" y="217411"/>
            <a:ext cx="124841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嵌套循</a:t>
            </a:r>
            <a:r>
              <a:rPr dirty="0" sz="2400" spc="-10" b="1">
                <a:solidFill>
                  <a:srgbClr val="2E5B50"/>
                </a:solidFill>
                <a:latin typeface="宋体"/>
                <a:cs typeface="宋体"/>
              </a:rPr>
              <a:t>环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75131" y="1257300"/>
            <a:ext cx="10799445" cy="1333500"/>
          </a:xfrm>
          <a:custGeom>
            <a:avLst/>
            <a:gdLst/>
            <a:ahLst/>
            <a:cxnLst/>
            <a:rect l="l" t="t" r="r" b="b"/>
            <a:pathLst>
              <a:path w="10799445" h="1333500">
                <a:moveTo>
                  <a:pt x="10576560" y="1333500"/>
                </a:moveTo>
                <a:lnTo>
                  <a:pt x="220980" y="1333500"/>
                </a:lnTo>
                <a:lnTo>
                  <a:pt x="176328" y="1328742"/>
                </a:lnTo>
                <a:lnTo>
                  <a:pt x="134732" y="1315623"/>
                </a:lnTo>
                <a:lnTo>
                  <a:pt x="97097" y="1295029"/>
                </a:lnTo>
                <a:lnTo>
                  <a:pt x="64327" y="1267848"/>
                </a:lnTo>
                <a:lnTo>
                  <a:pt x="37327" y="1234967"/>
                </a:lnTo>
                <a:lnTo>
                  <a:pt x="17002" y="1197274"/>
                </a:lnTo>
                <a:lnTo>
                  <a:pt x="4258" y="1155654"/>
                </a:lnTo>
                <a:lnTo>
                  <a:pt x="0" y="1110995"/>
                </a:lnTo>
                <a:lnTo>
                  <a:pt x="0" y="222503"/>
                </a:lnTo>
                <a:lnTo>
                  <a:pt x="4258" y="177808"/>
                </a:lnTo>
                <a:lnTo>
                  <a:pt x="17002" y="136161"/>
                </a:lnTo>
                <a:lnTo>
                  <a:pt x="37327" y="98451"/>
                </a:lnTo>
                <a:lnTo>
                  <a:pt x="64327" y="65565"/>
                </a:lnTo>
                <a:lnTo>
                  <a:pt x="97097" y="38389"/>
                </a:lnTo>
                <a:lnTo>
                  <a:pt x="134732" y="17812"/>
                </a:lnTo>
                <a:lnTo>
                  <a:pt x="176328" y="4720"/>
                </a:lnTo>
                <a:lnTo>
                  <a:pt x="220980" y="0"/>
                </a:lnTo>
                <a:lnTo>
                  <a:pt x="10576560" y="0"/>
                </a:lnTo>
                <a:lnTo>
                  <a:pt x="10621547" y="4720"/>
                </a:lnTo>
                <a:lnTo>
                  <a:pt x="10663402" y="17812"/>
                </a:lnTo>
                <a:lnTo>
                  <a:pt x="10701237" y="38389"/>
                </a:lnTo>
                <a:lnTo>
                  <a:pt x="10734165" y="65565"/>
                </a:lnTo>
                <a:lnTo>
                  <a:pt x="10761299" y="98451"/>
                </a:lnTo>
                <a:lnTo>
                  <a:pt x="10781751" y="136161"/>
                </a:lnTo>
                <a:lnTo>
                  <a:pt x="10794635" y="177808"/>
                </a:lnTo>
                <a:lnTo>
                  <a:pt x="10799064" y="222503"/>
                </a:lnTo>
                <a:lnTo>
                  <a:pt x="10799064" y="1110995"/>
                </a:lnTo>
                <a:lnTo>
                  <a:pt x="10794635" y="1155654"/>
                </a:lnTo>
                <a:lnTo>
                  <a:pt x="10781751" y="1197274"/>
                </a:lnTo>
                <a:lnTo>
                  <a:pt x="10761299" y="1234967"/>
                </a:lnTo>
                <a:lnTo>
                  <a:pt x="10734165" y="1267848"/>
                </a:lnTo>
                <a:lnTo>
                  <a:pt x="10701237" y="1295029"/>
                </a:lnTo>
                <a:lnTo>
                  <a:pt x="10663402" y="1315623"/>
                </a:lnTo>
                <a:lnTo>
                  <a:pt x="10621547" y="1328742"/>
                </a:lnTo>
                <a:lnTo>
                  <a:pt x="10576560" y="1333500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99185" y="1325753"/>
            <a:ext cx="9882505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宋体"/>
                <a:cs typeface="宋体"/>
              </a:rPr>
              <a:t>说明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：经预测，甲公司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1-3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月收入分别为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12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万元、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15.5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万元、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14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万元，预计各期销售费用、管理费用占收入比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重 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分别为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0.1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、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0.12。</a:t>
            </a:r>
            <a:endParaRPr sz="16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1600" b="1">
                <a:solidFill>
                  <a:srgbClr val="FFFFFF"/>
                </a:solidFill>
                <a:latin typeface="宋体"/>
                <a:cs typeface="宋体"/>
              </a:rPr>
              <a:t>要求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：使用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for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嵌套循环分别计算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1-3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月销售费用、管理费用预算金额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503017" y="3426942"/>
            <a:ext cx="1040765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宋体"/>
                <a:cs typeface="宋体"/>
              </a:rPr>
              <a:t>销售费用</a:t>
            </a:r>
            <a:r>
              <a:rPr dirty="0" sz="1600" spc="-5">
                <a:latin typeface="宋体"/>
                <a:cs typeface="宋体"/>
              </a:rPr>
              <a:t>：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58617" y="3670782"/>
            <a:ext cx="33020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latin typeface="宋体"/>
                <a:cs typeface="宋体"/>
              </a:rPr>
              <a:t>0.1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32854" y="2769235"/>
            <a:ext cx="11147831" cy="38328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4698212" y="2923298"/>
          <a:ext cx="6584315" cy="35185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97940"/>
                <a:gridCol w="2244725"/>
                <a:gridCol w="3042285"/>
              </a:tblGrid>
              <a:tr h="4343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56590">
                        <a:lnSpc>
                          <a:spcPts val="1689"/>
                        </a:lnSpc>
                      </a:pPr>
                      <a:r>
                        <a:rPr dirty="0" sz="1600" spc="-5">
                          <a:latin typeface="宋体"/>
                          <a:cs typeface="宋体"/>
                        </a:rPr>
                        <a:t>1</a:t>
                      </a:r>
                      <a:r>
                        <a:rPr dirty="0" sz="1600">
                          <a:latin typeface="宋体"/>
                          <a:cs typeface="宋体"/>
                        </a:rPr>
                        <a:t>月</a:t>
                      </a:r>
                      <a:r>
                        <a:rPr dirty="0" sz="1600" spc="-5">
                          <a:latin typeface="宋体"/>
                          <a:cs typeface="宋体"/>
                        </a:rPr>
                        <a:t>：12万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69900">
                        <a:lnSpc>
                          <a:spcPts val="1689"/>
                        </a:lnSpc>
                      </a:pPr>
                      <a:r>
                        <a:rPr dirty="0" sz="1600" spc="-5">
                          <a:latin typeface="宋体"/>
                          <a:cs typeface="宋体"/>
                        </a:rPr>
                        <a:t>1</a:t>
                      </a:r>
                      <a:r>
                        <a:rPr dirty="0" sz="1600">
                          <a:latin typeface="宋体"/>
                          <a:cs typeface="宋体"/>
                        </a:rPr>
                        <a:t>月销售费用预算</a:t>
                      </a:r>
                      <a:r>
                        <a:rPr dirty="0" sz="1600" spc="-5">
                          <a:latin typeface="宋体"/>
                          <a:cs typeface="宋体"/>
                        </a:rPr>
                        <a:t>=0.1*12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0"/>
                </a:tc>
              </a:tr>
              <a:tr h="132048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35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</a:pPr>
                      <a:r>
                        <a:rPr dirty="0" sz="1600">
                          <a:latin typeface="宋体"/>
                          <a:cs typeface="宋体"/>
                        </a:rPr>
                        <a:t>内循</a:t>
                      </a:r>
                      <a:r>
                        <a:rPr dirty="0" sz="1600" spc="-5">
                          <a:latin typeface="宋体"/>
                          <a:cs typeface="宋体"/>
                        </a:rPr>
                        <a:t>环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508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350">
                        <a:latin typeface="Times New Roman"/>
                        <a:cs typeface="Times New Roman"/>
                      </a:endParaRPr>
                    </a:p>
                    <a:p>
                      <a:pPr marL="656590">
                        <a:lnSpc>
                          <a:spcPct val="100000"/>
                        </a:lnSpc>
                      </a:pPr>
                      <a:r>
                        <a:rPr dirty="0" sz="1600" spc="-5">
                          <a:latin typeface="宋体"/>
                          <a:cs typeface="宋体"/>
                        </a:rPr>
                        <a:t>2</a:t>
                      </a:r>
                      <a:r>
                        <a:rPr dirty="0" sz="1600">
                          <a:latin typeface="宋体"/>
                          <a:cs typeface="宋体"/>
                        </a:rPr>
                        <a:t>月</a:t>
                      </a:r>
                      <a:r>
                        <a:rPr dirty="0" sz="1600" spc="-5">
                          <a:latin typeface="宋体"/>
                          <a:cs typeface="宋体"/>
                        </a:rPr>
                        <a:t>：15.5万</a:t>
                      </a:r>
                      <a:endParaRPr sz="1600">
                        <a:latin typeface="宋体"/>
                        <a:cs typeface="宋体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656590">
                        <a:lnSpc>
                          <a:spcPct val="100000"/>
                        </a:lnSpc>
                        <a:spcBef>
                          <a:spcPts val="1230"/>
                        </a:spcBef>
                      </a:pPr>
                      <a:r>
                        <a:rPr dirty="0" sz="1600" spc="-5">
                          <a:latin typeface="宋体"/>
                          <a:cs typeface="宋体"/>
                        </a:rPr>
                        <a:t>3</a:t>
                      </a:r>
                      <a:r>
                        <a:rPr dirty="0" sz="1600">
                          <a:latin typeface="宋体"/>
                          <a:cs typeface="宋体"/>
                        </a:rPr>
                        <a:t>月</a:t>
                      </a:r>
                      <a:r>
                        <a:rPr dirty="0" sz="1600" spc="-5">
                          <a:latin typeface="宋体"/>
                          <a:cs typeface="宋体"/>
                        </a:rPr>
                        <a:t>：14万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508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350">
                        <a:latin typeface="Times New Roman"/>
                        <a:cs typeface="Times New Roman"/>
                      </a:endParaRPr>
                    </a:p>
                    <a:p>
                      <a:pPr marL="469900">
                        <a:lnSpc>
                          <a:spcPct val="100000"/>
                        </a:lnSpc>
                      </a:pPr>
                      <a:r>
                        <a:rPr dirty="0" sz="1600" spc="-5">
                          <a:latin typeface="宋体"/>
                          <a:cs typeface="宋体"/>
                        </a:rPr>
                        <a:t>2</a:t>
                      </a:r>
                      <a:r>
                        <a:rPr dirty="0" sz="1600">
                          <a:latin typeface="宋体"/>
                          <a:cs typeface="宋体"/>
                        </a:rPr>
                        <a:t>月销售费用预算</a:t>
                      </a:r>
                      <a:r>
                        <a:rPr dirty="0" sz="1600" spc="-5">
                          <a:latin typeface="宋体"/>
                          <a:cs typeface="宋体"/>
                        </a:rPr>
                        <a:t>=0.1*15.5</a:t>
                      </a:r>
                      <a:endParaRPr sz="1600">
                        <a:latin typeface="宋体"/>
                        <a:cs typeface="宋体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469900">
                        <a:lnSpc>
                          <a:spcPct val="100000"/>
                        </a:lnSpc>
                        <a:spcBef>
                          <a:spcPts val="1230"/>
                        </a:spcBef>
                      </a:pPr>
                      <a:r>
                        <a:rPr dirty="0" sz="1600" spc="-5">
                          <a:latin typeface="宋体"/>
                          <a:cs typeface="宋体"/>
                        </a:rPr>
                        <a:t>3</a:t>
                      </a:r>
                      <a:r>
                        <a:rPr dirty="0" sz="1600">
                          <a:latin typeface="宋体"/>
                          <a:cs typeface="宋体"/>
                        </a:rPr>
                        <a:t>月销售费用预算</a:t>
                      </a:r>
                      <a:r>
                        <a:rPr dirty="0" sz="1600" spc="-5">
                          <a:latin typeface="宋体"/>
                          <a:cs typeface="宋体"/>
                        </a:rPr>
                        <a:t>=0.1*14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5080"/>
                </a:tc>
              </a:tr>
              <a:tr h="6737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656590">
                        <a:lnSpc>
                          <a:spcPct val="100000"/>
                        </a:lnSpc>
                      </a:pPr>
                      <a:r>
                        <a:rPr dirty="0" sz="1600" spc="-5">
                          <a:latin typeface="宋体"/>
                          <a:cs typeface="宋体"/>
                        </a:rPr>
                        <a:t>1</a:t>
                      </a:r>
                      <a:r>
                        <a:rPr dirty="0" sz="1600">
                          <a:latin typeface="宋体"/>
                          <a:cs typeface="宋体"/>
                        </a:rPr>
                        <a:t>月</a:t>
                      </a:r>
                      <a:r>
                        <a:rPr dirty="0" sz="1600" spc="-5">
                          <a:latin typeface="宋体"/>
                          <a:cs typeface="宋体"/>
                        </a:rPr>
                        <a:t>：12万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381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469900">
                        <a:lnSpc>
                          <a:spcPct val="100000"/>
                        </a:lnSpc>
                      </a:pPr>
                      <a:r>
                        <a:rPr dirty="0" sz="1600" spc="-5">
                          <a:latin typeface="宋体"/>
                          <a:cs typeface="宋体"/>
                        </a:rPr>
                        <a:t>1</a:t>
                      </a:r>
                      <a:r>
                        <a:rPr dirty="0" sz="1600">
                          <a:latin typeface="宋体"/>
                          <a:cs typeface="宋体"/>
                        </a:rPr>
                        <a:t>月销售费用预算</a:t>
                      </a:r>
                      <a:r>
                        <a:rPr dirty="0" sz="1600" spc="-5">
                          <a:latin typeface="宋体"/>
                          <a:cs typeface="宋体"/>
                        </a:rPr>
                        <a:t>=0.12*12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3810"/>
                </a:tc>
              </a:tr>
              <a:tr h="65436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</a:pPr>
                      <a:r>
                        <a:rPr dirty="0" sz="1600">
                          <a:latin typeface="宋体"/>
                          <a:cs typeface="宋体"/>
                        </a:rPr>
                        <a:t>内循</a:t>
                      </a:r>
                      <a:r>
                        <a:rPr dirty="0" sz="1600" spc="-5">
                          <a:latin typeface="宋体"/>
                          <a:cs typeface="宋体"/>
                        </a:rPr>
                        <a:t>环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698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656590">
                        <a:lnSpc>
                          <a:spcPct val="100000"/>
                        </a:lnSpc>
                      </a:pPr>
                      <a:r>
                        <a:rPr dirty="0" sz="1600" spc="-5">
                          <a:latin typeface="宋体"/>
                          <a:cs typeface="宋体"/>
                        </a:rPr>
                        <a:t>2</a:t>
                      </a:r>
                      <a:r>
                        <a:rPr dirty="0" sz="1600">
                          <a:latin typeface="宋体"/>
                          <a:cs typeface="宋体"/>
                        </a:rPr>
                        <a:t>月</a:t>
                      </a:r>
                      <a:r>
                        <a:rPr dirty="0" sz="1600" spc="-5">
                          <a:latin typeface="宋体"/>
                          <a:cs typeface="宋体"/>
                        </a:rPr>
                        <a:t>：15.5万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698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469900">
                        <a:lnSpc>
                          <a:spcPct val="100000"/>
                        </a:lnSpc>
                      </a:pPr>
                      <a:r>
                        <a:rPr dirty="0" sz="1600" spc="-5">
                          <a:latin typeface="宋体"/>
                          <a:cs typeface="宋体"/>
                        </a:rPr>
                        <a:t>2</a:t>
                      </a:r>
                      <a:r>
                        <a:rPr dirty="0" sz="1600">
                          <a:latin typeface="宋体"/>
                          <a:cs typeface="宋体"/>
                        </a:rPr>
                        <a:t>月销售费用预算</a:t>
                      </a:r>
                      <a:r>
                        <a:rPr dirty="0" sz="1600" spc="-5">
                          <a:latin typeface="宋体"/>
                          <a:cs typeface="宋体"/>
                        </a:rPr>
                        <a:t>=0.12*15.5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6985"/>
                </a:tc>
              </a:tr>
              <a:tr h="4356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350">
                        <a:latin typeface="Times New Roman"/>
                        <a:cs typeface="Times New Roman"/>
                      </a:endParaRPr>
                    </a:p>
                    <a:p>
                      <a:pPr marL="656590">
                        <a:lnSpc>
                          <a:spcPts val="1725"/>
                        </a:lnSpc>
                      </a:pPr>
                      <a:r>
                        <a:rPr dirty="0" sz="1600" spc="-5">
                          <a:latin typeface="宋体"/>
                          <a:cs typeface="宋体"/>
                        </a:rPr>
                        <a:t>3</a:t>
                      </a:r>
                      <a:r>
                        <a:rPr dirty="0" sz="1600">
                          <a:latin typeface="宋体"/>
                          <a:cs typeface="宋体"/>
                        </a:rPr>
                        <a:t>月</a:t>
                      </a:r>
                      <a:r>
                        <a:rPr dirty="0" sz="1600" spc="-5">
                          <a:latin typeface="宋体"/>
                          <a:cs typeface="宋体"/>
                        </a:rPr>
                        <a:t>：14万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635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350">
                        <a:latin typeface="Times New Roman"/>
                        <a:cs typeface="Times New Roman"/>
                      </a:endParaRPr>
                    </a:p>
                    <a:p>
                      <a:pPr marL="469900">
                        <a:lnSpc>
                          <a:spcPts val="1725"/>
                        </a:lnSpc>
                      </a:pPr>
                      <a:r>
                        <a:rPr dirty="0" sz="1600" spc="-5">
                          <a:latin typeface="宋体"/>
                          <a:cs typeface="宋体"/>
                        </a:rPr>
                        <a:t>3</a:t>
                      </a:r>
                      <a:r>
                        <a:rPr dirty="0" sz="1600">
                          <a:latin typeface="宋体"/>
                          <a:cs typeface="宋体"/>
                        </a:rPr>
                        <a:t>月销售费用预算</a:t>
                      </a:r>
                      <a:r>
                        <a:rPr dirty="0" sz="1600" spc="-5">
                          <a:latin typeface="宋体"/>
                          <a:cs typeface="宋体"/>
                        </a:rPr>
                        <a:t>=0.12*14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6350"/>
                </a:tc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2407132" y="3548227"/>
            <a:ext cx="134620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宋体"/>
                <a:cs typeface="宋体"/>
              </a:rPr>
              <a:t>销售费用：</a:t>
            </a:r>
            <a:r>
              <a:rPr dirty="0" sz="1600" spc="-5">
                <a:latin typeface="宋体"/>
                <a:cs typeface="宋体"/>
              </a:rPr>
              <a:t>0.1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51357" y="3849738"/>
            <a:ext cx="3203575" cy="1948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005205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latin typeface="宋体"/>
                <a:cs typeface="宋体"/>
              </a:rPr>
              <a:t>1</a:t>
            </a:r>
            <a:endParaRPr sz="160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600">
                <a:latin typeface="宋体"/>
                <a:cs typeface="宋体"/>
              </a:rPr>
              <a:t>外循</a:t>
            </a:r>
            <a:r>
              <a:rPr dirty="0" sz="1600" spc="-5">
                <a:latin typeface="宋体"/>
                <a:cs typeface="宋体"/>
              </a:rPr>
              <a:t>环</a:t>
            </a:r>
            <a:endParaRPr sz="16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300">
              <a:latin typeface="Times New Roman"/>
              <a:cs typeface="Times New Roman"/>
            </a:endParaRPr>
          </a:p>
          <a:p>
            <a:pPr marL="1005205">
              <a:lnSpc>
                <a:spcPct val="100000"/>
              </a:lnSpc>
            </a:pPr>
            <a:r>
              <a:rPr dirty="0" sz="1600" spc="-5">
                <a:latin typeface="宋体"/>
                <a:cs typeface="宋体"/>
              </a:rPr>
              <a:t>2</a:t>
            </a:r>
            <a:endParaRPr sz="1600">
              <a:latin typeface="宋体"/>
              <a:cs typeface="宋体"/>
            </a:endParaRPr>
          </a:p>
          <a:p>
            <a:pPr marL="1768475">
              <a:lnSpc>
                <a:spcPct val="100000"/>
              </a:lnSpc>
              <a:spcBef>
                <a:spcPts val="1415"/>
              </a:spcBef>
            </a:pPr>
            <a:r>
              <a:rPr dirty="0" sz="1600" spc="-45">
                <a:latin typeface="宋体"/>
                <a:cs typeface="宋体"/>
              </a:rPr>
              <a:t>管</a:t>
            </a:r>
            <a:r>
              <a:rPr dirty="0" sz="1600" spc="-1555">
                <a:latin typeface="宋体"/>
                <a:cs typeface="宋体"/>
              </a:rPr>
              <a:t>管</a:t>
            </a:r>
            <a:r>
              <a:rPr dirty="0" sz="1600" spc="-45">
                <a:latin typeface="宋体"/>
                <a:cs typeface="宋体"/>
              </a:rPr>
              <a:t>理</a:t>
            </a:r>
            <a:r>
              <a:rPr dirty="0" sz="1600" spc="-1555">
                <a:latin typeface="宋体"/>
                <a:cs typeface="宋体"/>
              </a:rPr>
              <a:t>理</a:t>
            </a:r>
            <a:r>
              <a:rPr dirty="0" sz="1600" spc="-45">
                <a:latin typeface="宋体"/>
                <a:cs typeface="宋体"/>
              </a:rPr>
              <a:t>费</a:t>
            </a:r>
            <a:r>
              <a:rPr dirty="0" sz="1600" spc="-1555">
                <a:latin typeface="宋体"/>
                <a:cs typeface="宋体"/>
              </a:rPr>
              <a:t>费</a:t>
            </a:r>
            <a:r>
              <a:rPr dirty="0" sz="1600" spc="-45">
                <a:latin typeface="宋体"/>
                <a:cs typeface="宋体"/>
              </a:rPr>
              <a:t>用</a:t>
            </a:r>
            <a:r>
              <a:rPr dirty="0" sz="1600" spc="-1555">
                <a:latin typeface="宋体"/>
                <a:cs typeface="宋体"/>
              </a:rPr>
              <a:t>用</a:t>
            </a:r>
            <a:r>
              <a:rPr dirty="0" sz="1600">
                <a:latin typeface="宋体"/>
                <a:cs typeface="宋体"/>
              </a:rPr>
              <a:t>：</a:t>
            </a:r>
            <a:r>
              <a:rPr dirty="0" sz="1600" spc="-5">
                <a:latin typeface="宋体"/>
                <a:cs typeface="宋体"/>
              </a:rPr>
              <a:t>0.12</a:t>
            </a:r>
            <a:endParaRPr sz="16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2"/>
            <a:ext cx="203200" cy="609600"/>
          </a:xfrm>
          <a:custGeom>
            <a:avLst/>
            <a:gdLst/>
            <a:ahLst/>
            <a:cxnLst/>
            <a:rect l="l" t="t" r="r" b="b"/>
            <a:pathLst>
              <a:path w="203200" h="609600">
                <a:moveTo>
                  <a:pt x="0" y="0"/>
                </a:moveTo>
                <a:lnTo>
                  <a:pt x="202692" y="0"/>
                </a:lnTo>
                <a:lnTo>
                  <a:pt x="202692" y="609599"/>
                </a:lnTo>
                <a:lnTo>
                  <a:pt x="0" y="609599"/>
                </a:lnTo>
                <a:lnTo>
                  <a:pt x="0" y="0"/>
                </a:lnTo>
                <a:close/>
              </a:path>
            </a:pathLst>
          </a:custGeom>
          <a:solidFill>
            <a:srgbClr val="20565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1940" y="217411"/>
            <a:ext cx="124841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嵌套循</a:t>
            </a:r>
            <a:r>
              <a:rPr dirty="0" sz="2400" spc="-10" b="1">
                <a:solidFill>
                  <a:srgbClr val="2E5B50"/>
                </a:solidFill>
                <a:latin typeface="宋体"/>
                <a:cs typeface="宋体"/>
              </a:rPr>
              <a:t>环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75131" y="1257300"/>
            <a:ext cx="10799445" cy="1333500"/>
          </a:xfrm>
          <a:custGeom>
            <a:avLst/>
            <a:gdLst/>
            <a:ahLst/>
            <a:cxnLst/>
            <a:rect l="l" t="t" r="r" b="b"/>
            <a:pathLst>
              <a:path w="10799445" h="1333500">
                <a:moveTo>
                  <a:pt x="10576560" y="1333500"/>
                </a:moveTo>
                <a:lnTo>
                  <a:pt x="220980" y="1333500"/>
                </a:lnTo>
                <a:lnTo>
                  <a:pt x="176328" y="1328742"/>
                </a:lnTo>
                <a:lnTo>
                  <a:pt x="134732" y="1315623"/>
                </a:lnTo>
                <a:lnTo>
                  <a:pt x="97097" y="1295029"/>
                </a:lnTo>
                <a:lnTo>
                  <a:pt x="64327" y="1267848"/>
                </a:lnTo>
                <a:lnTo>
                  <a:pt x="37327" y="1234967"/>
                </a:lnTo>
                <a:lnTo>
                  <a:pt x="17002" y="1197274"/>
                </a:lnTo>
                <a:lnTo>
                  <a:pt x="4258" y="1155654"/>
                </a:lnTo>
                <a:lnTo>
                  <a:pt x="0" y="1110995"/>
                </a:lnTo>
                <a:lnTo>
                  <a:pt x="0" y="222503"/>
                </a:lnTo>
                <a:lnTo>
                  <a:pt x="4258" y="177808"/>
                </a:lnTo>
                <a:lnTo>
                  <a:pt x="17002" y="136161"/>
                </a:lnTo>
                <a:lnTo>
                  <a:pt x="37327" y="98451"/>
                </a:lnTo>
                <a:lnTo>
                  <a:pt x="64327" y="65565"/>
                </a:lnTo>
                <a:lnTo>
                  <a:pt x="97097" y="38389"/>
                </a:lnTo>
                <a:lnTo>
                  <a:pt x="134732" y="17812"/>
                </a:lnTo>
                <a:lnTo>
                  <a:pt x="176328" y="4720"/>
                </a:lnTo>
                <a:lnTo>
                  <a:pt x="220980" y="0"/>
                </a:lnTo>
                <a:lnTo>
                  <a:pt x="10576560" y="0"/>
                </a:lnTo>
                <a:lnTo>
                  <a:pt x="10621547" y="4720"/>
                </a:lnTo>
                <a:lnTo>
                  <a:pt x="10663402" y="17812"/>
                </a:lnTo>
                <a:lnTo>
                  <a:pt x="10701237" y="38389"/>
                </a:lnTo>
                <a:lnTo>
                  <a:pt x="10734165" y="65565"/>
                </a:lnTo>
                <a:lnTo>
                  <a:pt x="10761299" y="98451"/>
                </a:lnTo>
                <a:lnTo>
                  <a:pt x="10781751" y="136161"/>
                </a:lnTo>
                <a:lnTo>
                  <a:pt x="10794635" y="177808"/>
                </a:lnTo>
                <a:lnTo>
                  <a:pt x="10799064" y="222503"/>
                </a:lnTo>
                <a:lnTo>
                  <a:pt x="10799064" y="1110995"/>
                </a:lnTo>
                <a:lnTo>
                  <a:pt x="10794635" y="1155654"/>
                </a:lnTo>
                <a:lnTo>
                  <a:pt x="10781751" y="1197274"/>
                </a:lnTo>
                <a:lnTo>
                  <a:pt x="10761299" y="1234967"/>
                </a:lnTo>
                <a:lnTo>
                  <a:pt x="10734165" y="1267848"/>
                </a:lnTo>
                <a:lnTo>
                  <a:pt x="10701237" y="1295029"/>
                </a:lnTo>
                <a:lnTo>
                  <a:pt x="10663402" y="1315623"/>
                </a:lnTo>
                <a:lnTo>
                  <a:pt x="10621547" y="1328742"/>
                </a:lnTo>
                <a:lnTo>
                  <a:pt x="10576560" y="1333500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31291" y="2907792"/>
            <a:ext cx="6172200" cy="3192780"/>
          </a:xfrm>
          <a:custGeom>
            <a:avLst/>
            <a:gdLst/>
            <a:ahLst/>
            <a:cxnLst/>
            <a:rect l="l" t="t" r="r" b="b"/>
            <a:pathLst>
              <a:path w="6172200" h="3192779">
                <a:moveTo>
                  <a:pt x="5640324" y="3192779"/>
                </a:moveTo>
                <a:lnTo>
                  <a:pt x="531876" y="3192779"/>
                </a:lnTo>
                <a:lnTo>
                  <a:pt x="483462" y="3190685"/>
                </a:lnTo>
                <a:lnTo>
                  <a:pt x="436265" y="3184357"/>
                </a:lnTo>
                <a:lnTo>
                  <a:pt x="390472" y="3173983"/>
                </a:lnTo>
                <a:lnTo>
                  <a:pt x="346270" y="3159753"/>
                </a:lnTo>
                <a:lnTo>
                  <a:pt x="303850" y="3141854"/>
                </a:lnTo>
                <a:lnTo>
                  <a:pt x="263397" y="3120474"/>
                </a:lnTo>
                <a:lnTo>
                  <a:pt x="225102" y="3095802"/>
                </a:lnTo>
                <a:lnTo>
                  <a:pt x="189151" y="3068025"/>
                </a:lnTo>
                <a:lnTo>
                  <a:pt x="155733" y="3037331"/>
                </a:lnTo>
                <a:lnTo>
                  <a:pt x="125036" y="3003910"/>
                </a:lnTo>
                <a:lnTo>
                  <a:pt x="97249" y="2967949"/>
                </a:lnTo>
                <a:lnTo>
                  <a:pt x="72559" y="2929635"/>
                </a:lnTo>
                <a:lnTo>
                  <a:pt x="51154" y="2889159"/>
                </a:lnTo>
                <a:lnTo>
                  <a:pt x="33223" y="2846706"/>
                </a:lnTo>
                <a:lnTo>
                  <a:pt x="18954" y="2802466"/>
                </a:lnTo>
                <a:lnTo>
                  <a:pt x="8535" y="2756627"/>
                </a:lnTo>
                <a:lnTo>
                  <a:pt x="2154" y="2709377"/>
                </a:lnTo>
                <a:lnTo>
                  <a:pt x="0" y="2660904"/>
                </a:lnTo>
                <a:lnTo>
                  <a:pt x="0" y="533399"/>
                </a:lnTo>
                <a:lnTo>
                  <a:pt x="2154" y="484846"/>
                </a:lnTo>
                <a:lnTo>
                  <a:pt x="8535" y="437523"/>
                </a:lnTo>
                <a:lnTo>
                  <a:pt x="18954" y="391618"/>
                </a:lnTo>
                <a:lnTo>
                  <a:pt x="33223" y="347317"/>
                </a:lnTo>
                <a:lnTo>
                  <a:pt x="51154" y="304806"/>
                </a:lnTo>
                <a:lnTo>
                  <a:pt x="72559" y="264272"/>
                </a:lnTo>
                <a:lnTo>
                  <a:pt x="97249" y="225902"/>
                </a:lnTo>
                <a:lnTo>
                  <a:pt x="125036" y="189883"/>
                </a:lnTo>
                <a:lnTo>
                  <a:pt x="155733" y="156400"/>
                </a:lnTo>
                <a:lnTo>
                  <a:pt x="189151" y="125641"/>
                </a:lnTo>
                <a:lnTo>
                  <a:pt x="225102" y="97791"/>
                </a:lnTo>
                <a:lnTo>
                  <a:pt x="263398" y="73039"/>
                </a:lnTo>
                <a:lnTo>
                  <a:pt x="303850" y="51569"/>
                </a:lnTo>
                <a:lnTo>
                  <a:pt x="346270" y="33569"/>
                </a:lnTo>
                <a:lnTo>
                  <a:pt x="390472" y="19226"/>
                </a:lnTo>
                <a:lnTo>
                  <a:pt x="436265" y="8725"/>
                </a:lnTo>
                <a:lnTo>
                  <a:pt x="483462" y="2254"/>
                </a:lnTo>
                <a:lnTo>
                  <a:pt x="531876" y="0"/>
                </a:lnTo>
                <a:lnTo>
                  <a:pt x="5640324" y="0"/>
                </a:lnTo>
                <a:lnTo>
                  <a:pt x="5688797" y="2254"/>
                </a:lnTo>
                <a:lnTo>
                  <a:pt x="5736047" y="8725"/>
                </a:lnTo>
                <a:lnTo>
                  <a:pt x="5781886" y="19226"/>
                </a:lnTo>
                <a:lnTo>
                  <a:pt x="5826126" y="33569"/>
                </a:lnTo>
                <a:lnTo>
                  <a:pt x="5868579" y="51569"/>
                </a:lnTo>
                <a:lnTo>
                  <a:pt x="5909056" y="73039"/>
                </a:lnTo>
                <a:lnTo>
                  <a:pt x="5947369" y="97791"/>
                </a:lnTo>
                <a:lnTo>
                  <a:pt x="5983330" y="125641"/>
                </a:lnTo>
                <a:lnTo>
                  <a:pt x="6016751" y="156400"/>
                </a:lnTo>
                <a:lnTo>
                  <a:pt x="6047445" y="189883"/>
                </a:lnTo>
                <a:lnTo>
                  <a:pt x="6075222" y="225902"/>
                </a:lnTo>
                <a:lnTo>
                  <a:pt x="6099894" y="264272"/>
                </a:lnTo>
                <a:lnTo>
                  <a:pt x="6121274" y="304806"/>
                </a:lnTo>
                <a:lnTo>
                  <a:pt x="6139173" y="347317"/>
                </a:lnTo>
                <a:lnTo>
                  <a:pt x="6153404" y="391618"/>
                </a:lnTo>
                <a:lnTo>
                  <a:pt x="6163777" y="437523"/>
                </a:lnTo>
                <a:lnTo>
                  <a:pt x="6170105" y="484846"/>
                </a:lnTo>
                <a:lnTo>
                  <a:pt x="6172200" y="533399"/>
                </a:lnTo>
                <a:lnTo>
                  <a:pt x="6172200" y="2660904"/>
                </a:lnTo>
                <a:lnTo>
                  <a:pt x="6170105" y="2709377"/>
                </a:lnTo>
                <a:lnTo>
                  <a:pt x="6163777" y="2756627"/>
                </a:lnTo>
                <a:lnTo>
                  <a:pt x="6153404" y="2802466"/>
                </a:lnTo>
                <a:lnTo>
                  <a:pt x="6139173" y="2846706"/>
                </a:lnTo>
                <a:lnTo>
                  <a:pt x="6121274" y="2889159"/>
                </a:lnTo>
                <a:lnTo>
                  <a:pt x="6099894" y="2929635"/>
                </a:lnTo>
                <a:lnTo>
                  <a:pt x="6075222" y="2967949"/>
                </a:lnTo>
                <a:lnTo>
                  <a:pt x="6047445" y="3003910"/>
                </a:lnTo>
                <a:lnTo>
                  <a:pt x="6016751" y="3037331"/>
                </a:lnTo>
                <a:lnTo>
                  <a:pt x="5983330" y="3068025"/>
                </a:lnTo>
                <a:lnTo>
                  <a:pt x="5947369" y="3095802"/>
                </a:lnTo>
                <a:lnTo>
                  <a:pt x="5909055" y="3120474"/>
                </a:lnTo>
                <a:lnTo>
                  <a:pt x="5868579" y="3141854"/>
                </a:lnTo>
                <a:lnTo>
                  <a:pt x="5826126" y="3159753"/>
                </a:lnTo>
                <a:lnTo>
                  <a:pt x="5781886" y="3173983"/>
                </a:lnTo>
                <a:lnTo>
                  <a:pt x="5736047" y="3184357"/>
                </a:lnTo>
                <a:lnTo>
                  <a:pt x="5688797" y="3190685"/>
                </a:lnTo>
                <a:lnTo>
                  <a:pt x="5640324" y="3192779"/>
                </a:lnTo>
                <a:close/>
              </a:path>
            </a:pathLst>
          </a:custGeom>
          <a:solidFill>
            <a:srgbClr val="D2E1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3275" y="2846832"/>
            <a:ext cx="1163320" cy="464820"/>
          </a:xfrm>
          <a:custGeom>
            <a:avLst/>
            <a:gdLst/>
            <a:ahLst/>
            <a:cxnLst/>
            <a:rect l="l" t="t" r="r" b="b"/>
            <a:pathLst>
              <a:path w="1163320" h="464820">
                <a:moveTo>
                  <a:pt x="1085088" y="464820"/>
                </a:moveTo>
                <a:lnTo>
                  <a:pt x="77724" y="464820"/>
                </a:lnTo>
                <a:lnTo>
                  <a:pt x="47543" y="458306"/>
                </a:lnTo>
                <a:lnTo>
                  <a:pt x="22893" y="441545"/>
                </a:lnTo>
                <a:lnTo>
                  <a:pt x="6227" y="416990"/>
                </a:lnTo>
                <a:lnTo>
                  <a:pt x="0" y="387096"/>
                </a:lnTo>
                <a:lnTo>
                  <a:pt x="0" y="77724"/>
                </a:lnTo>
                <a:lnTo>
                  <a:pt x="6227" y="47329"/>
                </a:lnTo>
                <a:lnTo>
                  <a:pt x="22893" y="22607"/>
                </a:lnTo>
                <a:lnTo>
                  <a:pt x="47543" y="6013"/>
                </a:lnTo>
                <a:lnTo>
                  <a:pt x="77724" y="0"/>
                </a:lnTo>
                <a:lnTo>
                  <a:pt x="1085088" y="0"/>
                </a:lnTo>
                <a:lnTo>
                  <a:pt x="1115482" y="6013"/>
                </a:lnTo>
                <a:lnTo>
                  <a:pt x="1140204" y="22607"/>
                </a:lnTo>
                <a:lnTo>
                  <a:pt x="1156798" y="47329"/>
                </a:lnTo>
                <a:lnTo>
                  <a:pt x="1162812" y="77724"/>
                </a:lnTo>
                <a:lnTo>
                  <a:pt x="1162812" y="387096"/>
                </a:lnTo>
                <a:lnTo>
                  <a:pt x="1156798" y="416990"/>
                </a:lnTo>
                <a:lnTo>
                  <a:pt x="1140204" y="441545"/>
                </a:lnTo>
                <a:lnTo>
                  <a:pt x="1115482" y="458306"/>
                </a:lnTo>
                <a:lnTo>
                  <a:pt x="1085088" y="464820"/>
                </a:lnTo>
                <a:close/>
              </a:path>
            </a:pathLst>
          </a:custGeom>
          <a:solidFill>
            <a:srgbClr val="78A77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14451" y="1325753"/>
            <a:ext cx="10567670" cy="187578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97230" marR="5080">
              <a:lnSpc>
                <a:spcPct val="15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宋体"/>
                <a:cs typeface="宋体"/>
              </a:rPr>
              <a:t>说明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：经预测，甲公司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1-3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月收入分别为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12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万元、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15.5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万元、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14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万元，预计各期销售费用、管理费用占收入比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重 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分别为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0.1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、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0.12。</a:t>
            </a:r>
            <a:endParaRPr sz="1600">
              <a:latin typeface="宋体"/>
              <a:cs typeface="宋体"/>
            </a:endParaRPr>
          </a:p>
          <a:p>
            <a:pPr marL="697230">
              <a:lnSpc>
                <a:spcPct val="100000"/>
              </a:lnSpc>
              <a:spcBef>
                <a:spcPts val="960"/>
              </a:spcBef>
            </a:pPr>
            <a:r>
              <a:rPr dirty="0" sz="1600" b="1">
                <a:solidFill>
                  <a:srgbClr val="FFFFFF"/>
                </a:solidFill>
                <a:latin typeface="宋体"/>
                <a:cs typeface="宋体"/>
              </a:rPr>
              <a:t>要求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：使用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for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嵌套循环分别计算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1-3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月销售费用、管理费用预算金额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160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8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示例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6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代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码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3565" y="3355339"/>
            <a:ext cx="5003800" cy="7562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latin typeface="宋体"/>
                <a:cs typeface="宋体"/>
              </a:rPr>
              <a:t># </a:t>
            </a:r>
            <a:r>
              <a:rPr dirty="0" sz="1600">
                <a:latin typeface="宋体"/>
                <a:cs typeface="宋体"/>
              </a:rPr>
              <a:t>创建字</a:t>
            </a:r>
            <a:r>
              <a:rPr dirty="0" sz="1600" spc="-5">
                <a:latin typeface="宋体"/>
                <a:cs typeface="宋体"/>
              </a:rPr>
              <a:t>典</a:t>
            </a:r>
            <a:endParaRPr sz="1600">
              <a:latin typeface="宋体"/>
              <a:cs typeface="宋体"/>
            </a:endParaRPr>
          </a:p>
          <a:p>
            <a:pPr marL="12700" marR="5080">
              <a:lnSpc>
                <a:spcPct val="100000"/>
              </a:lnSpc>
            </a:pPr>
            <a:r>
              <a:rPr dirty="0" sz="1600" spc="-5">
                <a:latin typeface="宋体"/>
                <a:cs typeface="宋体"/>
              </a:rPr>
              <a:t>percentage</a:t>
            </a:r>
            <a:r>
              <a:rPr dirty="0" sz="1600" spc="-1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=</a:t>
            </a:r>
            <a:r>
              <a:rPr dirty="0" sz="1600" spc="-1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{'</a:t>
            </a:r>
            <a:r>
              <a:rPr dirty="0" sz="1600">
                <a:latin typeface="宋体"/>
                <a:cs typeface="宋体"/>
              </a:rPr>
              <a:t>销售费用</a:t>
            </a:r>
            <a:r>
              <a:rPr dirty="0" sz="1600" spc="-5">
                <a:latin typeface="宋体"/>
                <a:cs typeface="宋体"/>
              </a:rPr>
              <a:t>':0.1,'</a:t>
            </a:r>
            <a:r>
              <a:rPr dirty="0" sz="1600">
                <a:latin typeface="宋体"/>
                <a:cs typeface="宋体"/>
              </a:rPr>
              <a:t>管理费用</a:t>
            </a:r>
            <a:r>
              <a:rPr dirty="0" sz="1600" spc="-5">
                <a:latin typeface="宋体"/>
                <a:cs typeface="宋体"/>
              </a:rPr>
              <a:t>':0.12}  income =</a:t>
            </a:r>
            <a:r>
              <a:rPr dirty="0" sz="160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{'1</a:t>
            </a:r>
            <a:r>
              <a:rPr dirty="0" sz="1600">
                <a:latin typeface="宋体"/>
                <a:cs typeface="宋体"/>
              </a:rPr>
              <a:t>月</a:t>
            </a:r>
            <a:r>
              <a:rPr dirty="0" sz="1600" spc="-5">
                <a:latin typeface="宋体"/>
                <a:cs typeface="宋体"/>
              </a:rPr>
              <a:t>':120000,'2</a:t>
            </a:r>
            <a:r>
              <a:rPr dirty="0" sz="1600">
                <a:latin typeface="宋体"/>
                <a:cs typeface="宋体"/>
              </a:rPr>
              <a:t>月</a:t>
            </a:r>
            <a:r>
              <a:rPr dirty="0" sz="1600" spc="-5">
                <a:latin typeface="宋体"/>
                <a:cs typeface="宋体"/>
              </a:rPr>
              <a:t>':155000,'3</a:t>
            </a:r>
            <a:r>
              <a:rPr dirty="0" sz="1600">
                <a:latin typeface="宋体"/>
                <a:cs typeface="宋体"/>
              </a:rPr>
              <a:t>月</a:t>
            </a:r>
            <a:r>
              <a:rPr dirty="0" sz="1600" spc="-5">
                <a:latin typeface="宋体"/>
                <a:cs typeface="宋体"/>
              </a:rPr>
              <a:t>':140000}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83565" y="4330700"/>
            <a:ext cx="5938520" cy="12439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31750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latin typeface="宋体"/>
                <a:cs typeface="宋体"/>
              </a:rPr>
              <a:t>#</a:t>
            </a:r>
            <a:r>
              <a:rPr dirty="0" sz="1600" spc="-8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for</a:t>
            </a:r>
            <a:r>
              <a:rPr dirty="0" sz="1600">
                <a:latin typeface="宋体"/>
                <a:cs typeface="宋体"/>
              </a:rPr>
              <a:t>嵌套循环</a:t>
            </a:r>
            <a:r>
              <a:rPr dirty="0" sz="1600" spc="-5">
                <a:latin typeface="宋体"/>
                <a:cs typeface="宋体"/>
              </a:rPr>
              <a:t>-</a:t>
            </a:r>
            <a:r>
              <a:rPr dirty="0" sz="1600">
                <a:latin typeface="宋体"/>
                <a:cs typeface="宋体"/>
              </a:rPr>
              <a:t>遍历字典取</a:t>
            </a:r>
            <a:r>
              <a:rPr dirty="0" sz="1600" spc="-5">
                <a:latin typeface="宋体"/>
                <a:cs typeface="宋体"/>
              </a:rPr>
              <a:t>key  for key1 in</a:t>
            </a:r>
            <a:r>
              <a:rPr dirty="0" sz="1600" spc="-2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percentage:</a:t>
            </a:r>
            <a:endParaRPr sz="16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</a:pPr>
            <a:r>
              <a:rPr dirty="0" sz="1600" spc="-5">
                <a:latin typeface="宋体"/>
                <a:cs typeface="宋体"/>
              </a:rPr>
              <a:t>    </a:t>
            </a:r>
            <a:r>
              <a:rPr dirty="0" sz="1600" spc="-5">
                <a:latin typeface="宋体"/>
                <a:cs typeface="宋体"/>
              </a:rPr>
              <a:t>for key2 in</a:t>
            </a:r>
            <a:r>
              <a:rPr dirty="0" sz="1600" spc="-6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income:</a:t>
            </a:r>
            <a:endParaRPr sz="16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</a:pPr>
            <a:r>
              <a:rPr dirty="0" sz="1600" spc="-5">
                <a:latin typeface="宋体"/>
                <a:cs typeface="宋体"/>
              </a:rPr>
              <a:t>        </a:t>
            </a:r>
            <a:r>
              <a:rPr dirty="0" sz="1600" spc="-5">
                <a:latin typeface="宋体"/>
                <a:cs typeface="宋体"/>
              </a:rPr>
              <a:t>cost=percentage[key1]*income[key2]</a:t>
            </a:r>
            <a:endParaRPr sz="1600">
              <a:latin typeface="宋体"/>
              <a:cs typeface="宋体"/>
            </a:endParaRPr>
          </a:p>
          <a:p>
            <a:pPr marL="32384">
              <a:lnSpc>
                <a:spcPct val="100000"/>
              </a:lnSpc>
            </a:pPr>
            <a:r>
              <a:rPr dirty="0" sz="1600" spc="-5">
                <a:latin typeface="宋体"/>
                <a:cs typeface="宋体"/>
              </a:rPr>
              <a:t>        </a:t>
            </a:r>
            <a:r>
              <a:rPr dirty="0" sz="1600" spc="-5">
                <a:latin typeface="宋体"/>
                <a:cs typeface="宋体"/>
              </a:rPr>
              <a:t>print('{}{}</a:t>
            </a:r>
            <a:r>
              <a:rPr dirty="0" sz="1600">
                <a:latin typeface="宋体"/>
                <a:cs typeface="宋体"/>
              </a:rPr>
              <a:t>预算金额为</a:t>
            </a:r>
            <a:r>
              <a:rPr dirty="0" sz="1600" spc="-5">
                <a:latin typeface="宋体"/>
                <a:cs typeface="宋体"/>
              </a:rPr>
              <a:t>：{}'.format(key2,key1,cost))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589519" y="2909316"/>
            <a:ext cx="4148454" cy="3470275"/>
          </a:xfrm>
          <a:custGeom>
            <a:avLst/>
            <a:gdLst/>
            <a:ahLst/>
            <a:cxnLst/>
            <a:rect l="l" t="t" r="r" b="b"/>
            <a:pathLst>
              <a:path w="4148454" h="3470275">
                <a:moveTo>
                  <a:pt x="3570731" y="3470147"/>
                </a:moveTo>
                <a:lnTo>
                  <a:pt x="579120" y="3470147"/>
                </a:lnTo>
                <a:lnTo>
                  <a:pt x="531674" y="3468219"/>
                </a:lnTo>
                <a:lnTo>
                  <a:pt x="485284" y="3462555"/>
                </a:lnTo>
                <a:lnTo>
                  <a:pt x="440099" y="3453304"/>
                </a:lnTo>
                <a:lnTo>
                  <a:pt x="396266" y="3440615"/>
                </a:lnTo>
                <a:lnTo>
                  <a:pt x="353935" y="3424635"/>
                </a:lnTo>
                <a:lnTo>
                  <a:pt x="313253" y="3405514"/>
                </a:lnTo>
                <a:lnTo>
                  <a:pt x="274369" y="3383399"/>
                </a:lnTo>
                <a:lnTo>
                  <a:pt x="237431" y="3358440"/>
                </a:lnTo>
                <a:lnTo>
                  <a:pt x="202588" y="3330783"/>
                </a:lnTo>
                <a:lnTo>
                  <a:pt x="169987" y="3300579"/>
                </a:lnTo>
                <a:lnTo>
                  <a:pt x="139779" y="3267974"/>
                </a:lnTo>
                <a:lnTo>
                  <a:pt x="112110" y="3233119"/>
                </a:lnTo>
                <a:lnTo>
                  <a:pt x="87129" y="3196160"/>
                </a:lnTo>
                <a:lnTo>
                  <a:pt x="64985" y="3157246"/>
                </a:lnTo>
                <a:lnTo>
                  <a:pt x="45826" y="3116527"/>
                </a:lnTo>
                <a:lnTo>
                  <a:pt x="29800" y="3074149"/>
                </a:lnTo>
                <a:lnTo>
                  <a:pt x="17057" y="3030262"/>
                </a:lnTo>
                <a:lnTo>
                  <a:pt x="7743" y="2985014"/>
                </a:lnTo>
                <a:lnTo>
                  <a:pt x="2008" y="2938553"/>
                </a:lnTo>
                <a:lnTo>
                  <a:pt x="0" y="2891028"/>
                </a:lnTo>
                <a:lnTo>
                  <a:pt x="0" y="577595"/>
                </a:lnTo>
                <a:lnTo>
                  <a:pt x="2008" y="530181"/>
                </a:lnTo>
                <a:lnTo>
                  <a:pt x="7743" y="483820"/>
                </a:lnTo>
                <a:lnTo>
                  <a:pt x="17057" y="438663"/>
                </a:lnTo>
                <a:lnTo>
                  <a:pt x="29800" y="394859"/>
                </a:lnTo>
                <a:lnTo>
                  <a:pt x="45826" y="352558"/>
                </a:lnTo>
                <a:lnTo>
                  <a:pt x="64985" y="311908"/>
                </a:lnTo>
                <a:lnTo>
                  <a:pt x="87129" y="273060"/>
                </a:lnTo>
                <a:lnTo>
                  <a:pt x="112110" y="236163"/>
                </a:lnTo>
                <a:lnTo>
                  <a:pt x="139779" y="201367"/>
                </a:lnTo>
                <a:lnTo>
                  <a:pt x="169987" y="168821"/>
                </a:lnTo>
                <a:lnTo>
                  <a:pt x="202588" y="138674"/>
                </a:lnTo>
                <a:lnTo>
                  <a:pt x="237431" y="111076"/>
                </a:lnTo>
                <a:lnTo>
                  <a:pt x="274369" y="86177"/>
                </a:lnTo>
                <a:lnTo>
                  <a:pt x="313253" y="64125"/>
                </a:lnTo>
                <a:lnTo>
                  <a:pt x="353935" y="45072"/>
                </a:lnTo>
                <a:lnTo>
                  <a:pt x="396266" y="29165"/>
                </a:lnTo>
                <a:lnTo>
                  <a:pt x="440099" y="16555"/>
                </a:lnTo>
                <a:lnTo>
                  <a:pt x="485284" y="7391"/>
                </a:lnTo>
                <a:lnTo>
                  <a:pt x="531674" y="1823"/>
                </a:lnTo>
                <a:lnTo>
                  <a:pt x="579120" y="0"/>
                </a:lnTo>
                <a:lnTo>
                  <a:pt x="3570731" y="0"/>
                </a:lnTo>
                <a:lnTo>
                  <a:pt x="3618068" y="1823"/>
                </a:lnTo>
                <a:lnTo>
                  <a:pt x="3664359" y="7391"/>
                </a:lnTo>
                <a:lnTo>
                  <a:pt x="3709455" y="16555"/>
                </a:lnTo>
                <a:lnTo>
                  <a:pt x="3753207" y="29165"/>
                </a:lnTo>
                <a:lnTo>
                  <a:pt x="3795464" y="45072"/>
                </a:lnTo>
                <a:lnTo>
                  <a:pt x="3836077" y="64125"/>
                </a:lnTo>
                <a:lnTo>
                  <a:pt x="3874897" y="86177"/>
                </a:lnTo>
                <a:lnTo>
                  <a:pt x="3911774" y="111076"/>
                </a:lnTo>
                <a:lnTo>
                  <a:pt x="3946559" y="138674"/>
                </a:lnTo>
                <a:lnTo>
                  <a:pt x="3979102" y="168821"/>
                </a:lnTo>
                <a:lnTo>
                  <a:pt x="4009253" y="201367"/>
                </a:lnTo>
                <a:lnTo>
                  <a:pt x="4036863" y="236163"/>
                </a:lnTo>
                <a:lnTo>
                  <a:pt x="4061783" y="273060"/>
                </a:lnTo>
                <a:lnTo>
                  <a:pt x="4083863" y="311908"/>
                </a:lnTo>
                <a:lnTo>
                  <a:pt x="4102953" y="352558"/>
                </a:lnTo>
                <a:lnTo>
                  <a:pt x="4118905" y="394859"/>
                </a:lnTo>
                <a:lnTo>
                  <a:pt x="4131567" y="438663"/>
                </a:lnTo>
                <a:lnTo>
                  <a:pt x="4140791" y="483820"/>
                </a:lnTo>
                <a:lnTo>
                  <a:pt x="4146428" y="530181"/>
                </a:lnTo>
                <a:lnTo>
                  <a:pt x="4148328" y="577595"/>
                </a:lnTo>
                <a:lnTo>
                  <a:pt x="4148328" y="2891028"/>
                </a:lnTo>
                <a:lnTo>
                  <a:pt x="4146428" y="2938553"/>
                </a:lnTo>
                <a:lnTo>
                  <a:pt x="4140791" y="2985014"/>
                </a:lnTo>
                <a:lnTo>
                  <a:pt x="4131567" y="3030262"/>
                </a:lnTo>
                <a:lnTo>
                  <a:pt x="4118905" y="3074149"/>
                </a:lnTo>
                <a:lnTo>
                  <a:pt x="4102953" y="3116527"/>
                </a:lnTo>
                <a:lnTo>
                  <a:pt x="4083863" y="3157246"/>
                </a:lnTo>
                <a:lnTo>
                  <a:pt x="4061783" y="3196160"/>
                </a:lnTo>
                <a:lnTo>
                  <a:pt x="4036863" y="3233119"/>
                </a:lnTo>
                <a:lnTo>
                  <a:pt x="4009253" y="3267974"/>
                </a:lnTo>
                <a:lnTo>
                  <a:pt x="3979102" y="3300579"/>
                </a:lnTo>
                <a:lnTo>
                  <a:pt x="3946559" y="3330783"/>
                </a:lnTo>
                <a:lnTo>
                  <a:pt x="3911774" y="3358440"/>
                </a:lnTo>
                <a:lnTo>
                  <a:pt x="3874897" y="3383399"/>
                </a:lnTo>
                <a:lnTo>
                  <a:pt x="3836077" y="3405514"/>
                </a:lnTo>
                <a:lnTo>
                  <a:pt x="3795464" y="3424635"/>
                </a:lnTo>
                <a:lnTo>
                  <a:pt x="3753207" y="3440615"/>
                </a:lnTo>
                <a:lnTo>
                  <a:pt x="3709455" y="3453304"/>
                </a:lnTo>
                <a:lnTo>
                  <a:pt x="3664359" y="3462555"/>
                </a:lnTo>
                <a:lnTo>
                  <a:pt x="3618068" y="3468219"/>
                </a:lnTo>
                <a:lnTo>
                  <a:pt x="3570731" y="347014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8038465" y="3306660"/>
            <a:ext cx="3073400" cy="2585720"/>
          </a:xfrm>
          <a:prstGeom prst="rect">
            <a:avLst/>
          </a:prstGeom>
        </p:spPr>
        <p:txBody>
          <a:bodyPr wrap="square" lIns="0" tIns="134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600">
                <a:latin typeface="宋体"/>
                <a:cs typeface="宋体"/>
              </a:rPr>
              <a:t>输出结果</a:t>
            </a:r>
            <a:r>
              <a:rPr dirty="0" sz="1600" spc="-5">
                <a:latin typeface="宋体"/>
                <a:cs typeface="宋体"/>
              </a:rPr>
              <a:t>：</a:t>
            </a:r>
            <a:endParaRPr sz="16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1600" spc="-5">
                <a:latin typeface="宋体"/>
                <a:cs typeface="宋体"/>
              </a:rPr>
              <a:t>1</a:t>
            </a:r>
            <a:r>
              <a:rPr dirty="0" sz="1600">
                <a:latin typeface="宋体"/>
                <a:cs typeface="宋体"/>
              </a:rPr>
              <a:t>月销售费用预算金额为：</a:t>
            </a:r>
            <a:r>
              <a:rPr dirty="0" sz="1600" spc="-5">
                <a:latin typeface="宋体"/>
                <a:cs typeface="宋体"/>
              </a:rPr>
              <a:t>12000.0</a:t>
            </a:r>
            <a:endParaRPr sz="16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1600" spc="-5">
                <a:latin typeface="宋体"/>
                <a:cs typeface="宋体"/>
              </a:rPr>
              <a:t>2</a:t>
            </a:r>
            <a:r>
              <a:rPr dirty="0" sz="1600">
                <a:latin typeface="宋体"/>
                <a:cs typeface="宋体"/>
              </a:rPr>
              <a:t>月销售费用预算金额为：</a:t>
            </a:r>
            <a:r>
              <a:rPr dirty="0" sz="1600" spc="-5">
                <a:latin typeface="宋体"/>
                <a:cs typeface="宋体"/>
              </a:rPr>
              <a:t>15500.0</a:t>
            </a:r>
            <a:endParaRPr sz="16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1600" spc="-5">
                <a:latin typeface="宋体"/>
                <a:cs typeface="宋体"/>
              </a:rPr>
              <a:t>3</a:t>
            </a:r>
            <a:r>
              <a:rPr dirty="0" sz="1600">
                <a:latin typeface="宋体"/>
                <a:cs typeface="宋体"/>
              </a:rPr>
              <a:t>月销售费用预算金额为：</a:t>
            </a:r>
            <a:r>
              <a:rPr dirty="0" sz="1600" spc="-5">
                <a:latin typeface="宋体"/>
                <a:cs typeface="宋体"/>
              </a:rPr>
              <a:t>14000.0</a:t>
            </a:r>
            <a:endParaRPr sz="16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1600" spc="-5">
                <a:latin typeface="宋体"/>
                <a:cs typeface="宋体"/>
              </a:rPr>
              <a:t>1</a:t>
            </a:r>
            <a:r>
              <a:rPr dirty="0" sz="1600">
                <a:latin typeface="宋体"/>
                <a:cs typeface="宋体"/>
              </a:rPr>
              <a:t>月管理费用预算金额为：</a:t>
            </a:r>
            <a:r>
              <a:rPr dirty="0" sz="1600" spc="-5">
                <a:latin typeface="宋体"/>
                <a:cs typeface="宋体"/>
              </a:rPr>
              <a:t>14400.0</a:t>
            </a:r>
            <a:endParaRPr sz="16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1600" spc="-5">
                <a:latin typeface="宋体"/>
                <a:cs typeface="宋体"/>
              </a:rPr>
              <a:t>2</a:t>
            </a:r>
            <a:r>
              <a:rPr dirty="0" sz="1600">
                <a:latin typeface="宋体"/>
                <a:cs typeface="宋体"/>
              </a:rPr>
              <a:t>月管理费用预算金额为：</a:t>
            </a:r>
            <a:r>
              <a:rPr dirty="0" sz="1600" spc="-5">
                <a:latin typeface="宋体"/>
                <a:cs typeface="宋体"/>
              </a:rPr>
              <a:t>18600.0</a:t>
            </a:r>
            <a:endParaRPr sz="16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1600" spc="-5">
                <a:latin typeface="宋体"/>
                <a:cs typeface="宋体"/>
              </a:rPr>
              <a:t>3</a:t>
            </a:r>
            <a:r>
              <a:rPr dirty="0" sz="1600">
                <a:latin typeface="宋体"/>
                <a:cs typeface="宋体"/>
              </a:rPr>
              <a:t>月管理费用预算金额为：</a:t>
            </a:r>
            <a:r>
              <a:rPr dirty="0" sz="1600" spc="-5">
                <a:latin typeface="宋体"/>
                <a:cs typeface="宋体"/>
              </a:rPr>
              <a:t>16800.0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868668" y="4277867"/>
            <a:ext cx="547370" cy="951230"/>
          </a:xfrm>
          <a:custGeom>
            <a:avLst/>
            <a:gdLst/>
            <a:ahLst/>
            <a:cxnLst/>
            <a:rect l="l" t="t" r="r" b="b"/>
            <a:pathLst>
              <a:path w="547370" h="951229">
                <a:moveTo>
                  <a:pt x="272796" y="950976"/>
                </a:moveTo>
                <a:lnTo>
                  <a:pt x="272796" y="713232"/>
                </a:lnTo>
                <a:lnTo>
                  <a:pt x="0" y="713232"/>
                </a:lnTo>
                <a:lnTo>
                  <a:pt x="0" y="237744"/>
                </a:lnTo>
                <a:lnTo>
                  <a:pt x="272796" y="237744"/>
                </a:lnTo>
                <a:lnTo>
                  <a:pt x="272796" y="0"/>
                </a:lnTo>
                <a:lnTo>
                  <a:pt x="547115" y="475488"/>
                </a:lnTo>
                <a:lnTo>
                  <a:pt x="272796" y="950976"/>
                </a:lnTo>
                <a:close/>
              </a:path>
            </a:pathLst>
          </a:custGeom>
          <a:solidFill>
            <a:srgbClr val="78A77B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5444" y="2106167"/>
            <a:ext cx="2127885" cy="2646045"/>
          </a:xfrm>
          <a:prstGeom prst="rect">
            <a:avLst/>
          </a:prstGeom>
          <a:solidFill>
            <a:srgbClr val="F1F1F1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9300"/>
              </a:lnSpc>
            </a:pPr>
            <a:r>
              <a:rPr dirty="0" sz="16600" spc="-35" b="1">
                <a:solidFill>
                  <a:srgbClr val="205657"/>
                </a:solidFill>
                <a:latin typeface="宋体"/>
                <a:cs typeface="宋体"/>
              </a:rPr>
              <a:t>04</a:t>
            </a:r>
            <a:endParaRPr sz="166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876416" y="2909912"/>
            <a:ext cx="3082925" cy="9398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="1">
                <a:solidFill>
                  <a:srgbClr val="2E5B50"/>
                </a:solidFill>
                <a:latin typeface="宋体"/>
                <a:cs typeface="宋体"/>
              </a:rPr>
              <a:t>跳转语</a:t>
            </a:r>
            <a:r>
              <a:rPr dirty="0" spc="-25" b="1">
                <a:solidFill>
                  <a:srgbClr val="2E5B50"/>
                </a:solidFill>
                <a:latin typeface="宋体"/>
                <a:cs typeface="宋体"/>
              </a:rPr>
              <a:t>句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2"/>
            <a:ext cx="203200" cy="609600"/>
          </a:xfrm>
          <a:custGeom>
            <a:avLst/>
            <a:gdLst/>
            <a:ahLst/>
            <a:cxnLst/>
            <a:rect l="l" t="t" r="r" b="b"/>
            <a:pathLst>
              <a:path w="203200" h="609600">
                <a:moveTo>
                  <a:pt x="0" y="0"/>
                </a:moveTo>
                <a:lnTo>
                  <a:pt x="202692" y="0"/>
                </a:lnTo>
                <a:lnTo>
                  <a:pt x="202692" y="609599"/>
                </a:lnTo>
                <a:lnTo>
                  <a:pt x="0" y="609599"/>
                </a:lnTo>
                <a:lnTo>
                  <a:pt x="0" y="0"/>
                </a:lnTo>
                <a:close/>
              </a:path>
            </a:pathLst>
          </a:custGeom>
          <a:solidFill>
            <a:srgbClr val="20565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1940" y="217411"/>
            <a:ext cx="140462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break</a:t>
            </a: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语</a:t>
            </a:r>
            <a:r>
              <a:rPr dirty="0" sz="2400" spc="-10" b="1">
                <a:solidFill>
                  <a:srgbClr val="2E5B50"/>
                </a:solidFill>
                <a:latin typeface="宋体"/>
                <a:cs typeface="宋体"/>
              </a:rPr>
              <a:t>句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96468" y="1229867"/>
            <a:ext cx="10799445" cy="2150745"/>
          </a:xfrm>
          <a:custGeom>
            <a:avLst/>
            <a:gdLst/>
            <a:ahLst/>
            <a:cxnLst/>
            <a:rect l="l" t="t" r="r" b="b"/>
            <a:pathLst>
              <a:path w="10799445" h="2150745">
                <a:moveTo>
                  <a:pt x="10440924" y="2150364"/>
                </a:moveTo>
                <a:lnTo>
                  <a:pt x="358140" y="2150364"/>
                </a:lnTo>
                <a:lnTo>
                  <a:pt x="309451" y="2147144"/>
                </a:lnTo>
                <a:lnTo>
                  <a:pt x="262762" y="2137657"/>
                </a:lnTo>
                <a:lnTo>
                  <a:pt x="218500" y="2122331"/>
                </a:lnTo>
                <a:lnTo>
                  <a:pt x="177094" y="2101593"/>
                </a:lnTo>
                <a:lnTo>
                  <a:pt x="138971" y="2075871"/>
                </a:lnTo>
                <a:lnTo>
                  <a:pt x="104560" y="2045593"/>
                </a:lnTo>
                <a:lnTo>
                  <a:pt x="74288" y="2011188"/>
                </a:lnTo>
                <a:lnTo>
                  <a:pt x="48584" y="1973083"/>
                </a:lnTo>
                <a:lnTo>
                  <a:pt x="27875" y="1931706"/>
                </a:lnTo>
                <a:lnTo>
                  <a:pt x="12589" y="1887485"/>
                </a:lnTo>
                <a:lnTo>
                  <a:pt x="3155" y="1840848"/>
                </a:lnTo>
                <a:lnTo>
                  <a:pt x="0" y="1792223"/>
                </a:lnTo>
                <a:lnTo>
                  <a:pt x="0" y="358139"/>
                </a:lnTo>
                <a:lnTo>
                  <a:pt x="3155" y="309596"/>
                </a:lnTo>
                <a:lnTo>
                  <a:pt x="12589" y="263026"/>
                </a:lnTo>
                <a:lnTo>
                  <a:pt x="27875" y="218857"/>
                </a:lnTo>
                <a:lnTo>
                  <a:pt x="48584" y="177517"/>
                </a:lnTo>
                <a:lnTo>
                  <a:pt x="74288" y="139434"/>
                </a:lnTo>
                <a:lnTo>
                  <a:pt x="104560" y="105036"/>
                </a:lnTo>
                <a:lnTo>
                  <a:pt x="138971" y="74751"/>
                </a:lnTo>
                <a:lnTo>
                  <a:pt x="177094" y="49007"/>
                </a:lnTo>
                <a:lnTo>
                  <a:pt x="218500" y="28232"/>
                </a:lnTo>
                <a:lnTo>
                  <a:pt x="262762" y="12854"/>
                </a:lnTo>
                <a:lnTo>
                  <a:pt x="309451" y="3300"/>
                </a:lnTo>
                <a:lnTo>
                  <a:pt x="358140" y="0"/>
                </a:lnTo>
                <a:lnTo>
                  <a:pt x="10440924" y="0"/>
                </a:lnTo>
                <a:lnTo>
                  <a:pt x="10489612" y="3300"/>
                </a:lnTo>
                <a:lnTo>
                  <a:pt x="10536301" y="12854"/>
                </a:lnTo>
                <a:lnTo>
                  <a:pt x="10580563" y="28232"/>
                </a:lnTo>
                <a:lnTo>
                  <a:pt x="10621969" y="49007"/>
                </a:lnTo>
                <a:lnTo>
                  <a:pt x="10660092" y="74751"/>
                </a:lnTo>
                <a:lnTo>
                  <a:pt x="10694503" y="105036"/>
                </a:lnTo>
                <a:lnTo>
                  <a:pt x="10724775" y="139434"/>
                </a:lnTo>
                <a:lnTo>
                  <a:pt x="10750479" y="177517"/>
                </a:lnTo>
                <a:lnTo>
                  <a:pt x="10771188" y="218857"/>
                </a:lnTo>
                <a:lnTo>
                  <a:pt x="10786474" y="263026"/>
                </a:lnTo>
                <a:lnTo>
                  <a:pt x="10795908" y="309596"/>
                </a:lnTo>
                <a:lnTo>
                  <a:pt x="10799064" y="358139"/>
                </a:lnTo>
                <a:lnTo>
                  <a:pt x="10799064" y="1792223"/>
                </a:lnTo>
                <a:lnTo>
                  <a:pt x="10795908" y="1840848"/>
                </a:lnTo>
                <a:lnTo>
                  <a:pt x="10786474" y="1887485"/>
                </a:lnTo>
                <a:lnTo>
                  <a:pt x="10771188" y="1931706"/>
                </a:lnTo>
                <a:lnTo>
                  <a:pt x="10750479" y="1973083"/>
                </a:lnTo>
                <a:lnTo>
                  <a:pt x="10724775" y="2011188"/>
                </a:lnTo>
                <a:lnTo>
                  <a:pt x="10694503" y="2045593"/>
                </a:lnTo>
                <a:lnTo>
                  <a:pt x="10660092" y="2075871"/>
                </a:lnTo>
                <a:lnTo>
                  <a:pt x="10621969" y="2101593"/>
                </a:lnTo>
                <a:lnTo>
                  <a:pt x="10580563" y="2122331"/>
                </a:lnTo>
                <a:lnTo>
                  <a:pt x="10536301" y="2137657"/>
                </a:lnTo>
                <a:lnTo>
                  <a:pt x="10489612" y="2147144"/>
                </a:lnTo>
                <a:lnTo>
                  <a:pt x="10440924" y="2150364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20775" y="1309204"/>
            <a:ext cx="9813925" cy="1854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2000" spc="-5" b="1">
                <a:solidFill>
                  <a:srgbClr val="FFFFFF"/>
                </a:solidFill>
                <a:latin typeface="宋体"/>
                <a:cs typeface="宋体"/>
              </a:rPr>
              <a:t>break</a:t>
            </a:r>
            <a:r>
              <a:rPr dirty="0" sz="2000" b="1">
                <a:solidFill>
                  <a:srgbClr val="FFFFFF"/>
                </a:solidFill>
                <a:latin typeface="宋体"/>
                <a:cs typeface="宋体"/>
              </a:rPr>
              <a:t>语句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：可用于while和for循环，在满足条件时，提前退出循环，存在嵌套循环时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，  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break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语句只能跳出最近一层循环</a:t>
            </a:r>
            <a:r>
              <a:rPr dirty="0" sz="2000" spc="5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0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2000" b="1">
                <a:solidFill>
                  <a:srgbClr val="FFFFFF"/>
                </a:solidFill>
                <a:latin typeface="宋体"/>
                <a:cs typeface="宋体"/>
              </a:rPr>
              <a:t>说明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：甲公司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1-4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月收入分别为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12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万元、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15.5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万元、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14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万元、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17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万元</a:t>
            </a:r>
            <a:r>
              <a:rPr dirty="0" sz="2000" spc="5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0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2000" b="1">
                <a:solidFill>
                  <a:srgbClr val="FFFFFF"/>
                </a:solidFill>
                <a:latin typeface="宋体"/>
                <a:cs typeface="宋体"/>
              </a:rPr>
              <a:t>要求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：使用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for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循环与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break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语句筛选出收入额在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15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万元以上的第一个月份</a:t>
            </a:r>
            <a:r>
              <a:rPr dirty="0" sz="2000" spc="5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11708" y="3810000"/>
            <a:ext cx="6685915" cy="2702560"/>
          </a:xfrm>
          <a:custGeom>
            <a:avLst/>
            <a:gdLst/>
            <a:ahLst/>
            <a:cxnLst/>
            <a:rect l="l" t="t" r="r" b="b"/>
            <a:pathLst>
              <a:path w="6685915" h="2702559">
                <a:moveTo>
                  <a:pt x="6234684" y="2702052"/>
                </a:moveTo>
                <a:lnTo>
                  <a:pt x="451104" y="2702052"/>
                </a:lnTo>
                <a:lnTo>
                  <a:pt x="401915" y="2699504"/>
                </a:lnTo>
                <a:lnTo>
                  <a:pt x="354273" y="2691842"/>
                </a:lnTo>
                <a:lnTo>
                  <a:pt x="308450" y="2679343"/>
                </a:lnTo>
                <a:lnTo>
                  <a:pt x="264720" y="2662281"/>
                </a:lnTo>
                <a:lnTo>
                  <a:pt x="223356" y="2640933"/>
                </a:lnTo>
                <a:lnTo>
                  <a:pt x="184631" y="2615576"/>
                </a:lnTo>
                <a:lnTo>
                  <a:pt x="148820" y="2586485"/>
                </a:lnTo>
                <a:lnTo>
                  <a:pt x="116195" y="2553936"/>
                </a:lnTo>
                <a:lnTo>
                  <a:pt x="87030" y="2518206"/>
                </a:lnTo>
                <a:lnTo>
                  <a:pt x="61597" y="2479570"/>
                </a:lnTo>
                <a:lnTo>
                  <a:pt x="40171" y="2438305"/>
                </a:lnTo>
                <a:lnTo>
                  <a:pt x="23025" y="2394686"/>
                </a:lnTo>
                <a:lnTo>
                  <a:pt x="10432" y="2348991"/>
                </a:lnTo>
                <a:lnTo>
                  <a:pt x="2666" y="2301494"/>
                </a:lnTo>
                <a:lnTo>
                  <a:pt x="0" y="2252472"/>
                </a:lnTo>
                <a:lnTo>
                  <a:pt x="0" y="451103"/>
                </a:lnTo>
                <a:lnTo>
                  <a:pt x="2666" y="402010"/>
                </a:lnTo>
                <a:lnTo>
                  <a:pt x="10432" y="354449"/>
                </a:lnTo>
                <a:lnTo>
                  <a:pt x="23025" y="308694"/>
                </a:lnTo>
                <a:lnTo>
                  <a:pt x="40171" y="265018"/>
                </a:lnTo>
                <a:lnTo>
                  <a:pt x="61597" y="223694"/>
                </a:lnTo>
                <a:lnTo>
                  <a:pt x="87030" y="184997"/>
                </a:lnTo>
                <a:lnTo>
                  <a:pt x="116195" y="149199"/>
                </a:lnTo>
                <a:lnTo>
                  <a:pt x="148820" y="116574"/>
                </a:lnTo>
                <a:lnTo>
                  <a:pt x="184631" y="87395"/>
                </a:lnTo>
                <a:lnTo>
                  <a:pt x="223356" y="61936"/>
                </a:lnTo>
                <a:lnTo>
                  <a:pt x="264720" y="40469"/>
                </a:lnTo>
                <a:lnTo>
                  <a:pt x="308450" y="23269"/>
                </a:lnTo>
                <a:lnTo>
                  <a:pt x="354273" y="10608"/>
                </a:lnTo>
                <a:lnTo>
                  <a:pt x="401915" y="2761"/>
                </a:lnTo>
                <a:lnTo>
                  <a:pt x="451104" y="0"/>
                </a:lnTo>
                <a:lnTo>
                  <a:pt x="6234684" y="0"/>
                </a:lnTo>
                <a:lnTo>
                  <a:pt x="6283825" y="2761"/>
                </a:lnTo>
                <a:lnTo>
                  <a:pt x="6331426" y="10608"/>
                </a:lnTo>
                <a:lnTo>
                  <a:pt x="6377215" y="23269"/>
                </a:lnTo>
                <a:lnTo>
                  <a:pt x="6420918" y="40469"/>
                </a:lnTo>
                <a:lnTo>
                  <a:pt x="6462262" y="61936"/>
                </a:lnTo>
                <a:lnTo>
                  <a:pt x="6500973" y="87395"/>
                </a:lnTo>
                <a:lnTo>
                  <a:pt x="6536777" y="116574"/>
                </a:lnTo>
                <a:lnTo>
                  <a:pt x="6569402" y="149199"/>
                </a:lnTo>
                <a:lnTo>
                  <a:pt x="6598574" y="184997"/>
                </a:lnTo>
                <a:lnTo>
                  <a:pt x="6624020" y="223694"/>
                </a:lnTo>
                <a:lnTo>
                  <a:pt x="6645467" y="265018"/>
                </a:lnTo>
                <a:lnTo>
                  <a:pt x="6662640" y="308694"/>
                </a:lnTo>
                <a:lnTo>
                  <a:pt x="6675267" y="354449"/>
                </a:lnTo>
                <a:lnTo>
                  <a:pt x="6683074" y="402010"/>
                </a:lnTo>
                <a:lnTo>
                  <a:pt x="6685788" y="451103"/>
                </a:lnTo>
                <a:lnTo>
                  <a:pt x="6685788" y="2252472"/>
                </a:lnTo>
                <a:lnTo>
                  <a:pt x="6683074" y="2301494"/>
                </a:lnTo>
                <a:lnTo>
                  <a:pt x="6675267" y="2348991"/>
                </a:lnTo>
                <a:lnTo>
                  <a:pt x="6662640" y="2394686"/>
                </a:lnTo>
                <a:lnTo>
                  <a:pt x="6645467" y="2438305"/>
                </a:lnTo>
                <a:lnTo>
                  <a:pt x="6624020" y="2479570"/>
                </a:lnTo>
                <a:lnTo>
                  <a:pt x="6598574" y="2518206"/>
                </a:lnTo>
                <a:lnTo>
                  <a:pt x="6569402" y="2553936"/>
                </a:lnTo>
                <a:lnTo>
                  <a:pt x="6536777" y="2586485"/>
                </a:lnTo>
                <a:lnTo>
                  <a:pt x="6500973" y="2615576"/>
                </a:lnTo>
                <a:lnTo>
                  <a:pt x="6462262" y="2640933"/>
                </a:lnTo>
                <a:lnTo>
                  <a:pt x="6420918" y="2662281"/>
                </a:lnTo>
                <a:lnTo>
                  <a:pt x="6377215" y="2679343"/>
                </a:lnTo>
                <a:lnTo>
                  <a:pt x="6331426" y="2691842"/>
                </a:lnTo>
                <a:lnTo>
                  <a:pt x="6283825" y="2699504"/>
                </a:lnTo>
                <a:lnTo>
                  <a:pt x="6234684" y="2702052"/>
                </a:lnTo>
                <a:close/>
              </a:path>
            </a:pathLst>
          </a:custGeom>
          <a:solidFill>
            <a:srgbClr val="D2E1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83691" y="3749040"/>
            <a:ext cx="1163320" cy="463550"/>
          </a:xfrm>
          <a:custGeom>
            <a:avLst/>
            <a:gdLst/>
            <a:ahLst/>
            <a:cxnLst/>
            <a:rect l="l" t="t" r="r" b="b"/>
            <a:pathLst>
              <a:path w="1163320" h="463550">
                <a:moveTo>
                  <a:pt x="1085088" y="463296"/>
                </a:moveTo>
                <a:lnTo>
                  <a:pt x="77723" y="463296"/>
                </a:lnTo>
                <a:lnTo>
                  <a:pt x="47686" y="457354"/>
                </a:lnTo>
                <a:lnTo>
                  <a:pt x="23083" y="440783"/>
                </a:lnTo>
                <a:lnTo>
                  <a:pt x="6370" y="416038"/>
                </a:lnTo>
                <a:lnTo>
                  <a:pt x="0" y="385572"/>
                </a:lnTo>
                <a:lnTo>
                  <a:pt x="0" y="76200"/>
                </a:lnTo>
                <a:lnTo>
                  <a:pt x="6370" y="46400"/>
                </a:lnTo>
                <a:lnTo>
                  <a:pt x="23083" y="22036"/>
                </a:lnTo>
                <a:lnTo>
                  <a:pt x="47686" y="5703"/>
                </a:lnTo>
                <a:lnTo>
                  <a:pt x="77723" y="0"/>
                </a:lnTo>
                <a:lnTo>
                  <a:pt x="1085088" y="0"/>
                </a:lnTo>
                <a:lnTo>
                  <a:pt x="1115625" y="5703"/>
                </a:lnTo>
                <a:lnTo>
                  <a:pt x="1140394" y="22036"/>
                </a:lnTo>
                <a:lnTo>
                  <a:pt x="1156941" y="46400"/>
                </a:lnTo>
                <a:lnTo>
                  <a:pt x="1162812" y="76200"/>
                </a:lnTo>
                <a:lnTo>
                  <a:pt x="1162812" y="385572"/>
                </a:lnTo>
                <a:lnTo>
                  <a:pt x="1156941" y="416038"/>
                </a:lnTo>
                <a:lnTo>
                  <a:pt x="1140394" y="440783"/>
                </a:lnTo>
                <a:lnTo>
                  <a:pt x="1115625" y="457354"/>
                </a:lnTo>
                <a:lnTo>
                  <a:pt x="1085088" y="463296"/>
                </a:lnTo>
                <a:close/>
              </a:path>
            </a:pathLst>
          </a:custGeom>
          <a:solidFill>
            <a:srgbClr val="78A77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695121" y="3834561"/>
            <a:ext cx="6593205" cy="9131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示例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7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代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码</a:t>
            </a:r>
            <a:endParaRPr sz="1600">
              <a:latin typeface="宋体"/>
              <a:cs typeface="宋体"/>
            </a:endParaRPr>
          </a:p>
          <a:p>
            <a:pPr marL="281305">
              <a:lnSpc>
                <a:spcPct val="100000"/>
              </a:lnSpc>
              <a:spcBef>
                <a:spcPts val="1230"/>
              </a:spcBef>
            </a:pPr>
            <a:r>
              <a:rPr dirty="0" sz="1600" spc="-5">
                <a:latin typeface="宋体"/>
                <a:cs typeface="宋体"/>
              </a:rPr>
              <a:t># </a:t>
            </a:r>
            <a:r>
              <a:rPr dirty="0" sz="1600">
                <a:latin typeface="宋体"/>
                <a:cs typeface="宋体"/>
              </a:rPr>
              <a:t>创建一个字典</a:t>
            </a:r>
            <a:r>
              <a:rPr dirty="0" sz="1600" spc="-5">
                <a:latin typeface="宋体"/>
                <a:cs typeface="宋体"/>
              </a:rPr>
              <a:t>income</a:t>
            </a:r>
            <a:r>
              <a:rPr dirty="0" sz="1600">
                <a:latin typeface="宋体"/>
                <a:cs typeface="宋体"/>
              </a:rPr>
              <a:t>接收</a:t>
            </a:r>
            <a:r>
              <a:rPr dirty="0" sz="1600" spc="-5">
                <a:latin typeface="宋体"/>
                <a:cs typeface="宋体"/>
              </a:rPr>
              <a:t>1-4</a:t>
            </a:r>
            <a:r>
              <a:rPr dirty="0" sz="1600">
                <a:latin typeface="宋体"/>
                <a:cs typeface="宋体"/>
              </a:rPr>
              <a:t>月收</a:t>
            </a:r>
            <a:r>
              <a:rPr dirty="0" sz="1600" spc="-5">
                <a:latin typeface="宋体"/>
                <a:cs typeface="宋体"/>
              </a:rPr>
              <a:t>入</a:t>
            </a:r>
            <a:endParaRPr sz="1600">
              <a:latin typeface="宋体"/>
              <a:cs typeface="宋体"/>
            </a:endParaRPr>
          </a:p>
          <a:p>
            <a:pPr marL="281305">
              <a:lnSpc>
                <a:spcPct val="100000"/>
              </a:lnSpc>
            </a:pPr>
            <a:r>
              <a:rPr dirty="0" sz="1600" spc="-5">
                <a:latin typeface="宋体"/>
                <a:cs typeface="宋体"/>
              </a:rPr>
              <a:t>income</a:t>
            </a:r>
            <a:r>
              <a:rPr dirty="0" sz="1600" spc="1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=</a:t>
            </a:r>
            <a:r>
              <a:rPr dirty="0" sz="1600" spc="1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{'1</a:t>
            </a:r>
            <a:r>
              <a:rPr dirty="0" sz="1600">
                <a:latin typeface="宋体"/>
                <a:cs typeface="宋体"/>
              </a:rPr>
              <a:t>月</a:t>
            </a:r>
            <a:r>
              <a:rPr dirty="0" sz="1600" spc="-5">
                <a:latin typeface="宋体"/>
                <a:cs typeface="宋体"/>
              </a:rPr>
              <a:t>':120000,'2</a:t>
            </a:r>
            <a:r>
              <a:rPr dirty="0" sz="1600">
                <a:latin typeface="宋体"/>
                <a:cs typeface="宋体"/>
              </a:rPr>
              <a:t>月</a:t>
            </a:r>
            <a:r>
              <a:rPr dirty="0" sz="1600" spc="-5">
                <a:latin typeface="宋体"/>
                <a:cs typeface="宋体"/>
              </a:rPr>
              <a:t>':155000,'3</a:t>
            </a:r>
            <a:r>
              <a:rPr dirty="0" sz="1600">
                <a:latin typeface="宋体"/>
                <a:cs typeface="宋体"/>
              </a:rPr>
              <a:t>月</a:t>
            </a:r>
            <a:r>
              <a:rPr dirty="0" sz="1600" spc="-5">
                <a:latin typeface="宋体"/>
                <a:cs typeface="宋体"/>
              </a:rPr>
              <a:t>':140000,'4</a:t>
            </a:r>
            <a:r>
              <a:rPr dirty="0" sz="1600">
                <a:latin typeface="宋体"/>
                <a:cs typeface="宋体"/>
              </a:rPr>
              <a:t>月</a:t>
            </a:r>
            <a:r>
              <a:rPr dirty="0" sz="1600" spc="-5">
                <a:latin typeface="宋体"/>
                <a:cs typeface="宋体"/>
              </a:rPr>
              <a:t>':170000}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63930" y="4966334"/>
            <a:ext cx="2870200" cy="12439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latin typeface="宋体"/>
                <a:cs typeface="宋体"/>
              </a:rPr>
              <a:t>#</a:t>
            </a:r>
            <a:r>
              <a:rPr dirty="0" sz="1600" spc="-1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break</a:t>
            </a:r>
            <a:r>
              <a:rPr dirty="0" sz="1600">
                <a:latin typeface="宋体"/>
                <a:cs typeface="宋体"/>
              </a:rPr>
              <a:t>语</a:t>
            </a:r>
            <a:r>
              <a:rPr dirty="0" sz="1600" spc="-5">
                <a:latin typeface="宋体"/>
                <a:cs typeface="宋体"/>
              </a:rPr>
              <a:t>句</a:t>
            </a:r>
            <a:endParaRPr sz="16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</a:pPr>
            <a:r>
              <a:rPr dirty="0" sz="1600" spc="-5">
                <a:latin typeface="宋体"/>
                <a:cs typeface="宋体"/>
              </a:rPr>
              <a:t>for key in</a:t>
            </a:r>
            <a:r>
              <a:rPr dirty="0" sz="1600" spc="-15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income:</a:t>
            </a:r>
            <a:endParaRPr sz="16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</a:pPr>
            <a:r>
              <a:rPr dirty="0" sz="1600" spc="-5">
                <a:latin typeface="宋体"/>
                <a:cs typeface="宋体"/>
              </a:rPr>
              <a:t>    </a:t>
            </a:r>
            <a:r>
              <a:rPr dirty="0" sz="1600" spc="-5">
                <a:latin typeface="宋体"/>
                <a:cs typeface="宋体"/>
              </a:rPr>
              <a:t>if income[key] &gt;</a:t>
            </a:r>
            <a:r>
              <a:rPr dirty="0" sz="1600" spc="-45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150000:</a:t>
            </a:r>
            <a:endParaRPr sz="16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</a:pPr>
            <a:r>
              <a:rPr dirty="0" sz="1600" spc="-5">
                <a:latin typeface="宋体"/>
                <a:cs typeface="宋体"/>
              </a:rPr>
              <a:t>        </a:t>
            </a:r>
            <a:r>
              <a:rPr dirty="0" sz="1600" spc="-5">
                <a:latin typeface="宋体"/>
                <a:cs typeface="宋体"/>
              </a:rPr>
              <a:t>print(key)</a:t>
            </a:r>
            <a:endParaRPr sz="16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</a:pPr>
            <a:r>
              <a:rPr dirty="0" sz="1600" spc="-5">
                <a:latin typeface="宋体"/>
                <a:cs typeface="宋体"/>
              </a:rPr>
              <a:t>        </a:t>
            </a:r>
            <a:r>
              <a:rPr dirty="0" sz="1600" spc="-5">
                <a:latin typeface="宋体"/>
                <a:cs typeface="宋体"/>
              </a:rPr>
              <a:t>break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814816" y="4317491"/>
            <a:ext cx="2560320" cy="1689100"/>
          </a:xfrm>
          <a:custGeom>
            <a:avLst/>
            <a:gdLst/>
            <a:ahLst/>
            <a:cxnLst/>
            <a:rect l="l" t="t" r="r" b="b"/>
            <a:pathLst>
              <a:path w="2560320" h="1689100">
                <a:moveTo>
                  <a:pt x="2279904" y="1688592"/>
                </a:moveTo>
                <a:lnTo>
                  <a:pt x="281939" y="1688592"/>
                </a:lnTo>
                <a:lnTo>
                  <a:pt x="236220" y="1684839"/>
                </a:lnTo>
                <a:lnTo>
                  <a:pt x="192857" y="1674118"/>
                </a:lnTo>
                <a:lnTo>
                  <a:pt x="152429" y="1657006"/>
                </a:lnTo>
                <a:lnTo>
                  <a:pt x="115512" y="1634077"/>
                </a:lnTo>
                <a:lnTo>
                  <a:pt x="82681" y="1605910"/>
                </a:lnTo>
                <a:lnTo>
                  <a:pt x="54514" y="1573079"/>
                </a:lnTo>
                <a:lnTo>
                  <a:pt x="31585" y="1536162"/>
                </a:lnTo>
                <a:lnTo>
                  <a:pt x="14473" y="1495734"/>
                </a:lnTo>
                <a:lnTo>
                  <a:pt x="3752" y="1452371"/>
                </a:lnTo>
                <a:lnTo>
                  <a:pt x="0" y="1406652"/>
                </a:lnTo>
                <a:lnTo>
                  <a:pt x="0" y="281940"/>
                </a:lnTo>
                <a:lnTo>
                  <a:pt x="3752" y="236117"/>
                </a:lnTo>
                <a:lnTo>
                  <a:pt x="14473" y="192675"/>
                </a:lnTo>
                <a:lnTo>
                  <a:pt x="31585" y="152189"/>
                </a:lnTo>
                <a:lnTo>
                  <a:pt x="54514" y="115238"/>
                </a:lnTo>
                <a:lnTo>
                  <a:pt x="82681" y="82396"/>
                </a:lnTo>
                <a:lnTo>
                  <a:pt x="115512" y="54239"/>
                </a:lnTo>
                <a:lnTo>
                  <a:pt x="152429" y="31345"/>
                </a:lnTo>
                <a:lnTo>
                  <a:pt x="192857" y="14290"/>
                </a:lnTo>
                <a:lnTo>
                  <a:pt x="236220" y="3649"/>
                </a:lnTo>
                <a:lnTo>
                  <a:pt x="281939" y="0"/>
                </a:lnTo>
                <a:lnTo>
                  <a:pt x="2279904" y="0"/>
                </a:lnTo>
                <a:lnTo>
                  <a:pt x="2325348" y="3649"/>
                </a:lnTo>
                <a:lnTo>
                  <a:pt x="2368486" y="14290"/>
                </a:lnTo>
                <a:lnTo>
                  <a:pt x="2408732" y="31345"/>
                </a:lnTo>
                <a:lnTo>
                  <a:pt x="2445502" y="54239"/>
                </a:lnTo>
                <a:lnTo>
                  <a:pt x="2478209" y="82396"/>
                </a:lnTo>
                <a:lnTo>
                  <a:pt x="2506269" y="115238"/>
                </a:lnTo>
                <a:lnTo>
                  <a:pt x="2529095" y="152189"/>
                </a:lnTo>
                <a:lnTo>
                  <a:pt x="2546102" y="192675"/>
                </a:lnTo>
                <a:lnTo>
                  <a:pt x="2556706" y="236117"/>
                </a:lnTo>
                <a:lnTo>
                  <a:pt x="2560319" y="281940"/>
                </a:lnTo>
                <a:lnTo>
                  <a:pt x="2560319" y="1406652"/>
                </a:lnTo>
                <a:lnTo>
                  <a:pt x="2556706" y="1452371"/>
                </a:lnTo>
                <a:lnTo>
                  <a:pt x="2546102" y="1495734"/>
                </a:lnTo>
                <a:lnTo>
                  <a:pt x="2529095" y="1536162"/>
                </a:lnTo>
                <a:lnTo>
                  <a:pt x="2506269" y="1573079"/>
                </a:lnTo>
                <a:lnTo>
                  <a:pt x="2478209" y="1605910"/>
                </a:lnTo>
                <a:lnTo>
                  <a:pt x="2445502" y="1634077"/>
                </a:lnTo>
                <a:lnTo>
                  <a:pt x="2408732" y="1657006"/>
                </a:lnTo>
                <a:lnTo>
                  <a:pt x="2368486" y="1674118"/>
                </a:lnTo>
                <a:lnTo>
                  <a:pt x="2325348" y="1684839"/>
                </a:lnTo>
                <a:lnTo>
                  <a:pt x="2279904" y="168859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9574530" y="4747437"/>
            <a:ext cx="1040765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68300" marR="5080" indent="-355600">
              <a:lnSpc>
                <a:spcPct val="150000"/>
              </a:lnSpc>
              <a:spcBef>
                <a:spcPts val="100"/>
              </a:spcBef>
            </a:pPr>
            <a:r>
              <a:rPr dirty="0" sz="1600">
                <a:latin typeface="宋体"/>
                <a:cs typeface="宋体"/>
              </a:rPr>
              <a:t>输出结果</a:t>
            </a:r>
            <a:r>
              <a:rPr dirty="0" sz="1600" spc="-5">
                <a:latin typeface="宋体"/>
                <a:cs typeface="宋体"/>
              </a:rPr>
              <a:t>：   </a:t>
            </a:r>
            <a:r>
              <a:rPr dirty="0" sz="1600" spc="-5">
                <a:latin typeface="宋体"/>
                <a:cs typeface="宋体"/>
              </a:rPr>
              <a:t>2月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831835" y="4686300"/>
            <a:ext cx="548640" cy="951230"/>
          </a:xfrm>
          <a:custGeom>
            <a:avLst/>
            <a:gdLst/>
            <a:ahLst/>
            <a:cxnLst/>
            <a:rect l="l" t="t" r="r" b="b"/>
            <a:pathLst>
              <a:path w="548640" h="951229">
                <a:moveTo>
                  <a:pt x="274320" y="950976"/>
                </a:moveTo>
                <a:lnTo>
                  <a:pt x="274320" y="713232"/>
                </a:lnTo>
                <a:lnTo>
                  <a:pt x="0" y="713232"/>
                </a:lnTo>
                <a:lnTo>
                  <a:pt x="0" y="237744"/>
                </a:lnTo>
                <a:lnTo>
                  <a:pt x="274320" y="237744"/>
                </a:lnTo>
                <a:lnTo>
                  <a:pt x="274320" y="0"/>
                </a:lnTo>
                <a:lnTo>
                  <a:pt x="548640" y="475488"/>
                </a:lnTo>
                <a:lnTo>
                  <a:pt x="274320" y="950976"/>
                </a:lnTo>
                <a:close/>
              </a:path>
            </a:pathLst>
          </a:custGeom>
          <a:solidFill>
            <a:srgbClr val="78A77B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2"/>
            <a:ext cx="203200" cy="609600"/>
          </a:xfrm>
          <a:custGeom>
            <a:avLst/>
            <a:gdLst/>
            <a:ahLst/>
            <a:cxnLst/>
            <a:rect l="l" t="t" r="r" b="b"/>
            <a:pathLst>
              <a:path w="203200" h="609600">
                <a:moveTo>
                  <a:pt x="0" y="0"/>
                </a:moveTo>
                <a:lnTo>
                  <a:pt x="202692" y="0"/>
                </a:lnTo>
                <a:lnTo>
                  <a:pt x="202692" y="609599"/>
                </a:lnTo>
                <a:lnTo>
                  <a:pt x="0" y="609599"/>
                </a:lnTo>
                <a:lnTo>
                  <a:pt x="0" y="0"/>
                </a:lnTo>
                <a:close/>
              </a:path>
            </a:pathLst>
          </a:custGeom>
          <a:solidFill>
            <a:srgbClr val="20565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1940" y="217411"/>
            <a:ext cx="186563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05657"/>
                </a:solidFill>
                <a:latin typeface="宋体"/>
                <a:cs typeface="宋体"/>
              </a:rPr>
              <a:t>continue</a:t>
            </a:r>
            <a:r>
              <a:rPr dirty="0" sz="2400" b="1">
                <a:solidFill>
                  <a:srgbClr val="205657"/>
                </a:solidFill>
                <a:latin typeface="宋体"/>
                <a:cs typeface="宋体"/>
              </a:rPr>
              <a:t>语</a:t>
            </a:r>
            <a:r>
              <a:rPr dirty="0" sz="2400" spc="-10" b="1">
                <a:solidFill>
                  <a:srgbClr val="205657"/>
                </a:solidFill>
                <a:latin typeface="宋体"/>
                <a:cs typeface="宋体"/>
              </a:rPr>
              <a:t>句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96468" y="1229867"/>
            <a:ext cx="10799445" cy="2136775"/>
          </a:xfrm>
          <a:custGeom>
            <a:avLst/>
            <a:gdLst/>
            <a:ahLst/>
            <a:cxnLst/>
            <a:rect l="l" t="t" r="r" b="b"/>
            <a:pathLst>
              <a:path w="10799445" h="2136775">
                <a:moveTo>
                  <a:pt x="10443972" y="2136647"/>
                </a:moveTo>
                <a:lnTo>
                  <a:pt x="355091" y="2136647"/>
                </a:lnTo>
                <a:lnTo>
                  <a:pt x="306882" y="2133353"/>
                </a:lnTo>
                <a:lnTo>
                  <a:pt x="260632" y="2123846"/>
                </a:lnTo>
                <a:lnTo>
                  <a:pt x="216769" y="2108549"/>
                </a:lnTo>
                <a:lnTo>
                  <a:pt x="175722" y="2087885"/>
                </a:lnTo>
                <a:lnTo>
                  <a:pt x="137918" y="2062276"/>
                </a:lnTo>
                <a:lnTo>
                  <a:pt x="103784" y="2032144"/>
                </a:lnTo>
                <a:lnTo>
                  <a:pt x="73748" y="1997912"/>
                </a:lnTo>
                <a:lnTo>
                  <a:pt x="48237" y="1960002"/>
                </a:lnTo>
                <a:lnTo>
                  <a:pt x="27679" y="1918836"/>
                </a:lnTo>
                <a:lnTo>
                  <a:pt x="12502" y="1874838"/>
                </a:lnTo>
                <a:lnTo>
                  <a:pt x="3133" y="1828429"/>
                </a:lnTo>
                <a:lnTo>
                  <a:pt x="0" y="1780031"/>
                </a:lnTo>
                <a:lnTo>
                  <a:pt x="0" y="356615"/>
                </a:lnTo>
                <a:lnTo>
                  <a:pt x="3133" y="308201"/>
                </a:lnTo>
                <a:lnTo>
                  <a:pt x="12502" y="261778"/>
                </a:lnTo>
                <a:lnTo>
                  <a:pt x="27679" y="217770"/>
                </a:lnTo>
                <a:lnTo>
                  <a:pt x="48237" y="176597"/>
                </a:lnTo>
                <a:lnTo>
                  <a:pt x="73748" y="138683"/>
                </a:lnTo>
                <a:lnTo>
                  <a:pt x="103784" y="104451"/>
                </a:lnTo>
                <a:lnTo>
                  <a:pt x="137918" y="74321"/>
                </a:lnTo>
                <a:lnTo>
                  <a:pt x="175722" y="48717"/>
                </a:lnTo>
                <a:lnTo>
                  <a:pt x="216769" y="28060"/>
                </a:lnTo>
                <a:lnTo>
                  <a:pt x="260632" y="12774"/>
                </a:lnTo>
                <a:lnTo>
                  <a:pt x="306882" y="3279"/>
                </a:lnTo>
                <a:lnTo>
                  <a:pt x="355091" y="0"/>
                </a:lnTo>
                <a:lnTo>
                  <a:pt x="10443972" y="0"/>
                </a:lnTo>
                <a:lnTo>
                  <a:pt x="10492181" y="3279"/>
                </a:lnTo>
                <a:lnTo>
                  <a:pt x="10538431" y="12774"/>
                </a:lnTo>
                <a:lnTo>
                  <a:pt x="10582294" y="28060"/>
                </a:lnTo>
                <a:lnTo>
                  <a:pt x="10623341" y="48717"/>
                </a:lnTo>
                <a:lnTo>
                  <a:pt x="10661145" y="74321"/>
                </a:lnTo>
                <a:lnTo>
                  <a:pt x="10695279" y="104451"/>
                </a:lnTo>
                <a:lnTo>
                  <a:pt x="10725315" y="138683"/>
                </a:lnTo>
                <a:lnTo>
                  <a:pt x="10750826" y="176597"/>
                </a:lnTo>
                <a:lnTo>
                  <a:pt x="10771384" y="217770"/>
                </a:lnTo>
                <a:lnTo>
                  <a:pt x="10786561" y="261778"/>
                </a:lnTo>
                <a:lnTo>
                  <a:pt x="10795930" y="308201"/>
                </a:lnTo>
                <a:lnTo>
                  <a:pt x="10799064" y="356615"/>
                </a:lnTo>
                <a:lnTo>
                  <a:pt x="10799064" y="1780031"/>
                </a:lnTo>
                <a:lnTo>
                  <a:pt x="10795930" y="1828429"/>
                </a:lnTo>
                <a:lnTo>
                  <a:pt x="10786561" y="1874838"/>
                </a:lnTo>
                <a:lnTo>
                  <a:pt x="10771384" y="1918836"/>
                </a:lnTo>
                <a:lnTo>
                  <a:pt x="10750826" y="1960002"/>
                </a:lnTo>
                <a:lnTo>
                  <a:pt x="10725315" y="1997912"/>
                </a:lnTo>
                <a:lnTo>
                  <a:pt x="10695279" y="2032144"/>
                </a:lnTo>
                <a:lnTo>
                  <a:pt x="10661145" y="2062276"/>
                </a:lnTo>
                <a:lnTo>
                  <a:pt x="10623341" y="2087885"/>
                </a:lnTo>
                <a:lnTo>
                  <a:pt x="10582294" y="2108549"/>
                </a:lnTo>
                <a:lnTo>
                  <a:pt x="10538431" y="2123846"/>
                </a:lnTo>
                <a:lnTo>
                  <a:pt x="10492181" y="2133353"/>
                </a:lnTo>
                <a:lnTo>
                  <a:pt x="10443972" y="2136647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96468" y="3557015"/>
            <a:ext cx="6952615" cy="2700655"/>
          </a:xfrm>
          <a:custGeom>
            <a:avLst/>
            <a:gdLst/>
            <a:ahLst/>
            <a:cxnLst/>
            <a:rect l="l" t="t" r="r" b="b"/>
            <a:pathLst>
              <a:path w="6952615" h="2700654">
                <a:moveTo>
                  <a:pt x="6502908" y="2700528"/>
                </a:moveTo>
                <a:lnTo>
                  <a:pt x="449579" y="2700528"/>
                </a:lnTo>
                <a:lnTo>
                  <a:pt x="400540" y="2697839"/>
                </a:lnTo>
                <a:lnTo>
                  <a:pt x="353030" y="2690055"/>
                </a:lnTo>
                <a:lnTo>
                  <a:pt x="307326" y="2677450"/>
                </a:lnTo>
                <a:lnTo>
                  <a:pt x="263702" y="2660297"/>
                </a:lnTo>
                <a:lnTo>
                  <a:pt x="222436" y="2638868"/>
                </a:lnTo>
                <a:lnTo>
                  <a:pt x="183801" y="2613435"/>
                </a:lnTo>
                <a:lnTo>
                  <a:pt x="148074" y="2584273"/>
                </a:lnTo>
                <a:lnTo>
                  <a:pt x="115531" y="2551653"/>
                </a:lnTo>
                <a:lnTo>
                  <a:pt x="86446" y="2515848"/>
                </a:lnTo>
                <a:lnTo>
                  <a:pt x="61095" y="2477132"/>
                </a:lnTo>
                <a:lnTo>
                  <a:pt x="39754" y="2435777"/>
                </a:lnTo>
                <a:lnTo>
                  <a:pt x="22699" y="2392055"/>
                </a:lnTo>
                <a:lnTo>
                  <a:pt x="10204" y="2346241"/>
                </a:lnTo>
                <a:lnTo>
                  <a:pt x="2546" y="2298606"/>
                </a:lnTo>
                <a:lnTo>
                  <a:pt x="0" y="2249424"/>
                </a:lnTo>
                <a:lnTo>
                  <a:pt x="0" y="449580"/>
                </a:lnTo>
                <a:lnTo>
                  <a:pt x="2546" y="400563"/>
                </a:lnTo>
                <a:lnTo>
                  <a:pt x="10204" y="353074"/>
                </a:lnTo>
                <a:lnTo>
                  <a:pt x="22699" y="307387"/>
                </a:lnTo>
                <a:lnTo>
                  <a:pt x="39754" y="263777"/>
                </a:lnTo>
                <a:lnTo>
                  <a:pt x="61095" y="222520"/>
                </a:lnTo>
                <a:lnTo>
                  <a:pt x="86446" y="183893"/>
                </a:lnTo>
                <a:lnTo>
                  <a:pt x="115531" y="148169"/>
                </a:lnTo>
                <a:lnTo>
                  <a:pt x="148074" y="115625"/>
                </a:lnTo>
                <a:lnTo>
                  <a:pt x="183801" y="86537"/>
                </a:lnTo>
                <a:lnTo>
                  <a:pt x="222436" y="61180"/>
                </a:lnTo>
                <a:lnTo>
                  <a:pt x="263702" y="39829"/>
                </a:lnTo>
                <a:lnTo>
                  <a:pt x="307326" y="22760"/>
                </a:lnTo>
                <a:lnTo>
                  <a:pt x="353030" y="10248"/>
                </a:lnTo>
                <a:lnTo>
                  <a:pt x="400540" y="2569"/>
                </a:lnTo>
                <a:lnTo>
                  <a:pt x="449579" y="0"/>
                </a:lnTo>
                <a:lnTo>
                  <a:pt x="6502908" y="0"/>
                </a:lnTo>
                <a:lnTo>
                  <a:pt x="6551900" y="2569"/>
                </a:lnTo>
                <a:lnTo>
                  <a:pt x="6599369" y="10248"/>
                </a:lnTo>
                <a:lnTo>
                  <a:pt x="6645039" y="22760"/>
                </a:lnTo>
                <a:lnTo>
                  <a:pt x="6688636" y="39829"/>
                </a:lnTo>
                <a:lnTo>
                  <a:pt x="6729882" y="61180"/>
                </a:lnTo>
                <a:lnTo>
                  <a:pt x="6768503" y="86537"/>
                </a:lnTo>
                <a:lnTo>
                  <a:pt x="6804223" y="115625"/>
                </a:lnTo>
                <a:lnTo>
                  <a:pt x="6836767" y="148169"/>
                </a:lnTo>
                <a:lnTo>
                  <a:pt x="6865858" y="183893"/>
                </a:lnTo>
                <a:lnTo>
                  <a:pt x="6891223" y="222520"/>
                </a:lnTo>
                <a:lnTo>
                  <a:pt x="6912584" y="263777"/>
                </a:lnTo>
                <a:lnTo>
                  <a:pt x="6929667" y="307387"/>
                </a:lnTo>
                <a:lnTo>
                  <a:pt x="6942195" y="353074"/>
                </a:lnTo>
                <a:lnTo>
                  <a:pt x="6949894" y="400563"/>
                </a:lnTo>
                <a:lnTo>
                  <a:pt x="6952487" y="449580"/>
                </a:lnTo>
                <a:lnTo>
                  <a:pt x="6952487" y="2249424"/>
                </a:lnTo>
                <a:lnTo>
                  <a:pt x="6949894" y="2298606"/>
                </a:lnTo>
                <a:lnTo>
                  <a:pt x="6942195" y="2346241"/>
                </a:lnTo>
                <a:lnTo>
                  <a:pt x="6929667" y="2392055"/>
                </a:lnTo>
                <a:lnTo>
                  <a:pt x="6912584" y="2435777"/>
                </a:lnTo>
                <a:lnTo>
                  <a:pt x="6891223" y="2477132"/>
                </a:lnTo>
                <a:lnTo>
                  <a:pt x="6865858" y="2515848"/>
                </a:lnTo>
                <a:lnTo>
                  <a:pt x="6836767" y="2551653"/>
                </a:lnTo>
                <a:lnTo>
                  <a:pt x="6804223" y="2584273"/>
                </a:lnTo>
                <a:lnTo>
                  <a:pt x="6768503" y="2613435"/>
                </a:lnTo>
                <a:lnTo>
                  <a:pt x="6729882" y="2638868"/>
                </a:lnTo>
                <a:lnTo>
                  <a:pt x="6688636" y="2660297"/>
                </a:lnTo>
                <a:lnTo>
                  <a:pt x="6645039" y="2677450"/>
                </a:lnTo>
                <a:lnTo>
                  <a:pt x="6599369" y="2690055"/>
                </a:lnTo>
                <a:lnTo>
                  <a:pt x="6551900" y="2697839"/>
                </a:lnTo>
                <a:lnTo>
                  <a:pt x="6502908" y="2700528"/>
                </a:lnTo>
                <a:close/>
              </a:path>
            </a:pathLst>
          </a:custGeom>
          <a:solidFill>
            <a:srgbClr val="D2E1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68451" y="3494532"/>
            <a:ext cx="1163320" cy="464820"/>
          </a:xfrm>
          <a:custGeom>
            <a:avLst/>
            <a:gdLst/>
            <a:ahLst/>
            <a:cxnLst/>
            <a:rect l="l" t="t" r="r" b="b"/>
            <a:pathLst>
              <a:path w="1163320" h="464820">
                <a:moveTo>
                  <a:pt x="1085088" y="464819"/>
                </a:moveTo>
                <a:lnTo>
                  <a:pt x="77724" y="464819"/>
                </a:lnTo>
                <a:lnTo>
                  <a:pt x="47329" y="458306"/>
                </a:lnTo>
                <a:lnTo>
                  <a:pt x="22607" y="441545"/>
                </a:lnTo>
                <a:lnTo>
                  <a:pt x="6013" y="416990"/>
                </a:lnTo>
                <a:lnTo>
                  <a:pt x="0" y="387095"/>
                </a:lnTo>
                <a:lnTo>
                  <a:pt x="0" y="77723"/>
                </a:lnTo>
                <a:lnTo>
                  <a:pt x="6013" y="47329"/>
                </a:lnTo>
                <a:lnTo>
                  <a:pt x="22607" y="22607"/>
                </a:lnTo>
                <a:lnTo>
                  <a:pt x="47329" y="6013"/>
                </a:lnTo>
                <a:lnTo>
                  <a:pt x="77724" y="0"/>
                </a:lnTo>
                <a:lnTo>
                  <a:pt x="1085088" y="0"/>
                </a:lnTo>
                <a:lnTo>
                  <a:pt x="1115268" y="6013"/>
                </a:lnTo>
                <a:lnTo>
                  <a:pt x="1139918" y="22607"/>
                </a:lnTo>
                <a:lnTo>
                  <a:pt x="1156584" y="47329"/>
                </a:lnTo>
                <a:lnTo>
                  <a:pt x="1162812" y="77723"/>
                </a:lnTo>
                <a:lnTo>
                  <a:pt x="1162812" y="387095"/>
                </a:lnTo>
                <a:lnTo>
                  <a:pt x="1156584" y="416990"/>
                </a:lnTo>
                <a:lnTo>
                  <a:pt x="1139918" y="441545"/>
                </a:lnTo>
                <a:lnTo>
                  <a:pt x="1115268" y="458306"/>
                </a:lnTo>
                <a:lnTo>
                  <a:pt x="1085088" y="464819"/>
                </a:lnTo>
                <a:close/>
              </a:path>
            </a:pathLst>
          </a:custGeom>
          <a:solidFill>
            <a:srgbClr val="78A77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679246" y="1311554"/>
            <a:ext cx="10386695" cy="2538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54025" marR="5080">
              <a:lnSpc>
                <a:spcPct val="150000"/>
              </a:lnSpc>
              <a:spcBef>
                <a:spcPts val="100"/>
              </a:spcBef>
            </a:pPr>
            <a:r>
              <a:rPr dirty="0" sz="2000" spc="-5" b="1">
                <a:solidFill>
                  <a:srgbClr val="FFFFFF"/>
                </a:solidFill>
                <a:latin typeface="宋体"/>
                <a:cs typeface="宋体"/>
              </a:rPr>
              <a:t>continue</a:t>
            </a:r>
            <a:r>
              <a:rPr dirty="0" sz="2000" b="1">
                <a:solidFill>
                  <a:srgbClr val="FFFFFF"/>
                </a:solidFill>
                <a:latin typeface="宋体"/>
                <a:cs typeface="宋体"/>
              </a:rPr>
              <a:t>语句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：在满足条件时，跳过当前的这次循环，直接开始下一次循环，存在嵌套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循 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环时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，continue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语句只能跳出最近一层循环</a:t>
            </a:r>
            <a:r>
              <a:rPr dirty="0" sz="2000" spc="5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000">
              <a:latin typeface="宋体"/>
              <a:cs typeface="宋体"/>
            </a:endParaRPr>
          </a:p>
          <a:p>
            <a:pPr marL="454025">
              <a:lnSpc>
                <a:spcPct val="100000"/>
              </a:lnSpc>
              <a:spcBef>
                <a:spcPts val="1200"/>
              </a:spcBef>
            </a:pPr>
            <a:r>
              <a:rPr dirty="0" sz="2000" b="1">
                <a:solidFill>
                  <a:srgbClr val="FFFFFF"/>
                </a:solidFill>
                <a:latin typeface="宋体"/>
                <a:cs typeface="宋体"/>
              </a:rPr>
              <a:t>说明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：甲公司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1-4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月收入分别为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12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万元、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15.5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万元、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14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万元、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17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万元</a:t>
            </a:r>
            <a:r>
              <a:rPr dirty="0" sz="2000" spc="5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000">
              <a:latin typeface="宋体"/>
              <a:cs typeface="宋体"/>
            </a:endParaRPr>
          </a:p>
          <a:p>
            <a:pPr marL="454025">
              <a:lnSpc>
                <a:spcPct val="100000"/>
              </a:lnSpc>
              <a:spcBef>
                <a:spcPts val="1200"/>
              </a:spcBef>
            </a:pPr>
            <a:r>
              <a:rPr dirty="0" sz="2000" b="1">
                <a:solidFill>
                  <a:srgbClr val="FFFFFF"/>
                </a:solidFill>
                <a:latin typeface="宋体"/>
                <a:cs typeface="宋体"/>
              </a:rPr>
              <a:t>要求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：使用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for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循环与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continue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语句筛选出收入额在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15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万元以上的所有月份</a:t>
            </a:r>
            <a:r>
              <a:rPr dirty="0" sz="2000" spc="5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60"/>
              </a:spcBef>
            </a:pP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示例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8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代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码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63930" y="4084320"/>
            <a:ext cx="6324600" cy="5124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latin typeface="宋体"/>
                <a:cs typeface="宋体"/>
              </a:rPr>
              <a:t># </a:t>
            </a:r>
            <a:r>
              <a:rPr dirty="0" sz="1600">
                <a:latin typeface="宋体"/>
                <a:cs typeface="宋体"/>
              </a:rPr>
              <a:t>创建一个字典</a:t>
            </a:r>
            <a:r>
              <a:rPr dirty="0" sz="1600" spc="-5">
                <a:latin typeface="宋体"/>
                <a:cs typeface="宋体"/>
              </a:rPr>
              <a:t>income</a:t>
            </a:r>
            <a:r>
              <a:rPr dirty="0" sz="1600">
                <a:latin typeface="宋体"/>
                <a:cs typeface="宋体"/>
              </a:rPr>
              <a:t>接收</a:t>
            </a:r>
            <a:r>
              <a:rPr dirty="0" sz="1600" spc="-5">
                <a:latin typeface="宋体"/>
                <a:cs typeface="宋体"/>
              </a:rPr>
              <a:t>1-4</a:t>
            </a:r>
            <a:r>
              <a:rPr dirty="0" sz="1600">
                <a:latin typeface="宋体"/>
                <a:cs typeface="宋体"/>
              </a:rPr>
              <a:t>月收</a:t>
            </a:r>
            <a:r>
              <a:rPr dirty="0" sz="1600" spc="-5">
                <a:latin typeface="宋体"/>
                <a:cs typeface="宋体"/>
              </a:rPr>
              <a:t>入</a:t>
            </a:r>
            <a:endParaRPr sz="16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</a:pPr>
            <a:r>
              <a:rPr dirty="0" sz="1600" spc="-5">
                <a:latin typeface="宋体"/>
                <a:cs typeface="宋体"/>
              </a:rPr>
              <a:t>income</a:t>
            </a:r>
            <a:r>
              <a:rPr dirty="0" sz="1600" spc="1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=</a:t>
            </a:r>
            <a:r>
              <a:rPr dirty="0" sz="1600" spc="1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{'1</a:t>
            </a:r>
            <a:r>
              <a:rPr dirty="0" sz="1600">
                <a:latin typeface="宋体"/>
                <a:cs typeface="宋体"/>
              </a:rPr>
              <a:t>月</a:t>
            </a:r>
            <a:r>
              <a:rPr dirty="0" sz="1600" spc="-5">
                <a:latin typeface="宋体"/>
                <a:cs typeface="宋体"/>
              </a:rPr>
              <a:t>':120000,'2</a:t>
            </a:r>
            <a:r>
              <a:rPr dirty="0" sz="1600">
                <a:latin typeface="宋体"/>
                <a:cs typeface="宋体"/>
              </a:rPr>
              <a:t>月</a:t>
            </a:r>
            <a:r>
              <a:rPr dirty="0" sz="1600" spc="-5">
                <a:latin typeface="宋体"/>
                <a:cs typeface="宋体"/>
              </a:rPr>
              <a:t>':155000,'3</a:t>
            </a:r>
            <a:r>
              <a:rPr dirty="0" sz="1600">
                <a:latin typeface="宋体"/>
                <a:cs typeface="宋体"/>
              </a:rPr>
              <a:t>月</a:t>
            </a:r>
            <a:r>
              <a:rPr dirty="0" sz="1600" spc="-5">
                <a:latin typeface="宋体"/>
                <a:cs typeface="宋体"/>
              </a:rPr>
              <a:t>':140000,'4</a:t>
            </a:r>
            <a:r>
              <a:rPr dirty="0" sz="1600">
                <a:latin typeface="宋体"/>
                <a:cs typeface="宋体"/>
              </a:rPr>
              <a:t>月</a:t>
            </a:r>
            <a:r>
              <a:rPr dirty="0" sz="1600" spc="-5">
                <a:latin typeface="宋体"/>
                <a:cs typeface="宋体"/>
              </a:rPr>
              <a:t>':170000}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63930" y="4815839"/>
            <a:ext cx="2971800" cy="12439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latin typeface="宋体"/>
                <a:cs typeface="宋体"/>
              </a:rPr>
              <a:t>#</a:t>
            </a:r>
            <a:r>
              <a:rPr dirty="0" sz="1600" spc="-1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continue</a:t>
            </a:r>
            <a:r>
              <a:rPr dirty="0" sz="1600">
                <a:latin typeface="宋体"/>
                <a:cs typeface="宋体"/>
              </a:rPr>
              <a:t>语</a:t>
            </a:r>
            <a:r>
              <a:rPr dirty="0" sz="1600" spc="-5">
                <a:latin typeface="宋体"/>
                <a:cs typeface="宋体"/>
              </a:rPr>
              <a:t>句</a:t>
            </a:r>
            <a:endParaRPr sz="16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</a:pPr>
            <a:r>
              <a:rPr dirty="0" sz="1600" spc="-5">
                <a:latin typeface="宋体"/>
                <a:cs typeface="宋体"/>
              </a:rPr>
              <a:t>for key in</a:t>
            </a:r>
            <a:r>
              <a:rPr dirty="0" sz="1600" spc="-15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income:</a:t>
            </a:r>
            <a:endParaRPr sz="16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</a:pPr>
            <a:r>
              <a:rPr dirty="0" sz="1600" spc="-5">
                <a:latin typeface="宋体"/>
                <a:cs typeface="宋体"/>
              </a:rPr>
              <a:t>    </a:t>
            </a:r>
            <a:r>
              <a:rPr dirty="0" sz="1600" spc="-5">
                <a:latin typeface="宋体"/>
                <a:cs typeface="宋体"/>
              </a:rPr>
              <a:t>if income[key] &lt;=</a:t>
            </a:r>
            <a:r>
              <a:rPr dirty="0" sz="1600" spc="-4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150000:</a:t>
            </a:r>
            <a:endParaRPr sz="16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</a:pPr>
            <a:r>
              <a:rPr dirty="0" sz="1600" spc="-5">
                <a:latin typeface="宋体"/>
                <a:cs typeface="宋体"/>
              </a:rPr>
              <a:t>        </a:t>
            </a:r>
            <a:r>
              <a:rPr dirty="0" sz="1600" spc="-5">
                <a:latin typeface="宋体"/>
                <a:cs typeface="宋体"/>
              </a:rPr>
              <a:t>continue</a:t>
            </a:r>
            <a:endParaRPr sz="16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</a:pPr>
            <a:r>
              <a:rPr dirty="0" sz="1600" spc="-5">
                <a:latin typeface="宋体"/>
                <a:cs typeface="宋体"/>
              </a:rPr>
              <a:t>    </a:t>
            </a:r>
            <a:r>
              <a:rPr dirty="0" sz="1600" spc="-5">
                <a:latin typeface="宋体"/>
                <a:cs typeface="宋体"/>
              </a:rPr>
              <a:t>print(key)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881871" y="4248911"/>
            <a:ext cx="2632075" cy="1689100"/>
          </a:xfrm>
          <a:custGeom>
            <a:avLst/>
            <a:gdLst/>
            <a:ahLst/>
            <a:cxnLst/>
            <a:rect l="l" t="t" r="r" b="b"/>
            <a:pathLst>
              <a:path w="2632075" h="1689100">
                <a:moveTo>
                  <a:pt x="2350007" y="1688591"/>
                </a:moveTo>
                <a:lnTo>
                  <a:pt x="281939" y="1688591"/>
                </a:lnTo>
                <a:lnTo>
                  <a:pt x="236117" y="1684839"/>
                </a:lnTo>
                <a:lnTo>
                  <a:pt x="192675" y="1674118"/>
                </a:lnTo>
                <a:lnTo>
                  <a:pt x="152189" y="1657006"/>
                </a:lnTo>
                <a:lnTo>
                  <a:pt x="115238" y="1634077"/>
                </a:lnTo>
                <a:lnTo>
                  <a:pt x="82396" y="1605910"/>
                </a:lnTo>
                <a:lnTo>
                  <a:pt x="54239" y="1573079"/>
                </a:lnTo>
                <a:lnTo>
                  <a:pt x="31345" y="1536162"/>
                </a:lnTo>
                <a:lnTo>
                  <a:pt x="14290" y="1495734"/>
                </a:lnTo>
                <a:lnTo>
                  <a:pt x="3649" y="1452371"/>
                </a:lnTo>
                <a:lnTo>
                  <a:pt x="0" y="1406652"/>
                </a:lnTo>
                <a:lnTo>
                  <a:pt x="0" y="281939"/>
                </a:lnTo>
                <a:lnTo>
                  <a:pt x="3649" y="236117"/>
                </a:lnTo>
                <a:lnTo>
                  <a:pt x="14290" y="192675"/>
                </a:lnTo>
                <a:lnTo>
                  <a:pt x="31345" y="152189"/>
                </a:lnTo>
                <a:lnTo>
                  <a:pt x="54239" y="115238"/>
                </a:lnTo>
                <a:lnTo>
                  <a:pt x="82396" y="82396"/>
                </a:lnTo>
                <a:lnTo>
                  <a:pt x="115238" y="54239"/>
                </a:lnTo>
                <a:lnTo>
                  <a:pt x="152189" y="31345"/>
                </a:lnTo>
                <a:lnTo>
                  <a:pt x="192675" y="14290"/>
                </a:lnTo>
                <a:lnTo>
                  <a:pt x="236117" y="3649"/>
                </a:lnTo>
                <a:lnTo>
                  <a:pt x="281939" y="0"/>
                </a:lnTo>
                <a:lnTo>
                  <a:pt x="2350007" y="0"/>
                </a:lnTo>
                <a:lnTo>
                  <a:pt x="2395796" y="3649"/>
                </a:lnTo>
                <a:lnTo>
                  <a:pt x="2439211" y="14290"/>
                </a:lnTo>
                <a:lnTo>
                  <a:pt x="2479678" y="31345"/>
                </a:lnTo>
                <a:lnTo>
                  <a:pt x="2516618" y="54239"/>
                </a:lnTo>
                <a:lnTo>
                  <a:pt x="2549456" y="82396"/>
                </a:lnTo>
                <a:lnTo>
                  <a:pt x="2577616" y="115238"/>
                </a:lnTo>
                <a:lnTo>
                  <a:pt x="2600522" y="152189"/>
                </a:lnTo>
                <a:lnTo>
                  <a:pt x="2617596" y="192675"/>
                </a:lnTo>
                <a:lnTo>
                  <a:pt x="2628264" y="236117"/>
                </a:lnTo>
                <a:lnTo>
                  <a:pt x="2631948" y="281939"/>
                </a:lnTo>
                <a:lnTo>
                  <a:pt x="2631948" y="1406652"/>
                </a:lnTo>
                <a:lnTo>
                  <a:pt x="2628264" y="1452371"/>
                </a:lnTo>
                <a:lnTo>
                  <a:pt x="2617596" y="1495734"/>
                </a:lnTo>
                <a:lnTo>
                  <a:pt x="2600522" y="1536162"/>
                </a:lnTo>
                <a:lnTo>
                  <a:pt x="2577616" y="1573079"/>
                </a:lnTo>
                <a:lnTo>
                  <a:pt x="2549456" y="1605910"/>
                </a:lnTo>
                <a:lnTo>
                  <a:pt x="2516618" y="1634077"/>
                </a:lnTo>
                <a:lnTo>
                  <a:pt x="2479678" y="1657006"/>
                </a:lnTo>
                <a:lnTo>
                  <a:pt x="2439211" y="1674118"/>
                </a:lnTo>
                <a:lnTo>
                  <a:pt x="2395796" y="1684839"/>
                </a:lnTo>
                <a:lnTo>
                  <a:pt x="2350007" y="168859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9676765" y="4495253"/>
            <a:ext cx="1040765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1600">
                <a:latin typeface="宋体"/>
                <a:cs typeface="宋体"/>
              </a:rPr>
              <a:t>输出结果</a:t>
            </a:r>
            <a:r>
              <a:rPr dirty="0" sz="1600" spc="-5">
                <a:latin typeface="宋体"/>
                <a:cs typeface="宋体"/>
              </a:rPr>
              <a:t>：   </a:t>
            </a:r>
            <a:r>
              <a:rPr dirty="0" sz="1600" spc="-5">
                <a:latin typeface="宋体"/>
                <a:cs typeface="宋体"/>
              </a:rPr>
              <a:t>2月</a:t>
            </a:r>
            <a:endParaRPr sz="1600">
              <a:latin typeface="宋体"/>
              <a:cs typeface="宋体"/>
            </a:endParaRPr>
          </a:p>
          <a:p>
            <a:pPr algn="ctr">
              <a:lnSpc>
                <a:spcPct val="100000"/>
              </a:lnSpc>
              <a:spcBef>
                <a:spcPts val="960"/>
              </a:spcBef>
            </a:pPr>
            <a:r>
              <a:rPr dirty="0" sz="1600" spc="-5">
                <a:latin typeface="宋体"/>
                <a:cs typeface="宋体"/>
              </a:rPr>
              <a:t>4月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025383" y="4617720"/>
            <a:ext cx="547370" cy="951230"/>
          </a:xfrm>
          <a:custGeom>
            <a:avLst/>
            <a:gdLst/>
            <a:ahLst/>
            <a:cxnLst/>
            <a:rect l="l" t="t" r="r" b="b"/>
            <a:pathLst>
              <a:path w="547370" h="951229">
                <a:moveTo>
                  <a:pt x="274320" y="950976"/>
                </a:moveTo>
                <a:lnTo>
                  <a:pt x="274320" y="713231"/>
                </a:lnTo>
                <a:lnTo>
                  <a:pt x="0" y="713231"/>
                </a:lnTo>
                <a:lnTo>
                  <a:pt x="0" y="237743"/>
                </a:lnTo>
                <a:lnTo>
                  <a:pt x="274320" y="237743"/>
                </a:lnTo>
                <a:lnTo>
                  <a:pt x="274320" y="0"/>
                </a:lnTo>
                <a:lnTo>
                  <a:pt x="547116" y="475488"/>
                </a:lnTo>
                <a:lnTo>
                  <a:pt x="274320" y="950976"/>
                </a:lnTo>
                <a:close/>
              </a:path>
            </a:pathLst>
          </a:custGeom>
          <a:solidFill>
            <a:srgbClr val="78A77B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2"/>
            <a:ext cx="203200" cy="609600"/>
          </a:xfrm>
          <a:custGeom>
            <a:avLst/>
            <a:gdLst/>
            <a:ahLst/>
            <a:cxnLst/>
            <a:rect l="l" t="t" r="r" b="b"/>
            <a:pathLst>
              <a:path w="203200" h="609600">
                <a:moveTo>
                  <a:pt x="0" y="0"/>
                </a:moveTo>
                <a:lnTo>
                  <a:pt x="202692" y="0"/>
                </a:lnTo>
                <a:lnTo>
                  <a:pt x="202692" y="609599"/>
                </a:lnTo>
                <a:lnTo>
                  <a:pt x="0" y="609599"/>
                </a:lnTo>
                <a:lnTo>
                  <a:pt x="0" y="0"/>
                </a:lnTo>
                <a:close/>
              </a:path>
            </a:pathLst>
          </a:custGeom>
          <a:solidFill>
            <a:srgbClr val="20565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1940" y="217411"/>
            <a:ext cx="124841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课堂小</a:t>
            </a:r>
            <a:r>
              <a:rPr dirty="0" sz="2400" spc="-10" b="1">
                <a:solidFill>
                  <a:srgbClr val="2E5B50"/>
                </a:solidFill>
                <a:latin typeface="宋体"/>
                <a:cs typeface="宋体"/>
              </a:rPr>
              <a:t>结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96468" y="1722120"/>
            <a:ext cx="10799445" cy="3587750"/>
          </a:xfrm>
          <a:custGeom>
            <a:avLst/>
            <a:gdLst/>
            <a:ahLst/>
            <a:cxnLst/>
            <a:rect l="l" t="t" r="r" b="b"/>
            <a:pathLst>
              <a:path w="10799445" h="3587750">
                <a:moveTo>
                  <a:pt x="10201656" y="3587495"/>
                </a:moveTo>
                <a:lnTo>
                  <a:pt x="597407" y="3587495"/>
                </a:lnTo>
                <a:lnTo>
                  <a:pt x="548374" y="3585479"/>
                </a:lnTo>
                <a:lnTo>
                  <a:pt x="500431" y="3579603"/>
                </a:lnTo>
                <a:lnTo>
                  <a:pt x="453734" y="3570021"/>
                </a:lnTo>
                <a:lnTo>
                  <a:pt x="408436" y="3556886"/>
                </a:lnTo>
                <a:lnTo>
                  <a:pt x="364693" y="3540352"/>
                </a:lnTo>
                <a:lnTo>
                  <a:pt x="322659" y="3520572"/>
                </a:lnTo>
                <a:lnTo>
                  <a:pt x="282487" y="3497698"/>
                </a:lnTo>
                <a:lnTo>
                  <a:pt x="244333" y="3471884"/>
                </a:lnTo>
                <a:lnTo>
                  <a:pt x="208350" y="3443284"/>
                </a:lnTo>
                <a:lnTo>
                  <a:pt x="174693" y="3412050"/>
                </a:lnTo>
                <a:lnTo>
                  <a:pt x="143516" y="3378335"/>
                </a:lnTo>
                <a:lnTo>
                  <a:pt x="114974" y="3342294"/>
                </a:lnTo>
                <a:lnTo>
                  <a:pt x="89220" y="3304078"/>
                </a:lnTo>
                <a:lnTo>
                  <a:pt x="66410" y="3263841"/>
                </a:lnTo>
                <a:lnTo>
                  <a:pt x="46698" y="3221737"/>
                </a:lnTo>
                <a:lnTo>
                  <a:pt x="30237" y="3177919"/>
                </a:lnTo>
                <a:lnTo>
                  <a:pt x="17182" y="3132539"/>
                </a:lnTo>
                <a:lnTo>
                  <a:pt x="7688" y="3085751"/>
                </a:lnTo>
                <a:lnTo>
                  <a:pt x="1909" y="3037708"/>
                </a:lnTo>
                <a:lnTo>
                  <a:pt x="0" y="2988564"/>
                </a:lnTo>
                <a:lnTo>
                  <a:pt x="0" y="597407"/>
                </a:lnTo>
                <a:lnTo>
                  <a:pt x="1909" y="548355"/>
                </a:lnTo>
                <a:lnTo>
                  <a:pt x="7688" y="500397"/>
                </a:lnTo>
                <a:lnTo>
                  <a:pt x="17182" y="453685"/>
                </a:lnTo>
                <a:lnTo>
                  <a:pt x="30237" y="408375"/>
                </a:lnTo>
                <a:lnTo>
                  <a:pt x="46698" y="364622"/>
                </a:lnTo>
                <a:lnTo>
                  <a:pt x="66410" y="322579"/>
                </a:lnTo>
                <a:lnTo>
                  <a:pt x="89220" y="282400"/>
                </a:lnTo>
                <a:lnTo>
                  <a:pt x="114974" y="244241"/>
                </a:lnTo>
                <a:lnTo>
                  <a:pt x="143516" y="208255"/>
                </a:lnTo>
                <a:lnTo>
                  <a:pt x="174693" y="174598"/>
                </a:lnTo>
                <a:lnTo>
                  <a:pt x="208350" y="143422"/>
                </a:lnTo>
                <a:lnTo>
                  <a:pt x="244333" y="114882"/>
                </a:lnTo>
                <a:lnTo>
                  <a:pt x="282487" y="89134"/>
                </a:lnTo>
                <a:lnTo>
                  <a:pt x="322659" y="66330"/>
                </a:lnTo>
                <a:lnTo>
                  <a:pt x="364693" y="46626"/>
                </a:lnTo>
                <a:lnTo>
                  <a:pt x="408436" y="30176"/>
                </a:lnTo>
                <a:lnTo>
                  <a:pt x="453734" y="17134"/>
                </a:lnTo>
                <a:lnTo>
                  <a:pt x="500431" y="7654"/>
                </a:lnTo>
                <a:lnTo>
                  <a:pt x="548374" y="1891"/>
                </a:lnTo>
                <a:lnTo>
                  <a:pt x="597407" y="0"/>
                </a:lnTo>
                <a:lnTo>
                  <a:pt x="10201656" y="0"/>
                </a:lnTo>
                <a:lnTo>
                  <a:pt x="10250689" y="1891"/>
                </a:lnTo>
                <a:lnTo>
                  <a:pt x="10298632" y="7654"/>
                </a:lnTo>
                <a:lnTo>
                  <a:pt x="10345329" y="17134"/>
                </a:lnTo>
                <a:lnTo>
                  <a:pt x="10390627" y="30176"/>
                </a:lnTo>
                <a:lnTo>
                  <a:pt x="10434370" y="46626"/>
                </a:lnTo>
                <a:lnTo>
                  <a:pt x="10476404" y="66330"/>
                </a:lnTo>
                <a:lnTo>
                  <a:pt x="10516576" y="89134"/>
                </a:lnTo>
                <a:lnTo>
                  <a:pt x="10554730" y="114882"/>
                </a:lnTo>
                <a:lnTo>
                  <a:pt x="10590713" y="143422"/>
                </a:lnTo>
                <a:lnTo>
                  <a:pt x="10624370" y="174598"/>
                </a:lnTo>
                <a:lnTo>
                  <a:pt x="10655547" y="208255"/>
                </a:lnTo>
                <a:lnTo>
                  <a:pt x="10684089" y="244241"/>
                </a:lnTo>
                <a:lnTo>
                  <a:pt x="10709843" y="282400"/>
                </a:lnTo>
                <a:lnTo>
                  <a:pt x="10732653" y="322579"/>
                </a:lnTo>
                <a:lnTo>
                  <a:pt x="10752365" y="364622"/>
                </a:lnTo>
                <a:lnTo>
                  <a:pt x="10768826" y="408375"/>
                </a:lnTo>
                <a:lnTo>
                  <a:pt x="10781881" y="453685"/>
                </a:lnTo>
                <a:lnTo>
                  <a:pt x="10791375" y="500397"/>
                </a:lnTo>
                <a:lnTo>
                  <a:pt x="10797154" y="548355"/>
                </a:lnTo>
                <a:lnTo>
                  <a:pt x="10799064" y="597407"/>
                </a:lnTo>
                <a:lnTo>
                  <a:pt x="10799064" y="2988564"/>
                </a:lnTo>
                <a:lnTo>
                  <a:pt x="10797154" y="3037708"/>
                </a:lnTo>
                <a:lnTo>
                  <a:pt x="10791375" y="3085751"/>
                </a:lnTo>
                <a:lnTo>
                  <a:pt x="10781881" y="3132539"/>
                </a:lnTo>
                <a:lnTo>
                  <a:pt x="10768826" y="3177919"/>
                </a:lnTo>
                <a:lnTo>
                  <a:pt x="10752365" y="3221737"/>
                </a:lnTo>
                <a:lnTo>
                  <a:pt x="10732653" y="3263841"/>
                </a:lnTo>
                <a:lnTo>
                  <a:pt x="10709843" y="3304078"/>
                </a:lnTo>
                <a:lnTo>
                  <a:pt x="10684089" y="3342294"/>
                </a:lnTo>
                <a:lnTo>
                  <a:pt x="10655547" y="3378335"/>
                </a:lnTo>
                <a:lnTo>
                  <a:pt x="10624370" y="3412050"/>
                </a:lnTo>
                <a:lnTo>
                  <a:pt x="10590713" y="3443284"/>
                </a:lnTo>
                <a:lnTo>
                  <a:pt x="10554730" y="3471884"/>
                </a:lnTo>
                <a:lnTo>
                  <a:pt x="10516576" y="3497698"/>
                </a:lnTo>
                <a:lnTo>
                  <a:pt x="10476404" y="3520572"/>
                </a:lnTo>
                <a:lnTo>
                  <a:pt x="10434370" y="3540352"/>
                </a:lnTo>
                <a:lnTo>
                  <a:pt x="10390627" y="3556886"/>
                </a:lnTo>
                <a:lnTo>
                  <a:pt x="10345329" y="3570021"/>
                </a:lnTo>
                <a:lnTo>
                  <a:pt x="10298632" y="3579603"/>
                </a:lnTo>
                <a:lnTo>
                  <a:pt x="10250689" y="3585479"/>
                </a:lnTo>
                <a:lnTo>
                  <a:pt x="10201656" y="358749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89609" y="1715135"/>
            <a:ext cx="10812780" cy="3594100"/>
          </a:xfrm>
          <a:custGeom>
            <a:avLst/>
            <a:gdLst/>
            <a:ahLst/>
            <a:cxnLst/>
            <a:rect l="l" t="t" r="r" b="b"/>
            <a:pathLst>
              <a:path w="10812780" h="3594100">
                <a:moveTo>
                  <a:pt x="10344912" y="12700"/>
                </a:moveTo>
                <a:lnTo>
                  <a:pt x="467868" y="12700"/>
                </a:lnTo>
                <a:lnTo>
                  <a:pt x="482549" y="0"/>
                </a:lnTo>
                <a:lnTo>
                  <a:pt x="10330230" y="0"/>
                </a:lnTo>
                <a:lnTo>
                  <a:pt x="10344912" y="12700"/>
                </a:lnTo>
                <a:close/>
              </a:path>
              <a:path w="10812780" h="3594100">
                <a:moveTo>
                  <a:pt x="470649" y="25400"/>
                </a:moveTo>
                <a:lnTo>
                  <a:pt x="424637" y="25400"/>
                </a:lnTo>
                <a:lnTo>
                  <a:pt x="438899" y="12700"/>
                </a:lnTo>
                <a:lnTo>
                  <a:pt x="485178" y="12700"/>
                </a:lnTo>
                <a:lnTo>
                  <a:pt x="470649" y="25400"/>
                </a:lnTo>
                <a:close/>
              </a:path>
              <a:path w="10812780" h="3594100">
                <a:moveTo>
                  <a:pt x="10388142" y="25400"/>
                </a:moveTo>
                <a:lnTo>
                  <a:pt x="10342130" y="25400"/>
                </a:lnTo>
                <a:lnTo>
                  <a:pt x="10327601" y="12700"/>
                </a:lnTo>
                <a:lnTo>
                  <a:pt x="10373880" y="12700"/>
                </a:lnTo>
                <a:lnTo>
                  <a:pt x="10388142" y="25400"/>
                </a:lnTo>
                <a:close/>
              </a:path>
              <a:path w="10812780" h="3594100">
                <a:moveTo>
                  <a:pt x="428332" y="38100"/>
                </a:moveTo>
                <a:lnTo>
                  <a:pt x="382739" y="38100"/>
                </a:lnTo>
                <a:lnTo>
                  <a:pt x="396544" y="25400"/>
                </a:lnTo>
                <a:lnTo>
                  <a:pt x="442442" y="25400"/>
                </a:lnTo>
                <a:lnTo>
                  <a:pt x="428332" y="38100"/>
                </a:lnTo>
                <a:close/>
              </a:path>
              <a:path w="10812780" h="3594100">
                <a:moveTo>
                  <a:pt x="10430040" y="38100"/>
                </a:moveTo>
                <a:lnTo>
                  <a:pt x="10384447" y="38100"/>
                </a:lnTo>
                <a:lnTo>
                  <a:pt x="10370337" y="25400"/>
                </a:lnTo>
                <a:lnTo>
                  <a:pt x="10416235" y="25400"/>
                </a:lnTo>
                <a:lnTo>
                  <a:pt x="10430040" y="38100"/>
                </a:lnTo>
                <a:close/>
              </a:path>
              <a:path w="10812780" h="3594100">
                <a:moveTo>
                  <a:pt x="387337" y="50800"/>
                </a:moveTo>
                <a:lnTo>
                  <a:pt x="355625" y="50800"/>
                </a:lnTo>
                <a:lnTo>
                  <a:pt x="369100" y="38100"/>
                </a:lnTo>
                <a:lnTo>
                  <a:pt x="400989" y="38100"/>
                </a:lnTo>
                <a:lnTo>
                  <a:pt x="387337" y="50800"/>
                </a:lnTo>
                <a:close/>
              </a:path>
              <a:path w="10812780" h="3594100">
                <a:moveTo>
                  <a:pt x="10457154" y="50800"/>
                </a:moveTo>
                <a:lnTo>
                  <a:pt x="10425442" y="50800"/>
                </a:lnTo>
                <a:lnTo>
                  <a:pt x="10411790" y="38100"/>
                </a:lnTo>
                <a:lnTo>
                  <a:pt x="10443679" y="38100"/>
                </a:lnTo>
                <a:lnTo>
                  <a:pt x="10457154" y="50800"/>
                </a:lnTo>
                <a:close/>
              </a:path>
              <a:path w="10812780" h="3594100">
                <a:moveTo>
                  <a:pt x="360794" y="63500"/>
                </a:moveTo>
                <a:lnTo>
                  <a:pt x="329209" y="63500"/>
                </a:lnTo>
                <a:lnTo>
                  <a:pt x="342328" y="50800"/>
                </a:lnTo>
                <a:lnTo>
                  <a:pt x="374116" y="50800"/>
                </a:lnTo>
                <a:lnTo>
                  <a:pt x="360794" y="63500"/>
                </a:lnTo>
                <a:close/>
              </a:path>
              <a:path w="10812780" h="3594100">
                <a:moveTo>
                  <a:pt x="10483570" y="63500"/>
                </a:moveTo>
                <a:lnTo>
                  <a:pt x="10451985" y="63500"/>
                </a:lnTo>
                <a:lnTo>
                  <a:pt x="10438650" y="50800"/>
                </a:lnTo>
                <a:lnTo>
                  <a:pt x="10470451" y="50800"/>
                </a:lnTo>
                <a:lnTo>
                  <a:pt x="10483570" y="63500"/>
                </a:lnTo>
                <a:close/>
              </a:path>
              <a:path w="10812780" h="3594100">
                <a:moveTo>
                  <a:pt x="334937" y="76200"/>
                </a:moveTo>
                <a:lnTo>
                  <a:pt x="303517" y="76200"/>
                </a:lnTo>
                <a:lnTo>
                  <a:pt x="316268" y="63500"/>
                </a:lnTo>
                <a:lnTo>
                  <a:pt x="347916" y="63500"/>
                </a:lnTo>
                <a:lnTo>
                  <a:pt x="334937" y="76200"/>
                </a:lnTo>
                <a:close/>
              </a:path>
              <a:path w="10812780" h="3594100">
                <a:moveTo>
                  <a:pt x="10509262" y="76200"/>
                </a:moveTo>
                <a:lnTo>
                  <a:pt x="10477842" y="76200"/>
                </a:lnTo>
                <a:lnTo>
                  <a:pt x="10464863" y="63500"/>
                </a:lnTo>
                <a:lnTo>
                  <a:pt x="10496511" y="63500"/>
                </a:lnTo>
                <a:lnTo>
                  <a:pt x="10509262" y="76200"/>
                </a:lnTo>
                <a:close/>
              </a:path>
              <a:path w="10812780" h="3594100">
                <a:moveTo>
                  <a:pt x="285394" y="101600"/>
                </a:moveTo>
                <a:lnTo>
                  <a:pt x="266446" y="101600"/>
                </a:lnTo>
                <a:lnTo>
                  <a:pt x="278599" y="88900"/>
                </a:lnTo>
                <a:lnTo>
                  <a:pt x="290969" y="76200"/>
                </a:lnTo>
                <a:lnTo>
                  <a:pt x="322402" y="76200"/>
                </a:lnTo>
                <a:lnTo>
                  <a:pt x="309791" y="88900"/>
                </a:lnTo>
                <a:lnTo>
                  <a:pt x="297624" y="88900"/>
                </a:lnTo>
                <a:lnTo>
                  <a:pt x="285394" y="101600"/>
                </a:lnTo>
                <a:close/>
              </a:path>
              <a:path w="10812780" h="3594100">
                <a:moveTo>
                  <a:pt x="10546334" y="101600"/>
                </a:moveTo>
                <a:lnTo>
                  <a:pt x="10527385" y="101600"/>
                </a:lnTo>
                <a:lnTo>
                  <a:pt x="10515155" y="88900"/>
                </a:lnTo>
                <a:lnTo>
                  <a:pt x="10502988" y="88900"/>
                </a:lnTo>
                <a:lnTo>
                  <a:pt x="10490377" y="76200"/>
                </a:lnTo>
                <a:lnTo>
                  <a:pt x="10521810" y="76200"/>
                </a:lnTo>
                <a:lnTo>
                  <a:pt x="10534180" y="88900"/>
                </a:lnTo>
                <a:lnTo>
                  <a:pt x="10546334" y="101600"/>
                </a:lnTo>
                <a:close/>
              </a:path>
              <a:path w="10812780" h="3594100">
                <a:moveTo>
                  <a:pt x="250291" y="127000"/>
                </a:moveTo>
                <a:lnTo>
                  <a:pt x="231228" y="127000"/>
                </a:lnTo>
                <a:lnTo>
                  <a:pt x="242747" y="114300"/>
                </a:lnTo>
                <a:lnTo>
                  <a:pt x="254495" y="101600"/>
                </a:lnTo>
                <a:lnTo>
                  <a:pt x="273621" y="101600"/>
                </a:lnTo>
                <a:lnTo>
                  <a:pt x="261785" y="114300"/>
                </a:lnTo>
                <a:lnTo>
                  <a:pt x="261912" y="114300"/>
                </a:lnTo>
                <a:lnTo>
                  <a:pt x="250291" y="127000"/>
                </a:lnTo>
                <a:close/>
              </a:path>
              <a:path w="10812780" h="3594100">
                <a:moveTo>
                  <a:pt x="10581551" y="127000"/>
                </a:moveTo>
                <a:lnTo>
                  <a:pt x="10562488" y="127000"/>
                </a:lnTo>
                <a:lnTo>
                  <a:pt x="10550867" y="114300"/>
                </a:lnTo>
                <a:lnTo>
                  <a:pt x="10539158" y="101600"/>
                </a:lnTo>
                <a:lnTo>
                  <a:pt x="10558284" y="101600"/>
                </a:lnTo>
                <a:lnTo>
                  <a:pt x="10570032" y="114300"/>
                </a:lnTo>
                <a:lnTo>
                  <a:pt x="10581551" y="127000"/>
                </a:lnTo>
                <a:close/>
              </a:path>
              <a:path w="10812780" h="3594100">
                <a:moveTo>
                  <a:pt x="206476" y="165100"/>
                </a:moveTo>
                <a:lnTo>
                  <a:pt x="187375" y="165100"/>
                </a:lnTo>
                <a:lnTo>
                  <a:pt x="197993" y="152400"/>
                </a:lnTo>
                <a:lnTo>
                  <a:pt x="208838" y="139700"/>
                </a:lnTo>
                <a:lnTo>
                  <a:pt x="219925" y="127000"/>
                </a:lnTo>
                <a:lnTo>
                  <a:pt x="239128" y="127000"/>
                </a:lnTo>
                <a:lnTo>
                  <a:pt x="227952" y="139700"/>
                </a:lnTo>
                <a:lnTo>
                  <a:pt x="217106" y="152400"/>
                </a:lnTo>
                <a:lnTo>
                  <a:pt x="206476" y="165100"/>
                </a:lnTo>
                <a:close/>
              </a:path>
              <a:path w="10812780" h="3594100">
                <a:moveTo>
                  <a:pt x="10625391" y="165100"/>
                </a:moveTo>
                <a:lnTo>
                  <a:pt x="10606303" y="165100"/>
                </a:lnTo>
                <a:lnTo>
                  <a:pt x="10595559" y="152400"/>
                </a:lnTo>
                <a:lnTo>
                  <a:pt x="10584713" y="139700"/>
                </a:lnTo>
                <a:lnTo>
                  <a:pt x="10573651" y="127000"/>
                </a:lnTo>
                <a:lnTo>
                  <a:pt x="10592854" y="127000"/>
                </a:lnTo>
                <a:lnTo>
                  <a:pt x="10603941" y="139700"/>
                </a:lnTo>
                <a:lnTo>
                  <a:pt x="10614787" y="152400"/>
                </a:lnTo>
                <a:lnTo>
                  <a:pt x="10625391" y="165100"/>
                </a:lnTo>
                <a:close/>
              </a:path>
              <a:path w="10812780" h="3594100">
                <a:moveTo>
                  <a:pt x="121805" y="254000"/>
                </a:moveTo>
                <a:lnTo>
                  <a:pt x="111506" y="254000"/>
                </a:lnTo>
                <a:lnTo>
                  <a:pt x="120065" y="241300"/>
                </a:lnTo>
                <a:lnTo>
                  <a:pt x="147370" y="203200"/>
                </a:lnTo>
                <a:lnTo>
                  <a:pt x="177012" y="165100"/>
                </a:lnTo>
                <a:lnTo>
                  <a:pt x="196202" y="165100"/>
                </a:lnTo>
                <a:lnTo>
                  <a:pt x="185940" y="177800"/>
                </a:lnTo>
                <a:lnTo>
                  <a:pt x="176022" y="190500"/>
                </a:lnTo>
                <a:lnTo>
                  <a:pt x="166344" y="203200"/>
                </a:lnTo>
                <a:lnTo>
                  <a:pt x="156921" y="215900"/>
                </a:lnTo>
                <a:lnTo>
                  <a:pt x="147853" y="215900"/>
                </a:lnTo>
                <a:lnTo>
                  <a:pt x="138836" y="228600"/>
                </a:lnTo>
                <a:lnTo>
                  <a:pt x="130187" y="241300"/>
                </a:lnTo>
                <a:lnTo>
                  <a:pt x="121805" y="254000"/>
                </a:lnTo>
                <a:close/>
              </a:path>
              <a:path w="10812780" h="3594100">
                <a:moveTo>
                  <a:pt x="10701274" y="254000"/>
                </a:moveTo>
                <a:lnTo>
                  <a:pt x="10690974" y="254000"/>
                </a:lnTo>
                <a:lnTo>
                  <a:pt x="10682503" y="241300"/>
                </a:lnTo>
                <a:lnTo>
                  <a:pt x="10673842" y="228600"/>
                </a:lnTo>
                <a:lnTo>
                  <a:pt x="10664926" y="215900"/>
                </a:lnTo>
                <a:lnTo>
                  <a:pt x="10655858" y="215900"/>
                </a:lnTo>
                <a:lnTo>
                  <a:pt x="10646333" y="203200"/>
                </a:lnTo>
                <a:lnTo>
                  <a:pt x="10636656" y="190500"/>
                </a:lnTo>
                <a:lnTo>
                  <a:pt x="10626737" y="177800"/>
                </a:lnTo>
                <a:lnTo>
                  <a:pt x="10616577" y="165100"/>
                </a:lnTo>
                <a:lnTo>
                  <a:pt x="10635767" y="165100"/>
                </a:lnTo>
                <a:lnTo>
                  <a:pt x="10645902" y="177800"/>
                </a:lnTo>
                <a:lnTo>
                  <a:pt x="10674769" y="215900"/>
                </a:lnTo>
                <a:lnTo>
                  <a:pt x="10692714" y="241300"/>
                </a:lnTo>
                <a:lnTo>
                  <a:pt x="10701274" y="254000"/>
                </a:lnTo>
                <a:close/>
              </a:path>
              <a:path w="10812780" h="3594100">
                <a:moveTo>
                  <a:pt x="166446" y="3390900"/>
                </a:moveTo>
                <a:lnTo>
                  <a:pt x="147370" y="3390900"/>
                </a:lnTo>
                <a:lnTo>
                  <a:pt x="138010" y="3378200"/>
                </a:lnTo>
                <a:lnTo>
                  <a:pt x="111506" y="3340100"/>
                </a:lnTo>
                <a:lnTo>
                  <a:pt x="87490" y="3302000"/>
                </a:lnTo>
                <a:lnTo>
                  <a:pt x="66116" y="3263900"/>
                </a:lnTo>
                <a:lnTo>
                  <a:pt x="47498" y="3225800"/>
                </a:lnTo>
                <a:lnTo>
                  <a:pt x="31750" y="3187700"/>
                </a:lnTo>
                <a:lnTo>
                  <a:pt x="22923" y="3149600"/>
                </a:lnTo>
                <a:lnTo>
                  <a:pt x="19024" y="3136900"/>
                </a:lnTo>
                <a:lnTo>
                  <a:pt x="9436" y="3098800"/>
                </a:lnTo>
                <a:lnTo>
                  <a:pt x="4851" y="3060700"/>
                </a:lnTo>
                <a:lnTo>
                  <a:pt x="3124" y="3048000"/>
                </a:lnTo>
                <a:lnTo>
                  <a:pt x="1765" y="3035300"/>
                </a:lnTo>
                <a:lnTo>
                  <a:pt x="787" y="3022600"/>
                </a:lnTo>
                <a:lnTo>
                  <a:pt x="190" y="3009900"/>
                </a:lnTo>
                <a:lnTo>
                  <a:pt x="0" y="2984500"/>
                </a:lnTo>
                <a:lnTo>
                  <a:pt x="0" y="596900"/>
                </a:lnTo>
                <a:lnTo>
                  <a:pt x="190" y="584200"/>
                </a:lnTo>
                <a:lnTo>
                  <a:pt x="787" y="571500"/>
                </a:lnTo>
                <a:lnTo>
                  <a:pt x="1765" y="546100"/>
                </a:lnTo>
                <a:lnTo>
                  <a:pt x="3124" y="533400"/>
                </a:lnTo>
                <a:lnTo>
                  <a:pt x="4851" y="520700"/>
                </a:lnTo>
                <a:lnTo>
                  <a:pt x="6959" y="508000"/>
                </a:lnTo>
                <a:lnTo>
                  <a:pt x="9436" y="495300"/>
                </a:lnTo>
                <a:lnTo>
                  <a:pt x="12280" y="469900"/>
                </a:lnTo>
                <a:lnTo>
                  <a:pt x="22923" y="431800"/>
                </a:lnTo>
                <a:lnTo>
                  <a:pt x="36677" y="393700"/>
                </a:lnTo>
                <a:lnTo>
                  <a:pt x="53390" y="355600"/>
                </a:lnTo>
                <a:lnTo>
                  <a:pt x="59601" y="330200"/>
                </a:lnTo>
                <a:lnTo>
                  <a:pt x="80073" y="292100"/>
                </a:lnTo>
                <a:lnTo>
                  <a:pt x="103212" y="254000"/>
                </a:lnTo>
                <a:lnTo>
                  <a:pt x="121894" y="254000"/>
                </a:lnTo>
                <a:lnTo>
                  <a:pt x="113690" y="266700"/>
                </a:lnTo>
                <a:lnTo>
                  <a:pt x="105867" y="279400"/>
                </a:lnTo>
                <a:lnTo>
                  <a:pt x="98310" y="292100"/>
                </a:lnTo>
                <a:lnTo>
                  <a:pt x="91046" y="304800"/>
                </a:lnTo>
                <a:lnTo>
                  <a:pt x="84061" y="317500"/>
                </a:lnTo>
                <a:lnTo>
                  <a:pt x="77381" y="330200"/>
                </a:lnTo>
                <a:lnTo>
                  <a:pt x="71005" y="342900"/>
                </a:lnTo>
                <a:lnTo>
                  <a:pt x="64922" y="355600"/>
                </a:lnTo>
                <a:lnTo>
                  <a:pt x="59156" y="368300"/>
                </a:lnTo>
                <a:lnTo>
                  <a:pt x="53708" y="381000"/>
                </a:lnTo>
                <a:lnTo>
                  <a:pt x="48577" y="393700"/>
                </a:lnTo>
                <a:lnTo>
                  <a:pt x="43764" y="406400"/>
                </a:lnTo>
                <a:lnTo>
                  <a:pt x="39268" y="419100"/>
                </a:lnTo>
                <a:lnTo>
                  <a:pt x="35115" y="431800"/>
                </a:lnTo>
                <a:lnTo>
                  <a:pt x="31305" y="444500"/>
                </a:lnTo>
                <a:lnTo>
                  <a:pt x="27825" y="469900"/>
                </a:lnTo>
                <a:lnTo>
                  <a:pt x="24701" y="482600"/>
                </a:lnTo>
                <a:lnTo>
                  <a:pt x="21932" y="495300"/>
                </a:lnTo>
                <a:lnTo>
                  <a:pt x="19507" y="508000"/>
                </a:lnTo>
                <a:lnTo>
                  <a:pt x="17437" y="520700"/>
                </a:lnTo>
                <a:lnTo>
                  <a:pt x="15748" y="533400"/>
                </a:lnTo>
                <a:lnTo>
                  <a:pt x="15087" y="546100"/>
                </a:lnTo>
                <a:lnTo>
                  <a:pt x="14427" y="546100"/>
                </a:lnTo>
                <a:lnTo>
                  <a:pt x="13462" y="571500"/>
                </a:lnTo>
                <a:lnTo>
                  <a:pt x="12890" y="584200"/>
                </a:lnTo>
                <a:lnTo>
                  <a:pt x="12700" y="596900"/>
                </a:lnTo>
                <a:lnTo>
                  <a:pt x="12700" y="2984500"/>
                </a:lnTo>
                <a:lnTo>
                  <a:pt x="12890" y="3009900"/>
                </a:lnTo>
                <a:lnTo>
                  <a:pt x="13474" y="3022600"/>
                </a:lnTo>
                <a:lnTo>
                  <a:pt x="14427" y="3035300"/>
                </a:lnTo>
                <a:lnTo>
                  <a:pt x="15760" y="3048000"/>
                </a:lnTo>
                <a:lnTo>
                  <a:pt x="17462" y="3060700"/>
                </a:lnTo>
                <a:lnTo>
                  <a:pt x="19532" y="3086100"/>
                </a:lnTo>
                <a:lnTo>
                  <a:pt x="21958" y="3098800"/>
                </a:lnTo>
                <a:lnTo>
                  <a:pt x="24739" y="3111500"/>
                </a:lnTo>
                <a:lnTo>
                  <a:pt x="27863" y="3124200"/>
                </a:lnTo>
                <a:lnTo>
                  <a:pt x="31343" y="3136900"/>
                </a:lnTo>
                <a:lnTo>
                  <a:pt x="35166" y="3149600"/>
                </a:lnTo>
                <a:lnTo>
                  <a:pt x="39319" y="3162300"/>
                </a:lnTo>
                <a:lnTo>
                  <a:pt x="43815" y="3175000"/>
                </a:lnTo>
                <a:lnTo>
                  <a:pt x="48628" y="3187700"/>
                </a:lnTo>
                <a:lnTo>
                  <a:pt x="53759" y="3213100"/>
                </a:lnTo>
                <a:lnTo>
                  <a:pt x="59220" y="3225800"/>
                </a:lnTo>
                <a:lnTo>
                  <a:pt x="64998" y="3238500"/>
                </a:lnTo>
                <a:lnTo>
                  <a:pt x="71069" y="3251200"/>
                </a:lnTo>
                <a:lnTo>
                  <a:pt x="77457" y="3263900"/>
                </a:lnTo>
                <a:lnTo>
                  <a:pt x="84137" y="3276600"/>
                </a:lnTo>
                <a:lnTo>
                  <a:pt x="91122" y="3289300"/>
                </a:lnTo>
                <a:lnTo>
                  <a:pt x="98386" y="3302000"/>
                </a:lnTo>
                <a:lnTo>
                  <a:pt x="105943" y="3314700"/>
                </a:lnTo>
                <a:lnTo>
                  <a:pt x="113690" y="3314700"/>
                </a:lnTo>
                <a:lnTo>
                  <a:pt x="121894" y="3327400"/>
                </a:lnTo>
                <a:lnTo>
                  <a:pt x="130276" y="3340100"/>
                </a:lnTo>
                <a:lnTo>
                  <a:pt x="138937" y="3352800"/>
                </a:lnTo>
                <a:lnTo>
                  <a:pt x="147853" y="3365500"/>
                </a:lnTo>
                <a:lnTo>
                  <a:pt x="157022" y="3378200"/>
                </a:lnTo>
                <a:lnTo>
                  <a:pt x="166446" y="3390900"/>
                </a:lnTo>
                <a:close/>
              </a:path>
              <a:path w="10812780" h="3594100">
                <a:moveTo>
                  <a:pt x="10798365" y="558800"/>
                </a:moveTo>
                <a:lnTo>
                  <a:pt x="10797019" y="533400"/>
                </a:lnTo>
                <a:lnTo>
                  <a:pt x="10795317" y="520700"/>
                </a:lnTo>
                <a:lnTo>
                  <a:pt x="10793247" y="508000"/>
                </a:lnTo>
                <a:lnTo>
                  <a:pt x="10790821" y="495300"/>
                </a:lnTo>
                <a:lnTo>
                  <a:pt x="10788040" y="482600"/>
                </a:lnTo>
                <a:lnTo>
                  <a:pt x="10784916" y="469900"/>
                </a:lnTo>
                <a:lnTo>
                  <a:pt x="10781436" y="444500"/>
                </a:lnTo>
                <a:lnTo>
                  <a:pt x="10777613" y="431800"/>
                </a:lnTo>
                <a:lnTo>
                  <a:pt x="10773460" y="419100"/>
                </a:lnTo>
                <a:lnTo>
                  <a:pt x="10768965" y="406400"/>
                </a:lnTo>
                <a:lnTo>
                  <a:pt x="10764151" y="393700"/>
                </a:lnTo>
                <a:lnTo>
                  <a:pt x="10759020" y="381000"/>
                </a:lnTo>
                <a:lnTo>
                  <a:pt x="10753559" y="368300"/>
                </a:lnTo>
                <a:lnTo>
                  <a:pt x="10747781" y="355600"/>
                </a:lnTo>
                <a:lnTo>
                  <a:pt x="10741710" y="342900"/>
                </a:lnTo>
                <a:lnTo>
                  <a:pt x="10735322" y="330200"/>
                </a:lnTo>
                <a:lnTo>
                  <a:pt x="10728642" y="317500"/>
                </a:lnTo>
                <a:lnTo>
                  <a:pt x="10721657" y="304800"/>
                </a:lnTo>
                <a:lnTo>
                  <a:pt x="10714393" y="292100"/>
                </a:lnTo>
                <a:lnTo>
                  <a:pt x="10706836" y="279400"/>
                </a:lnTo>
                <a:lnTo>
                  <a:pt x="10699000" y="266700"/>
                </a:lnTo>
                <a:lnTo>
                  <a:pt x="10690885" y="254000"/>
                </a:lnTo>
                <a:lnTo>
                  <a:pt x="10709567" y="254000"/>
                </a:lnTo>
                <a:lnTo>
                  <a:pt x="10732706" y="292100"/>
                </a:lnTo>
                <a:lnTo>
                  <a:pt x="10753178" y="330200"/>
                </a:lnTo>
                <a:lnTo>
                  <a:pt x="10759389" y="355600"/>
                </a:lnTo>
                <a:lnTo>
                  <a:pt x="10765282" y="368300"/>
                </a:lnTo>
                <a:lnTo>
                  <a:pt x="10781030" y="406400"/>
                </a:lnTo>
                <a:lnTo>
                  <a:pt x="10793755" y="444500"/>
                </a:lnTo>
                <a:lnTo>
                  <a:pt x="10803343" y="495300"/>
                </a:lnTo>
                <a:lnTo>
                  <a:pt x="10805820" y="508000"/>
                </a:lnTo>
                <a:lnTo>
                  <a:pt x="10807928" y="520700"/>
                </a:lnTo>
                <a:lnTo>
                  <a:pt x="10809655" y="533400"/>
                </a:lnTo>
                <a:lnTo>
                  <a:pt x="10811014" y="546100"/>
                </a:lnTo>
                <a:lnTo>
                  <a:pt x="10798352" y="546100"/>
                </a:lnTo>
                <a:lnTo>
                  <a:pt x="10798365" y="558800"/>
                </a:lnTo>
                <a:close/>
              </a:path>
              <a:path w="10812780" h="3594100">
                <a:moveTo>
                  <a:pt x="14414" y="558800"/>
                </a:moveTo>
                <a:lnTo>
                  <a:pt x="14427" y="546100"/>
                </a:lnTo>
                <a:lnTo>
                  <a:pt x="15087" y="546100"/>
                </a:lnTo>
                <a:lnTo>
                  <a:pt x="14414" y="558800"/>
                </a:lnTo>
                <a:close/>
              </a:path>
              <a:path w="10812780" h="3594100">
                <a:moveTo>
                  <a:pt x="10665409" y="3390900"/>
                </a:moveTo>
                <a:lnTo>
                  <a:pt x="10646333" y="3390900"/>
                </a:lnTo>
                <a:lnTo>
                  <a:pt x="10655858" y="3378200"/>
                </a:lnTo>
                <a:lnTo>
                  <a:pt x="10665028" y="3365500"/>
                </a:lnTo>
                <a:lnTo>
                  <a:pt x="10673943" y="3352800"/>
                </a:lnTo>
                <a:lnTo>
                  <a:pt x="10682592" y="3340100"/>
                </a:lnTo>
                <a:lnTo>
                  <a:pt x="10690974" y="3327400"/>
                </a:lnTo>
                <a:lnTo>
                  <a:pt x="10699076" y="3314700"/>
                </a:lnTo>
                <a:lnTo>
                  <a:pt x="10706836" y="3314700"/>
                </a:lnTo>
                <a:lnTo>
                  <a:pt x="10714469" y="3302000"/>
                </a:lnTo>
                <a:lnTo>
                  <a:pt x="10721733" y="3289300"/>
                </a:lnTo>
                <a:lnTo>
                  <a:pt x="10728718" y="3276600"/>
                </a:lnTo>
                <a:lnTo>
                  <a:pt x="10735398" y="3263900"/>
                </a:lnTo>
                <a:lnTo>
                  <a:pt x="10741774" y="3251200"/>
                </a:lnTo>
                <a:lnTo>
                  <a:pt x="10747844" y="3238500"/>
                </a:lnTo>
                <a:lnTo>
                  <a:pt x="10753623" y="3225800"/>
                </a:lnTo>
                <a:lnTo>
                  <a:pt x="10759071" y="3213100"/>
                </a:lnTo>
                <a:lnTo>
                  <a:pt x="10764202" y="3187700"/>
                </a:lnTo>
                <a:lnTo>
                  <a:pt x="10769015" y="3175000"/>
                </a:lnTo>
                <a:lnTo>
                  <a:pt x="10773498" y="3162300"/>
                </a:lnTo>
                <a:lnTo>
                  <a:pt x="10777651" y="3149600"/>
                </a:lnTo>
                <a:lnTo>
                  <a:pt x="10781474" y="3136900"/>
                </a:lnTo>
                <a:lnTo>
                  <a:pt x="10784941" y="3124200"/>
                </a:lnTo>
                <a:lnTo>
                  <a:pt x="10788078" y="3111500"/>
                </a:lnTo>
                <a:lnTo>
                  <a:pt x="10790859" y="3098800"/>
                </a:lnTo>
                <a:lnTo>
                  <a:pt x="10793272" y="3086100"/>
                </a:lnTo>
                <a:lnTo>
                  <a:pt x="10795342" y="3060700"/>
                </a:lnTo>
                <a:lnTo>
                  <a:pt x="10797032" y="3048000"/>
                </a:lnTo>
                <a:lnTo>
                  <a:pt x="10798365" y="3035300"/>
                </a:lnTo>
                <a:lnTo>
                  <a:pt x="10799318" y="3022600"/>
                </a:lnTo>
                <a:lnTo>
                  <a:pt x="10799889" y="3009900"/>
                </a:lnTo>
                <a:lnTo>
                  <a:pt x="10800080" y="2984500"/>
                </a:lnTo>
                <a:lnTo>
                  <a:pt x="10800080" y="596900"/>
                </a:lnTo>
                <a:lnTo>
                  <a:pt x="10799889" y="584200"/>
                </a:lnTo>
                <a:lnTo>
                  <a:pt x="10799305" y="571500"/>
                </a:lnTo>
                <a:lnTo>
                  <a:pt x="10798352" y="546100"/>
                </a:lnTo>
                <a:lnTo>
                  <a:pt x="10811014" y="546100"/>
                </a:lnTo>
                <a:lnTo>
                  <a:pt x="10811992" y="571500"/>
                </a:lnTo>
                <a:lnTo>
                  <a:pt x="10812576" y="584200"/>
                </a:lnTo>
                <a:lnTo>
                  <a:pt x="10812780" y="596900"/>
                </a:lnTo>
                <a:lnTo>
                  <a:pt x="10812780" y="2984500"/>
                </a:lnTo>
                <a:lnTo>
                  <a:pt x="10811992" y="3022600"/>
                </a:lnTo>
                <a:lnTo>
                  <a:pt x="10807928" y="3060700"/>
                </a:lnTo>
                <a:lnTo>
                  <a:pt x="10805820" y="3086100"/>
                </a:lnTo>
                <a:lnTo>
                  <a:pt x="10797311" y="3124200"/>
                </a:lnTo>
                <a:lnTo>
                  <a:pt x="10789856" y="3149600"/>
                </a:lnTo>
                <a:lnTo>
                  <a:pt x="10785602" y="3175000"/>
                </a:lnTo>
                <a:lnTo>
                  <a:pt x="10770857" y="3213100"/>
                </a:lnTo>
                <a:lnTo>
                  <a:pt x="10753178" y="3251200"/>
                </a:lnTo>
                <a:lnTo>
                  <a:pt x="10732706" y="3289300"/>
                </a:lnTo>
                <a:lnTo>
                  <a:pt x="10709567" y="3327400"/>
                </a:lnTo>
                <a:lnTo>
                  <a:pt x="10683875" y="3365500"/>
                </a:lnTo>
                <a:lnTo>
                  <a:pt x="10674769" y="3378200"/>
                </a:lnTo>
                <a:lnTo>
                  <a:pt x="10665409" y="3390900"/>
                </a:lnTo>
                <a:close/>
              </a:path>
              <a:path w="10812780" h="3594100">
                <a:moveTo>
                  <a:pt x="217220" y="3441700"/>
                </a:moveTo>
                <a:lnTo>
                  <a:pt x="197993" y="3441700"/>
                </a:lnTo>
                <a:lnTo>
                  <a:pt x="187375" y="3429000"/>
                </a:lnTo>
                <a:lnTo>
                  <a:pt x="177012" y="3416300"/>
                </a:lnTo>
                <a:lnTo>
                  <a:pt x="166878" y="3403600"/>
                </a:lnTo>
                <a:lnTo>
                  <a:pt x="156997" y="3390900"/>
                </a:lnTo>
                <a:lnTo>
                  <a:pt x="166344" y="3390900"/>
                </a:lnTo>
                <a:lnTo>
                  <a:pt x="176123" y="3403600"/>
                </a:lnTo>
                <a:lnTo>
                  <a:pt x="185940" y="3403600"/>
                </a:lnTo>
                <a:lnTo>
                  <a:pt x="196202" y="3416300"/>
                </a:lnTo>
                <a:lnTo>
                  <a:pt x="206590" y="3429000"/>
                </a:lnTo>
                <a:lnTo>
                  <a:pt x="217220" y="3441700"/>
                </a:lnTo>
                <a:close/>
              </a:path>
              <a:path w="10812780" h="3594100">
                <a:moveTo>
                  <a:pt x="10614787" y="3441700"/>
                </a:moveTo>
                <a:lnTo>
                  <a:pt x="10595559" y="3441700"/>
                </a:lnTo>
                <a:lnTo>
                  <a:pt x="10606303" y="3429000"/>
                </a:lnTo>
                <a:lnTo>
                  <a:pt x="10616692" y="3416300"/>
                </a:lnTo>
                <a:lnTo>
                  <a:pt x="10626839" y="3403600"/>
                </a:lnTo>
                <a:lnTo>
                  <a:pt x="10636656" y="3403600"/>
                </a:lnTo>
                <a:lnTo>
                  <a:pt x="10646435" y="3390900"/>
                </a:lnTo>
                <a:lnTo>
                  <a:pt x="10655782" y="3390900"/>
                </a:lnTo>
                <a:lnTo>
                  <a:pt x="10645902" y="3403600"/>
                </a:lnTo>
                <a:lnTo>
                  <a:pt x="10635767" y="3416300"/>
                </a:lnTo>
                <a:lnTo>
                  <a:pt x="10625391" y="3429000"/>
                </a:lnTo>
                <a:lnTo>
                  <a:pt x="10614787" y="3441700"/>
                </a:lnTo>
                <a:close/>
              </a:path>
              <a:path w="10812780" h="3594100">
                <a:moveTo>
                  <a:pt x="273621" y="3479800"/>
                </a:moveTo>
                <a:lnTo>
                  <a:pt x="242747" y="3479800"/>
                </a:lnTo>
                <a:lnTo>
                  <a:pt x="231228" y="3467100"/>
                </a:lnTo>
                <a:lnTo>
                  <a:pt x="219925" y="3454400"/>
                </a:lnTo>
                <a:lnTo>
                  <a:pt x="208838" y="3441700"/>
                </a:lnTo>
                <a:lnTo>
                  <a:pt x="227952" y="3441700"/>
                </a:lnTo>
                <a:lnTo>
                  <a:pt x="239128" y="3454400"/>
                </a:lnTo>
                <a:lnTo>
                  <a:pt x="250418" y="3467100"/>
                </a:lnTo>
                <a:lnTo>
                  <a:pt x="261785" y="3467100"/>
                </a:lnTo>
                <a:lnTo>
                  <a:pt x="273621" y="3479800"/>
                </a:lnTo>
                <a:close/>
              </a:path>
              <a:path w="10812780" h="3594100">
                <a:moveTo>
                  <a:pt x="10570032" y="3479800"/>
                </a:moveTo>
                <a:lnTo>
                  <a:pt x="10539158" y="3479800"/>
                </a:lnTo>
                <a:lnTo>
                  <a:pt x="10550994" y="3467100"/>
                </a:lnTo>
                <a:lnTo>
                  <a:pt x="10562361" y="3467100"/>
                </a:lnTo>
                <a:lnTo>
                  <a:pt x="10573766" y="3454400"/>
                </a:lnTo>
                <a:lnTo>
                  <a:pt x="10584827" y="3441700"/>
                </a:lnTo>
                <a:lnTo>
                  <a:pt x="10603941" y="3441700"/>
                </a:lnTo>
                <a:lnTo>
                  <a:pt x="10592854" y="3454400"/>
                </a:lnTo>
                <a:lnTo>
                  <a:pt x="10581551" y="3467100"/>
                </a:lnTo>
                <a:lnTo>
                  <a:pt x="10570032" y="3479800"/>
                </a:lnTo>
                <a:close/>
              </a:path>
              <a:path w="10812780" h="3594100">
                <a:moveTo>
                  <a:pt x="309918" y="3505200"/>
                </a:moveTo>
                <a:lnTo>
                  <a:pt x="278599" y="3505200"/>
                </a:lnTo>
                <a:lnTo>
                  <a:pt x="266446" y="3492500"/>
                </a:lnTo>
                <a:lnTo>
                  <a:pt x="254495" y="3479800"/>
                </a:lnTo>
                <a:lnTo>
                  <a:pt x="273494" y="3479800"/>
                </a:lnTo>
                <a:lnTo>
                  <a:pt x="285521" y="3492500"/>
                </a:lnTo>
                <a:lnTo>
                  <a:pt x="297497" y="3492500"/>
                </a:lnTo>
                <a:lnTo>
                  <a:pt x="309918" y="3505200"/>
                </a:lnTo>
                <a:close/>
              </a:path>
              <a:path w="10812780" h="3594100">
                <a:moveTo>
                  <a:pt x="10534180" y="3505200"/>
                </a:moveTo>
                <a:lnTo>
                  <a:pt x="10502861" y="3505200"/>
                </a:lnTo>
                <a:lnTo>
                  <a:pt x="10515282" y="3492500"/>
                </a:lnTo>
                <a:lnTo>
                  <a:pt x="10527258" y="3492500"/>
                </a:lnTo>
                <a:lnTo>
                  <a:pt x="10539285" y="3479800"/>
                </a:lnTo>
                <a:lnTo>
                  <a:pt x="10558284" y="3479800"/>
                </a:lnTo>
                <a:lnTo>
                  <a:pt x="10546334" y="3492500"/>
                </a:lnTo>
                <a:lnTo>
                  <a:pt x="10534180" y="3505200"/>
                </a:lnTo>
                <a:close/>
              </a:path>
              <a:path w="10812780" h="3594100">
                <a:moveTo>
                  <a:pt x="335064" y="3517900"/>
                </a:moveTo>
                <a:lnTo>
                  <a:pt x="303517" y="3517900"/>
                </a:lnTo>
                <a:lnTo>
                  <a:pt x="290969" y="3505200"/>
                </a:lnTo>
                <a:lnTo>
                  <a:pt x="322262" y="3505200"/>
                </a:lnTo>
                <a:lnTo>
                  <a:pt x="335064" y="3517900"/>
                </a:lnTo>
                <a:close/>
              </a:path>
              <a:path w="10812780" h="3594100">
                <a:moveTo>
                  <a:pt x="10509262" y="3517900"/>
                </a:moveTo>
                <a:lnTo>
                  <a:pt x="10477715" y="3517900"/>
                </a:lnTo>
                <a:lnTo>
                  <a:pt x="10490517" y="3505200"/>
                </a:lnTo>
                <a:lnTo>
                  <a:pt x="10521810" y="3505200"/>
                </a:lnTo>
                <a:lnTo>
                  <a:pt x="10509262" y="3517900"/>
                </a:lnTo>
                <a:close/>
              </a:path>
              <a:path w="10812780" h="3594100">
                <a:moveTo>
                  <a:pt x="360934" y="3530600"/>
                </a:moveTo>
                <a:lnTo>
                  <a:pt x="329209" y="3530600"/>
                </a:lnTo>
                <a:lnTo>
                  <a:pt x="316268" y="3517900"/>
                </a:lnTo>
                <a:lnTo>
                  <a:pt x="347776" y="3517900"/>
                </a:lnTo>
                <a:lnTo>
                  <a:pt x="360934" y="3530600"/>
                </a:lnTo>
                <a:close/>
              </a:path>
              <a:path w="10812780" h="3594100">
                <a:moveTo>
                  <a:pt x="10483570" y="3530600"/>
                </a:moveTo>
                <a:lnTo>
                  <a:pt x="10451846" y="3530600"/>
                </a:lnTo>
                <a:lnTo>
                  <a:pt x="10465003" y="3517900"/>
                </a:lnTo>
                <a:lnTo>
                  <a:pt x="10496511" y="3517900"/>
                </a:lnTo>
                <a:lnTo>
                  <a:pt x="10483570" y="3530600"/>
                </a:lnTo>
                <a:close/>
              </a:path>
              <a:path w="10812780" h="3594100">
                <a:moveTo>
                  <a:pt x="387477" y="3543300"/>
                </a:moveTo>
                <a:lnTo>
                  <a:pt x="355625" y="3543300"/>
                </a:lnTo>
                <a:lnTo>
                  <a:pt x="342328" y="3530600"/>
                </a:lnTo>
                <a:lnTo>
                  <a:pt x="373976" y="3530600"/>
                </a:lnTo>
                <a:lnTo>
                  <a:pt x="387477" y="3543300"/>
                </a:lnTo>
                <a:close/>
              </a:path>
              <a:path w="10812780" h="3594100">
                <a:moveTo>
                  <a:pt x="10457154" y="3543300"/>
                </a:moveTo>
                <a:lnTo>
                  <a:pt x="10425303" y="3543300"/>
                </a:lnTo>
                <a:lnTo>
                  <a:pt x="10438803" y="3530600"/>
                </a:lnTo>
                <a:lnTo>
                  <a:pt x="10470451" y="3530600"/>
                </a:lnTo>
                <a:lnTo>
                  <a:pt x="10457154" y="3543300"/>
                </a:lnTo>
                <a:close/>
              </a:path>
              <a:path w="10812780" h="3594100">
                <a:moveTo>
                  <a:pt x="414655" y="3556000"/>
                </a:moveTo>
                <a:lnTo>
                  <a:pt x="382739" y="3556000"/>
                </a:lnTo>
                <a:lnTo>
                  <a:pt x="369100" y="3543300"/>
                </a:lnTo>
                <a:lnTo>
                  <a:pt x="400837" y="3543300"/>
                </a:lnTo>
                <a:lnTo>
                  <a:pt x="414655" y="3556000"/>
                </a:lnTo>
                <a:close/>
              </a:path>
              <a:path w="10812780" h="3594100">
                <a:moveTo>
                  <a:pt x="10430040" y="3556000"/>
                </a:moveTo>
                <a:lnTo>
                  <a:pt x="10398125" y="3556000"/>
                </a:lnTo>
                <a:lnTo>
                  <a:pt x="10411942" y="3543300"/>
                </a:lnTo>
                <a:lnTo>
                  <a:pt x="10443679" y="3543300"/>
                </a:lnTo>
                <a:lnTo>
                  <a:pt x="10430040" y="3556000"/>
                </a:lnTo>
                <a:close/>
              </a:path>
              <a:path w="10812780" h="3594100">
                <a:moveTo>
                  <a:pt x="456552" y="3568700"/>
                </a:moveTo>
                <a:lnTo>
                  <a:pt x="410514" y="3568700"/>
                </a:lnTo>
                <a:lnTo>
                  <a:pt x="396544" y="3556000"/>
                </a:lnTo>
                <a:lnTo>
                  <a:pt x="442290" y="3556000"/>
                </a:lnTo>
                <a:lnTo>
                  <a:pt x="456552" y="3568700"/>
                </a:lnTo>
                <a:close/>
              </a:path>
              <a:path w="10812780" h="3594100">
                <a:moveTo>
                  <a:pt x="10402265" y="3568700"/>
                </a:moveTo>
                <a:lnTo>
                  <a:pt x="10356227" y="3568700"/>
                </a:lnTo>
                <a:lnTo>
                  <a:pt x="10370489" y="3556000"/>
                </a:lnTo>
                <a:lnTo>
                  <a:pt x="10416235" y="3556000"/>
                </a:lnTo>
                <a:lnTo>
                  <a:pt x="10402265" y="3568700"/>
                </a:lnTo>
                <a:close/>
              </a:path>
              <a:path w="10812780" h="3594100">
                <a:moveTo>
                  <a:pt x="529056" y="3581400"/>
                </a:moveTo>
                <a:lnTo>
                  <a:pt x="453313" y="3581400"/>
                </a:lnTo>
                <a:lnTo>
                  <a:pt x="438899" y="3568700"/>
                </a:lnTo>
                <a:lnTo>
                  <a:pt x="514159" y="3568700"/>
                </a:lnTo>
                <a:lnTo>
                  <a:pt x="529056" y="3581400"/>
                </a:lnTo>
                <a:close/>
              </a:path>
              <a:path w="10812780" h="3594100">
                <a:moveTo>
                  <a:pt x="10359466" y="3581400"/>
                </a:moveTo>
                <a:lnTo>
                  <a:pt x="10283723" y="3581400"/>
                </a:lnTo>
                <a:lnTo>
                  <a:pt x="10298620" y="3568700"/>
                </a:lnTo>
                <a:lnTo>
                  <a:pt x="10373880" y="3568700"/>
                </a:lnTo>
                <a:lnTo>
                  <a:pt x="10359466" y="3581400"/>
                </a:lnTo>
                <a:close/>
              </a:path>
              <a:path w="10812780" h="3594100">
                <a:moveTo>
                  <a:pt x="10285399" y="3594100"/>
                </a:moveTo>
                <a:lnTo>
                  <a:pt x="527380" y="3594100"/>
                </a:lnTo>
                <a:lnTo>
                  <a:pt x="512318" y="3581400"/>
                </a:lnTo>
                <a:lnTo>
                  <a:pt x="10300462" y="3581400"/>
                </a:lnTo>
                <a:lnTo>
                  <a:pt x="10285399" y="3594100"/>
                </a:lnTo>
                <a:close/>
              </a:path>
            </a:pathLst>
          </a:custGeom>
          <a:solidFill>
            <a:srgbClr val="78A77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164336" y="2316479"/>
            <a:ext cx="9862185" cy="239903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157480" rIns="0" bIns="0" rtlCol="0" vert="horz">
            <a:spAutoFit/>
          </a:bodyPr>
          <a:lstStyle/>
          <a:p>
            <a:pPr marL="434975" indent="-342900">
              <a:lnSpc>
                <a:spcPct val="100000"/>
              </a:lnSpc>
              <a:spcBef>
                <a:spcPts val="1240"/>
              </a:spcBef>
              <a:buFont typeface="Arial"/>
              <a:buChar char="•"/>
              <a:tabLst>
                <a:tab pos="434340" algn="l"/>
                <a:tab pos="434975" algn="l"/>
              </a:tabLst>
            </a:pPr>
            <a:r>
              <a:rPr dirty="0" sz="2000" spc="-5" b="1">
                <a:latin typeface="宋体"/>
                <a:cs typeface="宋体"/>
              </a:rPr>
              <a:t>while</a:t>
            </a:r>
            <a:r>
              <a:rPr dirty="0" sz="2000" b="1">
                <a:latin typeface="宋体"/>
                <a:cs typeface="宋体"/>
              </a:rPr>
              <a:t>循环</a:t>
            </a:r>
            <a:r>
              <a:rPr dirty="0" sz="2000">
                <a:latin typeface="宋体"/>
                <a:cs typeface="宋体"/>
              </a:rPr>
              <a:t>：通过判断数值是否满足条件表达式来确定循环</a:t>
            </a:r>
            <a:r>
              <a:rPr dirty="0" sz="2000" spc="5">
                <a:latin typeface="宋体"/>
                <a:cs typeface="宋体"/>
              </a:rPr>
              <a:t>；</a:t>
            </a:r>
            <a:endParaRPr sz="2000">
              <a:latin typeface="宋体"/>
              <a:cs typeface="宋体"/>
            </a:endParaRPr>
          </a:p>
          <a:p>
            <a:pPr marL="434975" indent="-342900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tabLst>
                <a:tab pos="434340" algn="l"/>
                <a:tab pos="434975" algn="l"/>
              </a:tabLst>
            </a:pPr>
            <a:r>
              <a:rPr dirty="0" sz="2000" spc="-5" b="1">
                <a:latin typeface="宋体"/>
                <a:cs typeface="宋体"/>
              </a:rPr>
              <a:t>for</a:t>
            </a:r>
            <a:r>
              <a:rPr dirty="0" sz="2000" b="1">
                <a:latin typeface="宋体"/>
                <a:cs typeface="宋体"/>
              </a:rPr>
              <a:t>循环</a:t>
            </a:r>
            <a:r>
              <a:rPr dirty="0" sz="2000">
                <a:latin typeface="宋体"/>
                <a:cs typeface="宋体"/>
              </a:rPr>
              <a:t>：通过对可迭代对象进行遍历来实现循环</a:t>
            </a:r>
            <a:r>
              <a:rPr dirty="0" sz="2000" spc="-5">
                <a:latin typeface="宋体"/>
                <a:cs typeface="宋体"/>
              </a:rPr>
              <a:t>，range()</a:t>
            </a:r>
            <a:r>
              <a:rPr dirty="0" sz="2000">
                <a:latin typeface="宋体"/>
                <a:cs typeface="宋体"/>
              </a:rPr>
              <a:t>、</a:t>
            </a:r>
            <a:r>
              <a:rPr dirty="0" sz="2000" spc="-5">
                <a:latin typeface="宋体"/>
                <a:cs typeface="宋体"/>
              </a:rPr>
              <a:t>zip()</a:t>
            </a:r>
            <a:r>
              <a:rPr dirty="0" sz="2000">
                <a:latin typeface="宋体"/>
                <a:cs typeface="宋体"/>
              </a:rPr>
              <a:t>、列表推导式</a:t>
            </a:r>
            <a:r>
              <a:rPr dirty="0" sz="2000" spc="5">
                <a:latin typeface="宋体"/>
                <a:cs typeface="宋体"/>
              </a:rPr>
              <a:t>；</a:t>
            </a:r>
            <a:endParaRPr sz="2000">
              <a:latin typeface="宋体"/>
              <a:cs typeface="宋体"/>
            </a:endParaRPr>
          </a:p>
          <a:p>
            <a:pPr marL="434975" indent="-342900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tabLst>
                <a:tab pos="434340" algn="l"/>
                <a:tab pos="434975" algn="l"/>
              </a:tabLst>
            </a:pPr>
            <a:r>
              <a:rPr dirty="0" sz="2000" b="1">
                <a:latin typeface="宋体"/>
                <a:cs typeface="宋体"/>
              </a:rPr>
              <a:t>嵌套循环</a:t>
            </a:r>
            <a:r>
              <a:rPr dirty="0" sz="2000">
                <a:latin typeface="宋体"/>
                <a:cs typeface="宋体"/>
              </a:rPr>
              <a:t>：循环语句中可以嵌套另一个循环</a:t>
            </a:r>
            <a:r>
              <a:rPr dirty="0" sz="2000" spc="5">
                <a:latin typeface="宋体"/>
                <a:cs typeface="宋体"/>
              </a:rPr>
              <a:t>；</a:t>
            </a:r>
            <a:endParaRPr sz="2000">
              <a:latin typeface="宋体"/>
              <a:cs typeface="宋体"/>
            </a:endParaRPr>
          </a:p>
          <a:p>
            <a:pPr marL="434975" marR="269240" indent="-342900">
              <a:lnSpc>
                <a:spcPct val="150000"/>
              </a:lnSpc>
              <a:buFont typeface="Arial"/>
              <a:buChar char="•"/>
              <a:tabLst>
                <a:tab pos="434340" algn="l"/>
                <a:tab pos="434975" algn="l"/>
              </a:tabLst>
            </a:pPr>
            <a:r>
              <a:rPr dirty="0" sz="2000" b="1">
                <a:latin typeface="宋体"/>
                <a:cs typeface="宋体"/>
              </a:rPr>
              <a:t>跳转语句</a:t>
            </a:r>
            <a:r>
              <a:rPr dirty="0" sz="2000" spc="-5">
                <a:latin typeface="宋体"/>
                <a:cs typeface="宋体"/>
              </a:rPr>
              <a:t>：break</a:t>
            </a:r>
            <a:r>
              <a:rPr dirty="0" sz="2000">
                <a:latin typeface="宋体"/>
                <a:cs typeface="宋体"/>
              </a:rPr>
              <a:t>退出循环</a:t>
            </a:r>
            <a:r>
              <a:rPr dirty="0" sz="2000" spc="-5">
                <a:latin typeface="宋体"/>
                <a:cs typeface="宋体"/>
              </a:rPr>
              <a:t>，continue</a:t>
            </a:r>
            <a:r>
              <a:rPr dirty="0" sz="2000">
                <a:latin typeface="宋体"/>
                <a:cs typeface="宋体"/>
              </a:rPr>
              <a:t>跳转到下次循环</a:t>
            </a:r>
            <a:r>
              <a:rPr dirty="0" sz="2000" spc="-5">
                <a:latin typeface="宋体"/>
                <a:cs typeface="宋体"/>
              </a:rPr>
              <a:t>，break</a:t>
            </a:r>
            <a:r>
              <a:rPr dirty="0" sz="2000">
                <a:latin typeface="宋体"/>
                <a:cs typeface="宋体"/>
              </a:rPr>
              <a:t>和</a:t>
            </a:r>
            <a:r>
              <a:rPr dirty="0" sz="2000" spc="-5">
                <a:latin typeface="宋体"/>
                <a:cs typeface="宋体"/>
              </a:rPr>
              <a:t>continue</a:t>
            </a:r>
            <a:r>
              <a:rPr dirty="0" sz="2000">
                <a:latin typeface="宋体"/>
                <a:cs typeface="宋体"/>
              </a:rPr>
              <a:t>只能用</a:t>
            </a:r>
            <a:r>
              <a:rPr dirty="0" sz="2000" spc="5">
                <a:latin typeface="宋体"/>
                <a:cs typeface="宋体"/>
              </a:rPr>
              <a:t>于 </a:t>
            </a:r>
            <a:r>
              <a:rPr dirty="0" sz="2000">
                <a:latin typeface="宋体"/>
                <a:cs typeface="宋体"/>
              </a:rPr>
              <a:t>循环之中</a:t>
            </a:r>
            <a:r>
              <a:rPr dirty="0" sz="2000" spc="5">
                <a:latin typeface="宋体"/>
                <a:cs typeface="宋体"/>
              </a:rPr>
              <a:t>。</a:t>
            </a:r>
            <a:endParaRPr sz="2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2"/>
            <a:ext cx="203200" cy="609600"/>
          </a:xfrm>
          <a:custGeom>
            <a:avLst/>
            <a:gdLst/>
            <a:ahLst/>
            <a:cxnLst/>
            <a:rect l="l" t="t" r="r" b="b"/>
            <a:pathLst>
              <a:path w="203200" h="609600">
                <a:moveTo>
                  <a:pt x="0" y="0"/>
                </a:moveTo>
                <a:lnTo>
                  <a:pt x="202692" y="0"/>
                </a:lnTo>
                <a:lnTo>
                  <a:pt x="202692" y="609599"/>
                </a:lnTo>
                <a:lnTo>
                  <a:pt x="0" y="609599"/>
                </a:lnTo>
                <a:lnTo>
                  <a:pt x="0" y="0"/>
                </a:lnTo>
                <a:close/>
              </a:path>
            </a:pathLst>
          </a:custGeom>
          <a:solidFill>
            <a:srgbClr val="20565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1940" y="217411"/>
            <a:ext cx="124841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课后思</a:t>
            </a:r>
            <a:r>
              <a:rPr dirty="0" sz="2400" spc="-10" b="1">
                <a:solidFill>
                  <a:srgbClr val="2E5B50"/>
                </a:solidFill>
                <a:latin typeface="宋体"/>
                <a:cs typeface="宋体"/>
              </a:rPr>
              <a:t>考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96468" y="1918716"/>
            <a:ext cx="10799445" cy="3251200"/>
          </a:xfrm>
          <a:custGeom>
            <a:avLst/>
            <a:gdLst/>
            <a:ahLst/>
            <a:cxnLst/>
            <a:rect l="l" t="t" r="r" b="b"/>
            <a:pathLst>
              <a:path w="10799445" h="3251200">
                <a:moveTo>
                  <a:pt x="10258043" y="3250691"/>
                </a:moveTo>
                <a:lnTo>
                  <a:pt x="541019" y="3250691"/>
                </a:lnTo>
                <a:lnTo>
                  <a:pt x="494311" y="3248678"/>
                </a:lnTo>
                <a:lnTo>
                  <a:pt x="448704" y="3242798"/>
                </a:lnTo>
                <a:lnTo>
                  <a:pt x="404360" y="3233212"/>
                </a:lnTo>
                <a:lnTo>
                  <a:pt x="361443" y="3220084"/>
                </a:lnTo>
                <a:lnTo>
                  <a:pt x="320117" y="3203575"/>
                </a:lnTo>
                <a:lnTo>
                  <a:pt x="280545" y="3183846"/>
                </a:lnTo>
                <a:lnTo>
                  <a:pt x="242889" y="3161061"/>
                </a:lnTo>
                <a:lnTo>
                  <a:pt x="207314" y="3135380"/>
                </a:lnTo>
                <a:lnTo>
                  <a:pt x="173983" y="3106967"/>
                </a:lnTo>
                <a:lnTo>
                  <a:pt x="143059" y="3075982"/>
                </a:lnTo>
                <a:lnTo>
                  <a:pt x="114705" y="3042589"/>
                </a:lnTo>
                <a:lnTo>
                  <a:pt x="89084" y="3006948"/>
                </a:lnTo>
                <a:lnTo>
                  <a:pt x="66360" y="2969222"/>
                </a:lnTo>
                <a:lnTo>
                  <a:pt x="46697" y="2929572"/>
                </a:lnTo>
                <a:lnTo>
                  <a:pt x="30257" y="2888162"/>
                </a:lnTo>
                <a:lnTo>
                  <a:pt x="17204" y="2845152"/>
                </a:lnTo>
                <a:lnTo>
                  <a:pt x="7701" y="2800705"/>
                </a:lnTo>
                <a:lnTo>
                  <a:pt x="1912" y="2754983"/>
                </a:lnTo>
                <a:lnTo>
                  <a:pt x="0" y="2708147"/>
                </a:lnTo>
                <a:lnTo>
                  <a:pt x="0" y="541019"/>
                </a:lnTo>
                <a:lnTo>
                  <a:pt x="1912" y="494365"/>
                </a:lnTo>
                <a:lnTo>
                  <a:pt x="7701" y="448804"/>
                </a:lnTo>
                <a:lnTo>
                  <a:pt x="17204" y="404502"/>
                </a:lnTo>
                <a:lnTo>
                  <a:pt x="30257" y="361621"/>
                </a:lnTo>
                <a:lnTo>
                  <a:pt x="46697" y="320324"/>
                </a:lnTo>
                <a:lnTo>
                  <a:pt x="66360" y="280775"/>
                </a:lnTo>
                <a:lnTo>
                  <a:pt x="89084" y="243138"/>
                </a:lnTo>
                <a:lnTo>
                  <a:pt x="114705" y="207574"/>
                </a:lnTo>
                <a:lnTo>
                  <a:pt x="143059" y="174249"/>
                </a:lnTo>
                <a:lnTo>
                  <a:pt x="173983" y="143325"/>
                </a:lnTo>
                <a:lnTo>
                  <a:pt x="207314" y="114965"/>
                </a:lnTo>
                <a:lnTo>
                  <a:pt x="242889" y="89332"/>
                </a:lnTo>
                <a:lnTo>
                  <a:pt x="280545" y="66591"/>
                </a:lnTo>
                <a:lnTo>
                  <a:pt x="320117" y="46904"/>
                </a:lnTo>
                <a:lnTo>
                  <a:pt x="361443" y="30435"/>
                </a:lnTo>
                <a:lnTo>
                  <a:pt x="404360" y="17346"/>
                </a:lnTo>
                <a:lnTo>
                  <a:pt x="448704" y="7802"/>
                </a:lnTo>
                <a:lnTo>
                  <a:pt x="494311" y="1965"/>
                </a:lnTo>
                <a:lnTo>
                  <a:pt x="541019" y="0"/>
                </a:lnTo>
                <a:lnTo>
                  <a:pt x="10258043" y="0"/>
                </a:lnTo>
                <a:lnTo>
                  <a:pt x="10304752" y="1965"/>
                </a:lnTo>
                <a:lnTo>
                  <a:pt x="10350359" y="7802"/>
                </a:lnTo>
                <a:lnTo>
                  <a:pt x="10394703" y="17346"/>
                </a:lnTo>
                <a:lnTo>
                  <a:pt x="10437620" y="30435"/>
                </a:lnTo>
                <a:lnTo>
                  <a:pt x="10478946" y="46904"/>
                </a:lnTo>
                <a:lnTo>
                  <a:pt x="10518518" y="66591"/>
                </a:lnTo>
                <a:lnTo>
                  <a:pt x="10556174" y="89332"/>
                </a:lnTo>
                <a:lnTo>
                  <a:pt x="10591749" y="114965"/>
                </a:lnTo>
                <a:lnTo>
                  <a:pt x="10625080" y="143325"/>
                </a:lnTo>
                <a:lnTo>
                  <a:pt x="10656004" y="174249"/>
                </a:lnTo>
                <a:lnTo>
                  <a:pt x="10684358" y="207574"/>
                </a:lnTo>
                <a:lnTo>
                  <a:pt x="10709979" y="243138"/>
                </a:lnTo>
                <a:lnTo>
                  <a:pt x="10732703" y="280775"/>
                </a:lnTo>
                <a:lnTo>
                  <a:pt x="10752366" y="320324"/>
                </a:lnTo>
                <a:lnTo>
                  <a:pt x="10768806" y="361621"/>
                </a:lnTo>
                <a:lnTo>
                  <a:pt x="10781859" y="404502"/>
                </a:lnTo>
                <a:lnTo>
                  <a:pt x="10791362" y="448804"/>
                </a:lnTo>
                <a:lnTo>
                  <a:pt x="10797151" y="494365"/>
                </a:lnTo>
                <a:lnTo>
                  <a:pt x="10799064" y="541019"/>
                </a:lnTo>
                <a:lnTo>
                  <a:pt x="10799064" y="2708147"/>
                </a:lnTo>
                <a:lnTo>
                  <a:pt x="10797151" y="2754983"/>
                </a:lnTo>
                <a:lnTo>
                  <a:pt x="10791362" y="2800705"/>
                </a:lnTo>
                <a:lnTo>
                  <a:pt x="10781859" y="2845152"/>
                </a:lnTo>
                <a:lnTo>
                  <a:pt x="10768806" y="2888162"/>
                </a:lnTo>
                <a:lnTo>
                  <a:pt x="10752366" y="2929572"/>
                </a:lnTo>
                <a:lnTo>
                  <a:pt x="10732703" y="2969222"/>
                </a:lnTo>
                <a:lnTo>
                  <a:pt x="10709979" y="3006948"/>
                </a:lnTo>
                <a:lnTo>
                  <a:pt x="10684358" y="3042589"/>
                </a:lnTo>
                <a:lnTo>
                  <a:pt x="10656004" y="3075982"/>
                </a:lnTo>
                <a:lnTo>
                  <a:pt x="10625080" y="3106967"/>
                </a:lnTo>
                <a:lnTo>
                  <a:pt x="10591749" y="3135380"/>
                </a:lnTo>
                <a:lnTo>
                  <a:pt x="10556174" y="3161061"/>
                </a:lnTo>
                <a:lnTo>
                  <a:pt x="10518518" y="3183846"/>
                </a:lnTo>
                <a:lnTo>
                  <a:pt x="10478946" y="3203575"/>
                </a:lnTo>
                <a:lnTo>
                  <a:pt x="10437620" y="3220084"/>
                </a:lnTo>
                <a:lnTo>
                  <a:pt x="10394703" y="3233212"/>
                </a:lnTo>
                <a:lnTo>
                  <a:pt x="10350359" y="3242798"/>
                </a:lnTo>
                <a:lnTo>
                  <a:pt x="10304752" y="3248678"/>
                </a:lnTo>
                <a:lnTo>
                  <a:pt x="10258043" y="325069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89609" y="1912213"/>
            <a:ext cx="10812780" cy="3251200"/>
          </a:xfrm>
          <a:custGeom>
            <a:avLst/>
            <a:gdLst/>
            <a:ahLst/>
            <a:cxnLst/>
            <a:rect l="l" t="t" r="r" b="b"/>
            <a:pathLst>
              <a:path w="10812780" h="3251200">
                <a:moveTo>
                  <a:pt x="10388422" y="12700"/>
                </a:moveTo>
                <a:lnTo>
                  <a:pt x="424357" y="12700"/>
                </a:lnTo>
                <a:lnTo>
                  <a:pt x="437680" y="0"/>
                </a:lnTo>
                <a:lnTo>
                  <a:pt x="10375099" y="0"/>
                </a:lnTo>
                <a:lnTo>
                  <a:pt x="10388422" y="12700"/>
                </a:lnTo>
                <a:close/>
              </a:path>
              <a:path w="10812780" h="3251200">
                <a:moveTo>
                  <a:pt x="427139" y="25400"/>
                </a:moveTo>
                <a:lnTo>
                  <a:pt x="372338" y="25400"/>
                </a:lnTo>
                <a:lnTo>
                  <a:pt x="385140" y="12700"/>
                </a:lnTo>
                <a:lnTo>
                  <a:pt x="440296" y="12700"/>
                </a:lnTo>
                <a:lnTo>
                  <a:pt x="427139" y="25400"/>
                </a:lnTo>
                <a:close/>
              </a:path>
              <a:path w="10812780" h="3251200">
                <a:moveTo>
                  <a:pt x="10440441" y="25400"/>
                </a:moveTo>
                <a:lnTo>
                  <a:pt x="10385640" y="25400"/>
                </a:lnTo>
                <a:lnTo>
                  <a:pt x="10372471" y="12700"/>
                </a:lnTo>
                <a:lnTo>
                  <a:pt x="10427639" y="12700"/>
                </a:lnTo>
                <a:lnTo>
                  <a:pt x="10440441" y="25400"/>
                </a:lnTo>
                <a:close/>
              </a:path>
              <a:path w="10812780" h="3251200">
                <a:moveTo>
                  <a:pt x="376339" y="38100"/>
                </a:moveTo>
                <a:lnTo>
                  <a:pt x="334772" y="38100"/>
                </a:lnTo>
                <a:lnTo>
                  <a:pt x="347154" y="25400"/>
                </a:lnTo>
                <a:lnTo>
                  <a:pt x="388988" y="25400"/>
                </a:lnTo>
                <a:lnTo>
                  <a:pt x="376339" y="38100"/>
                </a:lnTo>
                <a:close/>
              </a:path>
              <a:path w="10812780" h="3251200">
                <a:moveTo>
                  <a:pt x="10477995" y="38100"/>
                </a:moveTo>
                <a:lnTo>
                  <a:pt x="10436440" y="38100"/>
                </a:lnTo>
                <a:lnTo>
                  <a:pt x="10423791" y="25400"/>
                </a:lnTo>
                <a:lnTo>
                  <a:pt x="10465625" y="25400"/>
                </a:lnTo>
                <a:lnTo>
                  <a:pt x="10477995" y="38100"/>
                </a:lnTo>
                <a:close/>
              </a:path>
              <a:path w="10812780" h="3251200">
                <a:moveTo>
                  <a:pt x="339648" y="50800"/>
                </a:moveTo>
                <a:lnTo>
                  <a:pt x="310489" y="50800"/>
                </a:lnTo>
                <a:lnTo>
                  <a:pt x="322554" y="38100"/>
                </a:lnTo>
                <a:lnTo>
                  <a:pt x="351878" y="38100"/>
                </a:lnTo>
                <a:lnTo>
                  <a:pt x="339648" y="50800"/>
                </a:lnTo>
                <a:close/>
              </a:path>
              <a:path w="10812780" h="3251200">
                <a:moveTo>
                  <a:pt x="10502277" y="50800"/>
                </a:moveTo>
                <a:lnTo>
                  <a:pt x="10473131" y="50800"/>
                </a:lnTo>
                <a:lnTo>
                  <a:pt x="10460901" y="38100"/>
                </a:lnTo>
                <a:lnTo>
                  <a:pt x="10490225" y="38100"/>
                </a:lnTo>
                <a:lnTo>
                  <a:pt x="10502277" y="50800"/>
                </a:lnTo>
                <a:close/>
              </a:path>
              <a:path w="10812780" h="3251200">
                <a:moveTo>
                  <a:pt x="315937" y="63500"/>
                </a:moveTo>
                <a:lnTo>
                  <a:pt x="286854" y="63500"/>
                </a:lnTo>
                <a:lnTo>
                  <a:pt x="298589" y="50800"/>
                </a:lnTo>
                <a:lnTo>
                  <a:pt x="327863" y="50800"/>
                </a:lnTo>
                <a:lnTo>
                  <a:pt x="315937" y="63500"/>
                </a:lnTo>
                <a:close/>
              </a:path>
              <a:path w="10812780" h="3251200">
                <a:moveTo>
                  <a:pt x="10525925" y="63500"/>
                </a:moveTo>
                <a:lnTo>
                  <a:pt x="10496842" y="63500"/>
                </a:lnTo>
                <a:lnTo>
                  <a:pt x="10484916" y="50800"/>
                </a:lnTo>
                <a:lnTo>
                  <a:pt x="10514190" y="50800"/>
                </a:lnTo>
                <a:lnTo>
                  <a:pt x="10525925" y="63500"/>
                </a:lnTo>
                <a:close/>
              </a:path>
              <a:path w="10812780" h="3251200">
                <a:moveTo>
                  <a:pt x="292849" y="76200"/>
                </a:moveTo>
                <a:lnTo>
                  <a:pt x="263906" y="76200"/>
                </a:lnTo>
                <a:lnTo>
                  <a:pt x="275297" y="63500"/>
                </a:lnTo>
                <a:lnTo>
                  <a:pt x="304457" y="63500"/>
                </a:lnTo>
                <a:lnTo>
                  <a:pt x="292849" y="76200"/>
                </a:lnTo>
                <a:close/>
              </a:path>
              <a:path w="10812780" h="3251200">
                <a:moveTo>
                  <a:pt x="10548874" y="76200"/>
                </a:moveTo>
                <a:lnTo>
                  <a:pt x="10519930" y="76200"/>
                </a:lnTo>
                <a:lnTo>
                  <a:pt x="10508322" y="63500"/>
                </a:lnTo>
                <a:lnTo>
                  <a:pt x="10537482" y="63500"/>
                </a:lnTo>
                <a:lnTo>
                  <a:pt x="10548874" y="76200"/>
                </a:lnTo>
                <a:close/>
              </a:path>
              <a:path w="10812780" h="3251200">
                <a:moveTo>
                  <a:pt x="270433" y="88900"/>
                </a:moveTo>
                <a:lnTo>
                  <a:pt x="241668" y="88900"/>
                </a:lnTo>
                <a:lnTo>
                  <a:pt x="252691" y="76200"/>
                </a:lnTo>
                <a:lnTo>
                  <a:pt x="281698" y="76200"/>
                </a:lnTo>
                <a:lnTo>
                  <a:pt x="270433" y="88900"/>
                </a:lnTo>
                <a:close/>
              </a:path>
              <a:path w="10812780" h="3251200">
                <a:moveTo>
                  <a:pt x="10571111" y="88900"/>
                </a:moveTo>
                <a:lnTo>
                  <a:pt x="10542346" y="88900"/>
                </a:lnTo>
                <a:lnTo>
                  <a:pt x="10531081" y="76200"/>
                </a:lnTo>
                <a:lnTo>
                  <a:pt x="10560088" y="76200"/>
                </a:lnTo>
                <a:lnTo>
                  <a:pt x="10571111" y="88900"/>
                </a:lnTo>
                <a:close/>
              </a:path>
              <a:path w="10812780" h="3251200">
                <a:moveTo>
                  <a:pt x="227723" y="114300"/>
                </a:moveTo>
                <a:lnTo>
                  <a:pt x="209727" y="114300"/>
                </a:lnTo>
                <a:lnTo>
                  <a:pt x="220179" y="101600"/>
                </a:lnTo>
                <a:lnTo>
                  <a:pt x="230822" y="88900"/>
                </a:lnTo>
                <a:lnTo>
                  <a:pt x="259613" y="88900"/>
                </a:lnTo>
                <a:lnTo>
                  <a:pt x="248716" y="101600"/>
                </a:lnTo>
                <a:lnTo>
                  <a:pt x="238252" y="101600"/>
                </a:lnTo>
                <a:lnTo>
                  <a:pt x="227723" y="114300"/>
                </a:lnTo>
                <a:close/>
              </a:path>
              <a:path w="10812780" h="3251200">
                <a:moveTo>
                  <a:pt x="10603052" y="114300"/>
                </a:moveTo>
                <a:lnTo>
                  <a:pt x="10585056" y="114300"/>
                </a:lnTo>
                <a:lnTo>
                  <a:pt x="10574528" y="101600"/>
                </a:lnTo>
                <a:lnTo>
                  <a:pt x="10564063" y="101600"/>
                </a:lnTo>
                <a:lnTo>
                  <a:pt x="10553166" y="88900"/>
                </a:lnTo>
                <a:lnTo>
                  <a:pt x="10581957" y="88900"/>
                </a:lnTo>
                <a:lnTo>
                  <a:pt x="10592600" y="101600"/>
                </a:lnTo>
                <a:lnTo>
                  <a:pt x="10603052" y="114300"/>
                </a:lnTo>
                <a:close/>
              </a:path>
              <a:path w="10812780" h="3251200">
                <a:moveTo>
                  <a:pt x="197675" y="139700"/>
                </a:moveTo>
                <a:lnTo>
                  <a:pt x="179578" y="139700"/>
                </a:lnTo>
                <a:lnTo>
                  <a:pt x="189420" y="127000"/>
                </a:lnTo>
                <a:lnTo>
                  <a:pt x="199466" y="114300"/>
                </a:lnTo>
                <a:lnTo>
                  <a:pt x="217627" y="114300"/>
                </a:lnTo>
                <a:lnTo>
                  <a:pt x="207492" y="127000"/>
                </a:lnTo>
                <a:lnTo>
                  <a:pt x="197675" y="139700"/>
                </a:lnTo>
                <a:close/>
              </a:path>
              <a:path w="10812780" h="3251200">
                <a:moveTo>
                  <a:pt x="10633202" y="139700"/>
                </a:moveTo>
                <a:lnTo>
                  <a:pt x="10615104" y="139700"/>
                </a:lnTo>
                <a:lnTo>
                  <a:pt x="10605173" y="127000"/>
                </a:lnTo>
                <a:lnTo>
                  <a:pt x="10595152" y="114300"/>
                </a:lnTo>
                <a:lnTo>
                  <a:pt x="10613313" y="114300"/>
                </a:lnTo>
                <a:lnTo>
                  <a:pt x="10623359" y="127000"/>
                </a:lnTo>
                <a:lnTo>
                  <a:pt x="10633202" y="139700"/>
                </a:lnTo>
                <a:close/>
              </a:path>
              <a:path w="10812780" h="3251200">
                <a:moveTo>
                  <a:pt x="160502" y="177800"/>
                </a:moveTo>
                <a:lnTo>
                  <a:pt x="142392" y="177800"/>
                </a:lnTo>
                <a:lnTo>
                  <a:pt x="151358" y="165100"/>
                </a:lnTo>
                <a:lnTo>
                  <a:pt x="160540" y="152400"/>
                </a:lnTo>
                <a:lnTo>
                  <a:pt x="169951" y="139700"/>
                </a:lnTo>
                <a:lnTo>
                  <a:pt x="188175" y="139700"/>
                </a:lnTo>
                <a:lnTo>
                  <a:pt x="178663" y="152400"/>
                </a:lnTo>
                <a:lnTo>
                  <a:pt x="169468" y="165100"/>
                </a:lnTo>
                <a:lnTo>
                  <a:pt x="160502" y="177800"/>
                </a:lnTo>
                <a:close/>
              </a:path>
              <a:path w="10812780" h="3251200">
                <a:moveTo>
                  <a:pt x="10670374" y="177800"/>
                </a:moveTo>
                <a:lnTo>
                  <a:pt x="10652277" y="177800"/>
                </a:lnTo>
                <a:lnTo>
                  <a:pt x="10643196" y="165100"/>
                </a:lnTo>
                <a:lnTo>
                  <a:pt x="10634002" y="152400"/>
                </a:lnTo>
                <a:lnTo>
                  <a:pt x="10624604" y="139700"/>
                </a:lnTo>
                <a:lnTo>
                  <a:pt x="10642828" y="139700"/>
                </a:lnTo>
                <a:lnTo>
                  <a:pt x="10652226" y="152400"/>
                </a:lnTo>
                <a:lnTo>
                  <a:pt x="10661421" y="165100"/>
                </a:lnTo>
                <a:lnTo>
                  <a:pt x="10670374" y="177800"/>
                </a:lnTo>
                <a:close/>
              </a:path>
              <a:path w="10812780" h="3251200">
                <a:moveTo>
                  <a:pt x="104101" y="241300"/>
                </a:moveTo>
                <a:lnTo>
                  <a:pt x="93611" y="241300"/>
                </a:lnTo>
                <a:lnTo>
                  <a:pt x="101130" y="228600"/>
                </a:lnTo>
                <a:lnTo>
                  <a:pt x="108902" y="215900"/>
                </a:lnTo>
                <a:lnTo>
                  <a:pt x="116916" y="203200"/>
                </a:lnTo>
                <a:lnTo>
                  <a:pt x="125171" y="190500"/>
                </a:lnTo>
                <a:lnTo>
                  <a:pt x="133667" y="177800"/>
                </a:lnTo>
                <a:lnTo>
                  <a:pt x="151841" y="177800"/>
                </a:lnTo>
                <a:lnTo>
                  <a:pt x="143217" y="190500"/>
                </a:lnTo>
                <a:lnTo>
                  <a:pt x="134912" y="203200"/>
                </a:lnTo>
                <a:lnTo>
                  <a:pt x="126847" y="215900"/>
                </a:lnTo>
                <a:lnTo>
                  <a:pt x="119113" y="215900"/>
                </a:lnTo>
                <a:lnTo>
                  <a:pt x="111442" y="228600"/>
                </a:lnTo>
                <a:lnTo>
                  <a:pt x="104101" y="241300"/>
                </a:lnTo>
                <a:close/>
              </a:path>
              <a:path w="10812780" h="3251200">
                <a:moveTo>
                  <a:pt x="10719155" y="241300"/>
                </a:moveTo>
                <a:lnTo>
                  <a:pt x="10708678" y="241300"/>
                </a:lnTo>
                <a:lnTo>
                  <a:pt x="10701248" y="228600"/>
                </a:lnTo>
                <a:lnTo>
                  <a:pt x="10693666" y="215900"/>
                </a:lnTo>
                <a:lnTo>
                  <a:pt x="10685932" y="215900"/>
                </a:lnTo>
                <a:lnTo>
                  <a:pt x="10677766" y="203200"/>
                </a:lnTo>
                <a:lnTo>
                  <a:pt x="10669460" y="190500"/>
                </a:lnTo>
                <a:lnTo>
                  <a:pt x="10660938" y="177800"/>
                </a:lnTo>
                <a:lnTo>
                  <a:pt x="10679112" y="177800"/>
                </a:lnTo>
                <a:lnTo>
                  <a:pt x="10687608" y="190500"/>
                </a:lnTo>
                <a:lnTo>
                  <a:pt x="10695863" y="203200"/>
                </a:lnTo>
                <a:lnTo>
                  <a:pt x="10703877" y="215900"/>
                </a:lnTo>
                <a:lnTo>
                  <a:pt x="10711649" y="228600"/>
                </a:lnTo>
                <a:lnTo>
                  <a:pt x="10719155" y="241300"/>
                </a:lnTo>
                <a:close/>
              </a:path>
              <a:path w="10812780" h="3251200">
                <a:moveTo>
                  <a:pt x="104178" y="3009900"/>
                </a:moveTo>
                <a:lnTo>
                  <a:pt x="86360" y="3009900"/>
                </a:lnTo>
                <a:lnTo>
                  <a:pt x="79362" y="2997200"/>
                </a:lnTo>
                <a:lnTo>
                  <a:pt x="59969" y="2959100"/>
                </a:lnTo>
                <a:lnTo>
                  <a:pt x="43078" y="2921000"/>
                </a:lnTo>
                <a:lnTo>
                  <a:pt x="28803" y="2882900"/>
                </a:lnTo>
                <a:lnTo>
                  <a:pt x="17259" y="2844800"/>
                </a:lnTo>
                <a:lnTo>
                  <a:pt x="8559" y="2806700"/>
                </a:lnTo>
                <a:lnTo>
                  <a:pt x="2832" y="2768600"/>
                </a:lnTo>
                <a:lnTo>
                  <a:pt x="177" y="2717800"/>
                </a:lnTo>
                <a:lnTo>
                  <a:pt x="0" y="2705100"/>
                </a:lnTo>
                <a:lnTo>
                  <a:pt x="0" y="546100"/>
                </a:lnTo>
                <a:lnTo>
                  <a:pt x="711" y="508000"/>
                </a:lnTo>
                <a:lnTo>
                  <a:pt x="4406" y="469900"/>
                </a:lnTo>
                <a:lnTo>
                  <a:pt x="11137" y="431800"/>
                </a:lnTo>
                <a:lnTo>
                  <a:pt x="20789" y="393700"/>
                </a:lnTo>
                <a:lnTo>
                  <a:pt x="33261" y="355600"/>
                </a:lnTo>
                <a:lnTo>
                  <a:pt x="48425" y="317500"/>
                </a:lnTo>
                <a:lnTo>
                  <a:pt x="66167" y="279400"/>
                </a:lnTo>
                <a:lnTo>
                  <a:pt x="86360" y="241300"/>
                </a:lnTo>
                <a:lnTo>
                  <a:pt x="104178" y="241300"/>
                </a:lnTo>
                <a:lnTo>
                  <a:pt x="97002" y="254000"/>
                </a:lnTo>
                <a:lnTo>
                  <a:pt x="90170" y="266700"/>
                </a:lnTo>
                <a:lnTo>
                  <a:pt x="83591" y="279400"/>
                </a:lnTo>
                <a:lnTo>
                  <a:pt x="77279" y="292100"/>
                </a:lnTo>
                <a:lnTo>
                  <a:pt x="71310" y="292100"/>
                </a:lnTo>
                <a:lnTo>
                  <a:pt x="65468" y="304800"/>
                </a:lnTo>
                <a:lnTo>
                  <a:pt x="59969" y="317500"/>
                </a:lnTo>
                <a:lnTo>
                  <a:pt x="54749" y="330200"/>
                </a:lnTo>
                <a:lnTo>
                  <a:pt x="49809" y="342900"/>
                </a:lnTo>
                <a:lnTo>
                  <a:pt x="45161" y="355600"/>
                </a:lnTo>
                <a:lnTo>
                  <a:pt x="40805" y="368300"/>
                </a:lnTo>
                <a:lnTo>
                  <a:pt x="36753" y="381000"/>
                </a:lnTo>
                <a:lnTo>
                  <a:pt x="32994" y="393700"/>
                </a:lnTo>
                <a:lnTo>
                  <a:pt x="29540" y="406400"/>
                </a:lnTo>
                <a:lnTo>
                  <a:pt x="26390" y="419100"/>
                </a:lnTo>
                <a:lnTo>
                  <a:pt x="23558" y="431800"/>
                </a:lnTo>
                <a:lnTo>
                  <a:pt x="21043" y="444500"/>
                </a:lnTo>
                <a:lnTo>
                  <a:pt x="18859" y="457200"/>
                </a:lnTo>
                <a:lnTo>
                  <a:pt x="16992" y="469900"/>
                </a:lnTo>
                <a:lnTo>
                  <a:pt x="15455" y="482600"/>
                </a:lnTo>
                <a:lnTo>
                  <a:pt x="14249" y="495300"/>
                </a:lnTo>
                <a:lnTo>
                  <a:pt x="13398" y="508000"/>
                </a:lnTo>
                <a:lnTo>
                  <a:pt x="12877" y="533400"/>
                </a:lnTo>
                <a:lnTo>
                  <a:pt x="12700" y="546100"/>
                </a:lnTo>
                <a:lnTo>
                  <a:pt x="12700" y="2705100"/>
                </a:lnTo>
                <a:lnTo>
                  <a:pt x="12877" y="2717800"/>
                </a:lnTo>
                <a:lnTo>
                  <a:pt x="13398" y="2730500"/>
                </a:lnTo>
                <a:lnTo>
                  <a:pt x="14262" y="2755900"/>
                </a:lnTo>
                <a:lnTo>
                  <a:pt x="15468" y="2768600"/>
                </a:lnTo>
                <a:lnTo>
                  <a:pt x="17018" y="2781300"/>
                </a:lnTo>
                <a:lnTo>
                  <a:pt x="18884" y="2794000"/>
                </a:lnTo>
                <a:lnTo>
                  <a:pt x="21082" y="2806700"/>
                </a:lnTo>
                <a:lnTo>
                  <a:pt x="23596" y="2819400"/>
                </a:lnTo>
                <a:lnTo>
                  <a:pt x="26428" y="2832100"/>
                </a:lnTo>
                <a:lnTo>
                  <a:pt x="29578" y="2844800"/>
                </a:lnTo>
                <a:lnTo>
                  <a:pt x="33032" y="2857500"/>
                </a:lnTo>
                <a:lnTo>
                  <a:pt x="36791" y="2870200"/>
                </a:lnTo>
                <a:lnTo>
                  <a:pt x="40855" y="2882900"/>
                </a:lnTo>
                <a:lnTo>
                  <a:pt x="45212" y="2895600"/>
                </a:lnTo>
                <a:lnTo>
                  <a:pt x="49860" y="2908300"/>
                </a:lnTo>
                <a:lnTo>
                  <a:pt x="54800" y="2921000"/>
                </a:lnTo>
                <a:lnTo>
                  <a:pt x="60032" y="2933700"/>
                </a:lnTo>
                <a:lnTo>
                  <a:pt x="65532" y="2946400"/>
                </a:lnTo>
                <a:lnTo>
                  <a:pt x="71234" y="2946400"/>
                </a:lnTo>
                <a:lnTo>
                  <a:pt x="77355" y="2959100"/>
                </a:lnTo>
                <a:lnTo>
                  <a:pt x="83667" y="2971800"/>
                </a:lnTo>
                <a:lnTo>
                  <a:pt x="90258" y="2984500"/>
                </a:lnTo>
                <a:lnTo>
                  <a:pt x="97091" y="2997200"/>
                </a:lnTo>
                <a:lnTo>
                  <a:pt x="104178" y="3009900"/>
                </a:lnTo>
                <a:close/>
              </a:path>
              <a:path w="10812780" h="3251200">
                <a:moveTo>
                  <a:pt x="10726420" y="3009900"/>
                </a:moveTo>
                <a:lnTo>
                  <a:pt x="10708601" y="3009900"/>
                </a:lnTo>
                <a:lnTo>
                  <a:pt x="10715764" y="2997200"/>
                </a:lnTo>
                <a:lnTo>
                  <a:pt x="10722610" y="2984500"/>
                </a:lnTo>
                <a:lnTo>
                  <a:pt x="10729188" y="2971800"/>
                </a:lnTo>
                <a:lnTo>
                  <a:pt x="10735500" y="2959100"/>
                </a:lnTo>
                <a:lnTo>
                  <a:pt x="10741545" y="2946400"/>
                </a:lnTo>
                <a:lnTo>
                  <a:pt x="10747248" y="2946400"/>
                </a:lnTo>
                <a:lnTo>
                  <a:pt x="10752810" y="2933700"/>
                </a:lnTo>
                <a:lnTo>
                  <a:pt x="10758030" y="2921000"/>
                </a:lnTo>
                <a:lnTo>
                  <a:pt x="10762970" y="2908300"/>
                </a:lnTo>
                <a:lnTo>
                  <a:pt x="10767618" y="2895600"/>
                </a:lnTo>
                <a:lnTo>
                  <a:pt x="10771974" y="2882900"/>
                </a:lnTo>
                <a:lnTo>
                  <a:pt x="10776026" y="2870200"/>
                </a:lnTo>
                <a:lnTo>
                  <a:pt x="10779785" y="2857500"/>
                </a:lnTo>
                <a:lnTo>
                  <a:pt x="10783239" y="2844800"/>
                </a:lnTo>
                <a:lnTo>
                  <a:pt x="10786389" y="2832100"/>
                </a:lnTo>
                <a:lnTo>
                  <a:pt x="10789221" y="2819400"/>
                </a:lnTo>
                <a:lnTo>
                  <a:pt x="10791736" y="2806700"/>
                </a:lnTo>
                <a:lnTo>
                  <a:pt x="10793920" y="2794000"/>
                </a:lnTo>
                <a:lnTo>
                  <a:pt x="10795787" y="2781300"/>
                </a:lnTo>
                <a:lnTo>
                  <a:pt x="10797324" y="2768600"/>
                </a:lnTo>
                <a:lnTo>
                  <a:pt x="10798530" y="2755900"/>
                </a:lnTo>
                <a:lnTo>
                  <a:pt x="10799381" y="2730500"/>
                </a:lnTo>
                <a:lnTo>
                  <a:pt x="10799902" y="2717800"/>
                </a:lnTo>
                <a:lnTo>
                  <a:pt x="10800080" y="2705100"/>
                </a:lnTo>
                <a:lnTo>
                  <a:pt x="10800080" y="546100"/>
                </a:lnTo>
                <a:lnTo>
                  <a:pt x="10799902" y="533400"/>
                </a:lnTo>
                <a:lnTo>
                  <a:pt x="10799381" y="508000"/>
                </a:lnTo>
                <a:lnTo>
                  <a:pt x="10798517" y="495300"/>
                </a:lnTo>
                <a:lnTo>
                  <a:pt x="10797311" y="482600"/>
                </a:lnTo>
                <a:lnTo>
                  <a:pt x="10795762" y="469900"/>
                </a:lnTo>
                <a:lnTo>
                  <a:pt x="10793895" y="457200"/>
                </a:lnTo>
                <a:lnTo>
                  <a:pt x="10791698" y="444500"/>
                </a:lnTo>
                <a:lnTo>
                  <a:pt x="10789183" y="431800"/>
                </a:lnTo>
                <a:lnTo>
                  <a:pt x="10786351" y="419100"/>
                </a:lnTo>
                <a:lnTo>
                  <a:pt x="10783201" y="406400"/>
                </a:lnTo>
                <a:lnTo>
                  <a:pt x="10779747" y="393700"/>
                </a:lnTo>
                <a:lnTo>
                  <a:pt x="10775988" y="381000"/>
                </a:lnTo>
                <a:lnTo>
                  <a:pt x="10771924" y="368300"/>
                </a:lnTo>
                <a:lnTo>
                  <a:pt x="10767568" y="355600"/>
                </a:lnTo>
                <a:lnTo>
                  <a:pt x="10762907" y="342900"/>
                </a:lnTo>
                <a:lnTo>
                  <a:pt x="10757979" y="330200"/>
                </a:lnTo>
                <a:lnTo>
                  <a:pt x="10752747" y="317500"/>
                </a:lnTo>
                <a:lnTo>
                  <a:pt x="10747248" y="304800"/>
                </a:lnTo>
                <a:lnTo>
                  <a:pt x="10741469" y="292100"/>
                </a:lnTo>
                <a:lnTo>
                  <a:pt x="10735500" y="292100"/>
                </a:lnTo>
                <a:lnTo>
                  <a:pt x="10729099" y="279400"/>
                </a:lnTo>
                <a:lnTo>
                  <a:pt x="10722521" y="266700"/>
                </a:lnTo>
                <a:lnTo>
                  <a:pt x="10715688" y="254000"/>
                </a:lnTo>
                <a:lnTo>
                  <a:pt x="10708601" y="241300"/>
                </a:lnTo>
                <a:lnTo>
                  <a:pt x="10726420" y="241300"/>
                </a:lnTo>
                <a:lnTo>
                  <a:pt x="10733417" y="254000"/>
                </a:lnTo>
                <a:lnTo>
                  <a:pt x="10752810" y="292100"/>
                </a:lnTo>
                <a:lnTo>
                  <a:pt x="10769701" y="330200"/>
                </a:lnTo>
                <a:lnTo>
                  <a:pt x="10783976" y="368300"/>
                </a:lnTo>
                <a:lnTo>
                  <a:pt x="10795520" y="406400"/>
                </a:lnTo>
                <a:lnTo>
                  <a:pt x="10804220" y="444500"/>
                </a:lnTo>
                <a:lnTo>
                  <a:pt x="10809947" y="482600"/>
                </a:lnTo>
                <a:lnTo>
                  <a:pt x="10812602" y="533400"/>
                </a:lnTo>
                <a:lnTo>
                  <a:pt x="10812780" y="546100"/>
                </a:lnTo>
                <a:lnTo>
                  <a:pt x="10812780" y="2705100"/>
                </a:lnTo>
                <a:lnTo>
                  <a:pt x="10812068" y="2743200"/>
                </a:lnTo>
                <a:lnTo>
                  <a:pt x="10808373" y="2781300"/>
                </a:lnTo>
                <a:lnTo>
                  <a:pt x="10801642" y="2819400"/>
                </a:lnTo>
                <a:lnTo>
                  <a:pt x="10791990" y="2857500"/>
                </a:lnTo>
                <a:lnTo>
                  <a:pt x="10779518" y="2895600"/>
                </a:lnTo>
                <a:lnTo>
                  <a:pt x="10764354" y="2933700"/>
                </a:lnTo>
                <a:lnTo>
                  <a:pt x="10746613" y="2971800"/>
                </a:lnTo>
                <a:lnTo>
                  <a:pt x="10733417" y="2997200"/>
                </a:lnTo>
                <a:lnTo>
                  <a:pt x="10726420" y="3009900"/>
                </a:lnTo>
                <a:close/>
              </a:path>
              <a:path w="10812780" h="3251200">
                <a:moveTo>
                  <a:pt x="151841" y="3073400"/>
                </a:moveTo>
                <a:lnTo>
                  <a:pt x="133667" y="3073400"/>
                </a:lnTo>
                <a:lnTo>
                  <a:pt x="125171" y="3060700"/>
                </a:lnTo>
                <a:lnTo>
                  <a:pt x="116916" y="3048000"/>
                </a:lnTo>
                <a:lnTo>
                  <a:pt x="108902" y="3035300"/>
                </a:lnTo>
                <a:lnTo>
                  <a:pt x="101130" y="3022600"/>
                </a:lnTo>
                <a:lnTo>
                  <a:pt x="93611" y="3009900"/>
                </a:lnTo>
                <a:lnTo>
                  <a:pt x="104101" y="3009900"/>
                </a:lnTo>
                <a:lnTo>
                  <a:pt x="111531" y="3022600"/>
                </a:lnTo>
                <a:lnTo>
                  <a:pt x="119113" y="3035300"/>
                </a:lnTo>
                <a:lnTo>
                  <a:pt x="126847" y="3035300"/>
                </a:lnTo>
                <a:lnTo>
                  <a:pt x="135013" y="3048000"/>
                </a:lnTo>
                <a:lnTo>
                  <a:pt x="143319" y="3060700"/>
                </a:lnTo>
                <a:lnTo>
                  <a:pt x="151841" y="3073400"/>
                </a:lnTo>
                <a:close/>
              </a:path>
              <a:path w="10812780" h="3251200">
                <a:moveTo>
                  <a:pt x="10679112" y="3073400"/>
                </a:moveTo>
                <a:lnTo>
                  <a:pt x="10660938" y="3073400"/>
                </a:lnTo>
                <a:lnTo>
                  <a:pt x="10669562" y="3060700"/>
                </a:lnTo>
                <a:lnTo>
                  <a:pt x="10677867" y="3048000"/>
                </a:lnTo>
                <a:lnTo>
                  <a:pt x="10685932" y="3035300"/>
                </a:lnTo>
                <a:lnTo>
                  <a:pt x="10693666" y="3035300"/>
                </a:lnTo>
                <a:lnTo>
                  <a:pt x="10701337" y="3022600"/>
                </a:lnTo>
                <a:lnTo>
                  <a:pt x="10708678" y="3009900"/>
                </a:lnTo>
                <a:lnTo>
                  <a:pt x="10719155" y="3009900"/>
                </a:lnTo>
                <a:lnTo>
                  <a:pt x="10711649" y="3022600"/>
                </a:lnTo>
                <a:lnTo>
                  <a:pt x="10703877" y="3035300"/>
                </a:lnTo>
                <a:lnTo>
                  <a:pt x="10695863" y="3048000"/>
                </a:lnTo>
                <a:lnTo>
                  <a:pt x="10687608" y="3060700"/>
                </a:lnTo>
                <a:lnTo>
                  <a:pt x="10679112" y="3073400"/>
                </a:lnTo>
                <a:close/>
              </a:path>
              <a:path w="10812780" h="3251200">
                <a:moveTo>
                  <a:pt x="188175" y="3111500"/>
                </a:moveTo>
                <a:lnTo>
                  <a:pt x="169951" y="3111500"/>
                </a:lnTo>
                <a:lnTo>
                  <a:pt x="160540" y="3098800"/>
                </a:lnTo>
                <a:lnTo>
                  <a:pt x="151358" y="3086100"/>
                </a:lnTo>
                <a:lnTo>
                  <a:pt x="142392" y="3073400"/>
                </a:lnTo>
                <a:lnTo>
                  <a:pt x="160502" y="3073400"/>
                </a:lnTo>
                <a:lnTo>
                  <a:pt x="169583" y="3086100"/>
                </a:lnTo>
                <a:lnTo>
                  <a:pt x="178777" y="3098800"/>
                </a:lnTo>
                <a:lnTo>
                  <a:pt x="188175" y="3111500"/>
                </a:lnTo>
                <a:close/>
              </a:path>
              <a:path w="10812780" h="3251200">
                <a:moveTo>
                  <a:pt x="10642828" y="3111500"/>
                </a:moveTo>
                <a:lnTo>
                  <a:pt x="10624604" y="3111500"/>
                </a:lnTo>
                <a:lnTo>
                  <a:pt x="10634116" y="3098800"/>
                </a:lnTo>
                <a:lnTo>
                  <a:pt x="10643311" y="3086100"/>
                </a:lnTo>
                <a:lnTo>
                  <a:pt x="10652277" y="3073400"/>
                </a:lnTo>
                <a:lnTo>
                  <a:pt x="10670374" y="3073400"/>
                </a:lnTo>
                <a:lnTo>
                  <a:pt x="10661421" y="3086100"/>
                </a:lnTo>
                <a:lnTo>
                  <a:pt x="10652226" y="3098800"/>
                </a:lnTo>
                <a:lnTo>
                  <a:pt x="10642828" y="3111500"/>
                </a:lnTo>
                <a:close/>
              </a:path>
              <a:path w="10812780" h="3251200">
                <a:moveTo>
                  <a:pt x="227837" y="3136900"/>
                </a:moveTo>
                <a:lnTo>
                  <a:pt x="199466" y="3136900"/>
                </a:lnTo>
                <a:lnTo>
                  <a:pt x="189420" y="3124200"/>
                </a:lnTo>
                <a:lnTo>
                  <a:pt x="179578" y="3111500"/>
                </a:lnTo>
                <a:lnTo>
                  <a:pt x="197675" y="3111500"/>
                </a:lnTo>
                <a:lnTo>
                  <a:pt x="207606" y="3124200"/>
                </a:lnTo>
                <a:lnTo>
                  <a:pt x="217512" y="3124200"/>
                </a:lnTo>
                <a:lnTo>
                  <a:pt x="227837" y="3136900"/>
                </a:lnTo>
                <a:close/>
              </a:path>
              <a:path w="10812780" h="3251200">
                <a:moveTo>
                  <a:pt x="10613313" y="3136900"/>
                </a:moveTo>
                <a:lnTo>
                  <a:pt x="10584942" y="3136900"/>
                </a:lnTo>
                <a:lnTo>
                  <a:pt x="10595267" y="3124200"/>
                </a:lnTo>
                <a:lnTo>
                  <a:pt x="10605173" y="3124200"/>
                </a:lnTo>
                <a:lnTo>
                  <a:pt x="10615104" y="3111500"/>
                </a:lnTo>
                <a:lnTo>
                  <a:pt x="10633202" y="3111500"/>
                </a:lnTo>
                <a:lnTo>
                  <a:pt x="10623359" y="3124200"/>
                </a:lnTo>
                <a:lnTo>
                  <a:pt x="10613313" y="3136900"/>
                </a:lnTo>
                <a:close/>
              </a:path>
              <a:path w="10812780" h="3251200">
                <a:moveTo>
                  <a:pt x="238252" y="3149600"/>
                </a:moveTo>
                <a:lnTo>
                  <a:pt x="220179" y="3149600"/>
                </a:lnTo>
                <a:lnTo>
                  <a:pt x="209727" y="3136900"/>
                </a:lnTo>
                <a:lnTo>
                  <a:pt x="227723" y="3136900"/>
                </a:lnTo>
                <a:lnTo>
                  <a:pt x="238252" y="3149600"/>
                </a:lnTo>
                <a:close/>
              </a:path>
              <a:path w="10812780" h="3251200">
                <a:moveTo>
                  <a:pt x="10592600" y="3149600"/>
                </a:moveTo>
                <a:lnTo>
                  <a:pt x="10574528" y="3149600"/>
                </a:lnTo>
                <a:lnTo>
                  <a:pt x="10585056" y="3136900"/>
                </a:lnTo>
                <a:lnTo>
                  <a:pt x="10603052" y="3136900"/>
                </a:lnTo>
                <a:lnTo>
                  <a:pt x="10592600" y="3149600"/>
                </a:lnTo>
                <a:close/>
              </a:path>
              <a:path w="10812780" h="3251200">
                <a:moveTo>
                  <a:pt x="281698" y="3175000"/>
                </a:moveTo>
                <a:lnTo>
                  <a:pt x="252691" y="3175000"/>
                </a:lnTo>
                <a:lnTo>
                  <a:pt x="241668" y="3162300"/>
                </a:lnTo>
                <a:lnTo>
                  <a:pt x="230822" y="3149600"/>
                </a:lnTo>
                <a:lnTo>
                  <a:pt x="248716" y="3149600"/>
                </a:lnTo>
                <a:lnTo>
                  <a:pt x="259613" y="3162300"/>
                </a:lnTo>
                <a:lnTo>
                  <a:pt x="270433" y="3162300"/>
                </a:lnTo>
                <a:lnTo>
                  <a:pt x="281698" y="3175000"/>
                </a:lnTo>
                <a:close/>
              </a:path>
              <a:path w="10812780" h="3251200">
                <a:moveTo>
                  <a:pt x="10560088" y="3175000"/>
                </a:moveTo>
                <a:lnTo>
                  <a:pt x="10531081" y="3175000"/>
                </a:lnTo>
                <a:lnTo>
                  <a:pt x="10542346" y="3162300"/>
                </a:lnTo>
                <a:lnTo>
                  <a:pt x="10553166" y="3162300"/>
                </a:lnTo>
                <a:lnTo>
                  <a:pt x="10564063" y="3149600"/>
                </a:lnTo>
                <a:lnTo>
                  <a:pt x="10581957" y="3149600"/>
                </a:lnTo>
                <a:lnTo>
                  <a:pt x="10571111" y="3162300"/>
                </a:lnTo>
                <a:lnTo>
                  <a:pt x="10560088" y="3175000"/>
                </a:lnTo>
                <a:close/>
              </a:path>
              <a:path w="10812780" h="3251200">
                <a:moveTo>
                  <a:pt x="304457" y="3187700"/>
                </a:moveTo>
                <a:lnTo>
                  <a:pt x="275297" y="3187700"/>
                </a:lnTo>
                <a:lnTo>
                  <a:pt x="263906" y="3175000"/>
                </a:lnTo>
                <a:lnTo>
                  <a:pt x="292849" y="3175000"/>
                </a:lnTo>
                <a:lnTo>
                  <a:pt x="304457" y="3187700"/>
                </a:lnTo>
                <a:close/>
              </a:path>
              <a:path w="10812780" h="3251200">
                <a:moveTo>
                  <a:pt x="10537482" y="3187700"/>
                </a:moveTo>
                <a:lnTo>
                  <a:pt x="10508322" y="3187700"/>
                </a:lnTo>
                <a:lnTo>
                  <a:pt x="10519930" y="3175000"/>
                </a:lnTo>
                <a:lnTo>
                  <a:pt x="10548874" y="3175000"/>
                </a:lnTo>
                <a:lnTo>
                  <a:pt x="10537482" y="3187700"/>
                </a:lnTo>
                <a:close/>
              </a:path>
              <a:path w="10812780" h="3251200">
                <a:moveTo>
                  <a:pt x="327863" y="3200400"/>
                </a:moveTo>
                <a:lnTo>
                  <a:pt x="298589" y="3200400"/>
                </a:lnTo>
                <a:lnTo>
                  <a:pt x="286854" y="3187700"/>
                </a:lnTo>
                <a:lnTo>
                  <a:pt x="315937" y="3187700"/>
                </a:lnTo>
                <a:lnTo>
                  <a:pt x="327863" y="3200400"/>
                </a:lnTo>
                <a:close/>
              </a:path>
              <a:path w="10812780" h="3251200">
                <a:moveTo>
                  <a:pt x="10514190" y="3200400"/>
                </a:moveTo>
                <a:lnTo>
                  <a:pt x="10484916" y="3200400"/>
                </a:lnTo>
                <a:lnTo>
                  <a:pt x="10496842" y="3187700"/>
                </a:lnTo>
                <a:lnTo>
                  <a:pt x="10525925" y="3187700"/>
                </a:lnTo>
                <a:lnTo>
                  <a:pt x="10514190" y="3200400"/>
                </a:lnTo>
                <a:close/>
              </a:path>
              <a:path w="10812780" h="3251200">
                <a:moveTo>
                  <a:pt x="351878" y="3213100"/>
                </a:moveTo>
                <a:lnTo>
                  <a:pt x="322554" y="3213100"/>
                </a:lnTo>
                <a:lnTo>
                  <a:pt x="310489" y="3200400"/>
                </a:lnTo>
                <a:lnTo>
                  <a:pt x="339648" y="3200400"/>
                </a:lnTo>
                <a:lnTo>
                  <a:pt x="351878" y="3213100"/>
                </a:lnTo>
                <a:close/>
              </a:path>
              <a:path w="10812780" h="3251200">
                <a:moveTo>
                  <a:pt x="10490225" y="3213100"/>
                </a:moveTo>
                <a:lnTo>
                  <a:pt x="10460901" y="3213100"/>
                </a:lnTo>
                <a:lnTo>
                  <a:pt x="10473131" y="3200400"/>
                </a:lnTo>
                <a:lnTo>
                  <a:pt x="10502277" y="3200400"/>
                </a:lnTo>
                <a:lnTo>
                  <a:pt x="10490225" y="3213100"/>
                </a:lnTo>
                <a:close/>
              </a:path>
              <a:path w="10812780" h="3251200">
                <a:moveTo>
                  <a:pt x="388988" y="3225800"/>
                </a:moveTo>
                <a:lnTo>
                  <a:pt x="359676" y="3225800"/>
                </a:lnTo>
                <a:lnTo>
                  <a:pt x="347154" y="3213100"/>
                </a:lnTo>
                <a:lnTo>
                  <a:pt x="376339" y="3213100"/>
                </a:lnTo>
                <a:lnTo>
                  <a:pt x="388988" y="3225800"/>
                </a:lnTo>
                <a:close/>
              </a:path>
              <a:path w="10812780" h="3251200">
                <a:moveTo>
                  <a:pt x="10453103" y="3225800"/>
                </a:moveTo>
                <a:lnTo>
                  <a:pt x="10423791" y="3225800"/>
                </a:lnTo>
                <a:lnTo>
                  <a:pt x="10436440" y="3213100"/>
                </a:lnTo>
                <a:lnTo>
                  <a:pt x="10465625" y="3213100"/>
                </a:lnTo>
                <a:lnTo>
                  <a:pt x="10453103" y="3225800"/>
                </a:lnTo>
                <a:close/>
              </a:path>
              <a:path w="10812780" h="3251200">
                <a:moveTo>
                  <a:pt x="440296" y="3238500"/>
                </a:moveTo>
                <a:lnTo>
                  <a:pt x="385140" y="3238500"/>
                </a:lnTo>
                <a:lnTo>
                  <a:pt x="372338" y="3225800"/>
                </a:lnTo>
                <a:lnTo>
                  <a:pt x="427139" y="3225800"/>
                </a:lnTo>
                <a:lnTo>
                  <a:pt x="440296" y="3238500"/>
                </a:lnTo>
                <a:close/>
              </a:path>
              <a:path w="10812780" h="3251200">
                <a:moveTo>
                  <a:pt x="10427639" y="3238500"/>
                </a:moveTo>
                <a:lnTo>
                  <a:pt x="10372471" y="3238500"/>
                </a:lnTo>
                <a:lnTo>
                  <a:pt x="10385640" y="3225800"/>
                </a:lnTo>
                <a:lnTo>
                  <a:pt x="10440441" y="3225800"/>
                </a:lnTo>
                <a:lnTo>
                  <a:pt x="10427639" y="3238500"/>
                </a:lnTo>
                <a:close/>
              </a:path>
              <a:path w="10812780" h="3251200">
                <a:moveTo>
                  <a:pt x="10375099" y="3251200"/>
                </a:moveTo>
                <a:lnTo>
                  <a:pt x="437680" y="3251200"/>
                </a:lnTo>
                <a:lnTo>
                  <a:pt x="424357" y="3238500"/>
                </a:lnTo>
                <a:lnTo>
                  <a:pt x="10388422" y="3238500"/>
                </a:lnTo>
                <a:lnTo>
                  <a:pt x="10375099" y="3251200"/>
                </a:lnTo>
                <a:close/>
              </a:path>
            </a:pathLst>
          </a:custGeom>
          <a:solidFill>
            <a:srgbClr val="78A77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164336" y="3220211"/>
            <a:ext cx="9862185" cy="64643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181610" rIns="0" bIns="0" rtlCol="0" vert="horz">
            <a:spAutoFit/>
          </a:bodyPr>
          <a:lstStyle/>
          <a:p>
            <a:pPr marL="434975" indent="-342900">
              <a:lnSpc>
                <a:spcPct val="100000"/>
              </a:lnSpc>
              <a:spcBef>
                <a:spcPts val="1430"/>
              </a:spcBef>
              <a:buFont typeface="Wingdings"/>
              <a:buChar char=""/>
              <a:tabLst>
                <a:tab pos="434975" algn="l"/>
              </a:tabLst>
            </a:pPr>
            <a:r>
              <a:rPr dirty="0" sz="2400" b="1">
                <a:latin typeface="宋体"/>
                <a:cs typeface="宋体"/>
              </a:rPr>
              <a:t>请使用嵌套循环打印出九九乘法表</a:t>
            </a:r>
            <a:r>
              <a:rPr dirty="0" sz="2400" spc="-10" b="1">
                <a:latin typeface="宋体"/>
                <a:cs typeface="宋体"/>
              </a:rPr>
              <a:t>！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9334500" y="0"/>
            <a:ext cx="2857500" cy="15179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327403" y="2189988"/>
            <a:ext cx="9674860" cy="1781810"/>
          </a:xfrm>
          <a:custGeom>
            <a:avLst/>
            <a:gdLst/>
            <a:ahLst/>
            <a:cxnLst/>
            <a:rect l="l" t="t" r="r" b="b"/>
            <a:pathLst>
              <a:path w="9674860" h="1781810">
                <a:moveTo>
                  <a:pt x="0" y="0"/>
                </a:moveTo>
                <a:lnTo>
                  <a:pt x="9674352" y="0"/>
                </a:lnTo>
                <a:lnTo>
                  <a:pt x="9674352" y="1781556"/>
                </a:lnTo>
                <a:lnTo>
                  <a:pt x="0" y="1781556"/>
                </a:lnTo>
                <a:lnTo>
                  <a:pt x="0" y="0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494030">
              <a:lnSpc>
                <a:spcPct val="100000"/>
              </a:lnSpc>
              <a:spcBef>
                <a:spcPts val="100"/>
              </a:spcBef>
            </a:pPr>
            <a:r>
              <a:rPr dirty="0"/>
              <a:t>谢谢观看</a:t>
            </a:r>
          </a:p>
        </p:txBody>
      </p:sp>
      <p:sp>
        <p:nvSpPr>
          <p:cNvPr id="6" name="object 6"/>
          <p:cNvSpPr/>
          <p:nvPr/>
        </p:nvSpPr>
        <p:spPr>
          <a:xfrm>
            <a:off x="281368" y="990955"/>
            <a:ext cx="1097915" cy="1085215"/>
          </a:xfrm>
          <a:custGeom>
            <a:avLst/>
            <a:gdLst/>
            <a:ahLst/>
            <a:cxnLst/>
            <a:rect l="l" t="t" r="r" b="b"/>
            <a:pathLst>
              <a:path w="1097915" h="1085214">
                <a:moveTo>
                  <a:pt x="1097876" y="1085113"/>
                </a:moveTo>
                <a:lnTo>
                  <a:pt x="0" y="807783"/>
                </a:lnTo>
                <a:lnTo>
                  <a:pt x="788009" y="0"/>
                </a:lnTo>
                <a:lnTo>
                  <a:pt x="792013" y="14020"/>
                </a:lnTo>
                <a:lnTo>
                  <a:pt x="778802" y="14020"/>
                </a:lnTo>
                <a:lnTo>
                  <a:pt x="781806" y="24543"/>
                </a:lnTo>
                <a:lnTo>
                  <a:pt x="27121" y="798169"/>
                </a:lnTo>
                <a:lnTo>
                  <a:pt x="13792" y="798169"/>
                </a:lnTo>
                <a:lnTo>
                  <a:pt x="16789" y="808761"/>
                </a:lnTo>
                <a:lnTo>
                  <a:pt x="55722" y="808761"/>
                </a:lnTo>
                <a:lnTo>
                  <a:pt x="1079610" y="1067402"/>
                </a:lnTo>
                <a:lnTo>
                  <a:pt x="1082636" y="1078001"/>
                </a:lnTo>
                <a:lnTo>
                  <a:pt x="1095845" y="1078001"/>
                </a:lnTo>
                <a:lnTo>
                  <a:pt x="1097876" y="1085113"/>
                </a:lnTo>
                <a:close/>
              </a:path>
              <a:path w="1097915" h="1085214">
                <a:moveTo>
                  <a:pt x="781806" y="24543"/>
                </a:moveTo>
                <a:lnTo>
                  <a:pt x="778802" y="14020"/>
                </a:lnTo>
                <a:lnTo>
                  <a:pt x="789457" y="16700"/>
                </a:lnTo>
                <a:lnTo>
                  <a:pt x="781806" y="24543"/>
                </a:lnTo>
                <a:close/>
              </a:path>
              <a:path w="1097915" h="1085214">
                <a:moveTo>
                  <a:pt x="1095845" y="1078001"/>
                </a:moveTo>
                <a:lnTo>
                  <a:pt x="1082636" y="1078001"/>
                </a:lnTo>
                <a:lnTo>
                  <a:pt x="1090295" y="1070102"/>
                </a:lnTo>
                <a:lnTo>
                  <a:pt x="1079610" y="1067402"/>
                </a:lnTo>
                <a:lnTo>
                  <a:pt x="781806" y="24543"/>
                </a:lnTo>
                <a:lnTo>
                  <a:pt x="789457" y="16700"/>
                </a:lnTo>
                <a:lnTo>
                  <a:pt x="778802" y="14020"/>
                </a:lnTo>
                <a:lnTo>
                  <a:pt x="792013" y="14020"/>
                </a:lnTo>
                <a:lnTo>
                  <a:pt x="1095845" y="1078001"/>
                </a:lnTo>
                <a:close/>
              </a:path>
              <a:path w="1097915" h="1085214">
                <a:moveTo>
                  <a:pt x="16789" y="808761"/>
                </a:moveTo>
                <a:lnTo>
                  <a:pt x="13792" y="798169"/>
                </a:lnTo>
                <a:lnTo>
                  <a:pt x="24486" y="800871"/>
                </a:lnTo>
                <a:lnTo>
                  <a:pt x="16789" y="808761"/>
                </a:lnTo>
                <a:close/>
              </a:path>
              <a:path w="1097915" h="1085214">
                <a:moveTo>
                  <a:pt x="24486" y="800871"/>
                </a:moveTo>
                <a:lnTo>
                  <a:pt x="13792" y="798169"/>
                </a:lnTo>
                <a:lnTo>
                  <a:pt x="27121" y="798169"/>
                </a:lnTo>
                <a:lnTo>
                  <a:pt x="24486" y="800871"/>
                </a:lnTo>
                <a:close/>
              </a:path>
              <a:path w="1097915" h="1085214">
                <a:moveTo>
                  <a:pt x="55722" y="808761"/>
                </a:moveTo>
                <a:lnTo>
                  <a:pt x="16789" y="808761"/>
                </a:lnTo>
                <a:lnTo>
                  <a:pt x="24486" y="800871"/>
                </a:lnTo>
                <a:lnTo>
                  <a:pt x="55722" y="808761"/>
                </a:lnTo>
                <a:close/>
              </a:path>
              <a:path w="1097915" h="1085214">
                <a:moveTo>
                  <a:pt x="1082636" y="1078001"/>
                </a:moveTo>
                <a:lnTo>
                  <a:pt x="1079610" y="1067402"/>
                </a:lnTo>
                <a:lnTo>
                  <a:pt x="1090295" y="1070102"/>
                </a:lnTo>
                <a:lnTo>
                  <a:pt x="1082636" y="1078001"/>
                </a:lnTo>
                <a:close/>
              </a:path>
            </a:pathLst>
          </a:custGeom>
          <a:solidFill>
            <a:srgbClr val="253A2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355775" y="204177"/>
            <a:ext cx="1704975" cy="1703070"/>
          </a:xfrm>
          <a:custGeom>
            <a:avLst/>
            <a:gdLst/>
            <a:ahLst/>
            <a:cxnLst/>
            <a:rect l="l" t="t" r="r" b="b"/>
            <a:pathLst>
              <a:path w="1704975" h="1703070">
                <a:moveTo>
                  <a:pt x="456120" y="1702625"/>
                </a:moveTo>
                <a:lnTo>
                  <a:pt x="0" y="0"/>
                </a:lnTo>
                <a:lnTo>
                  <a:pt x="27638" y="7289"/>
                </a:lnTo>
                <a:lnTo>
                  <a:pt x="15100" y="7289"/>
                </a:lnTo>
                <a:lnTo>
                  <a:pt x="7353" y="15074"/>
                </a:lnTo>
                <a:lnTo>
                  <a:pt x="17933" y="17865"/>
                </a:lnTo>
                <a:lnTo>
                  <a:pt x="462677" y="1678042"/>
                </a:lnTo>
                <a:lnTo>
                  <a:pt x="454901" y="1685848"/>
                </a:lnTo>
                <a:lnTo>
                  <a:pt x="465531" y="1688693"/>
                </a:lnTo>
                <a:lnTo>
                  <a:pt x="469998" y="1688693"/>
                </a:lnTo>
                <a:lnTo>
                  <a:pt x="456120" y="1702625"/>
                </a:lnTo>
                <a:close/>
              </a:path>
              <a:path w="1704975" h="1703070">
                <a:moveTo>
                  <a:pt x="17933" y="17865"/>
                </a:moveTo>
                <a:lnTo>
                  <a:pt x="7353" y="15074"/>
                </a:lnTo>
                <a:lnTo>
                  <a:pt x="15100" y="7289"/>
                </a:lnTo>
                <a:lnTo>
                  <a:pt x="17933" y="17865"/>
                </a:lnTo>
                <a:close/>
              </a:path>
              <a:path w="1704975" h="1703070">
                <a:moveTo>
                  <a:pt x="1679822" y="456207"/>
                </a:moveTo>
                <a:lnTo>
                  <a:pt x="17933" y="17865"/>
                </a:lnTo>
                <a:lnTo>
                  <a:pt x="15100" y="7289"/>
                </a:lnTo>
                <a:lnTo>
                  <a:pt x="27638" y="7289"/>
                </a:lnTo>
                <a:lnTo>
                  <a:pt x="1700044" y="448398"/>
                </a:lnTo>
                <a:lnTo>
                  <a:pt x="1687601" y="448398"/>
                </a:lnTo>
                <a:lnTo>
                  <a:pt x="1679822" y="456207"/>
                </a:lnTo>
                <a:close/>
              </a:path>
              <a:path w="1704975" h="1703070">
                <a:moveTo>
                  <a:pt x="1690471" y="459016"/>
                </a:moveTo>
                <a:lnTo>
                  <a:pt x="1679822" y="456207"/>
                </a:lnTo>
                <a:lnTo>
                  <a:pt x="1687601" y="448398"/>
                </a:lnTo>
                <a:lnTo>
                  <a:pt x="1690471" y="459016"/>
                </a:lnTo>
                <a:close/>
              </a:path>
              <a:path w="1704975" h="1703070">
                <a:moveTo>
                  <a:pt x="1694940" y="459016"/>
                </a:moveTo>
                <a:lnTo>
                  <a:pt x="1690471" y="459016"/>
                </a:lnTo>
                <a:lnTo>
                  <a:pt x="1687601" y="448398"/>
                </a:lnTo>
                <a:lnTo>
                  <a:pt x="1700044" y="448398"/>
                </a:lnTo>
                <a:lnTo>
                  <a:pt x="1704378" y="449541"/>
                </a:lnTo>
                <a:lnTo>
                  <a:pt x="1694940" y="459016"/>
                </a:lnTo>
                <a:close/>
              </a:path>
              <a:path w="1704975" h="1703070">
                <a:moveTo>
                  <a:pt x="469998" y="1688693"/>
                </a:moveTo>
                <a:lnTo>
                  <a:pt x="465531" y="1688693"/>
                </a:lnTo>
                <a:lnTo>
                  <a:pt x="462677" y="1678042"/>
                </a:lnTo>
                <a:lnTo>
                  <a:pt x="1679822" y="456207"/>
                </a:lnTo>
                <a:lnTo>
                  <a:pt x="1690471" y="459016"/>
                </a:lnTo>
                <a:lnTo>
                  <a:pt x="1694940" y="459016"/>
                </a:lnTo>
                <a:lnTo>
                  <a:pt x="469998" y="1688693"/>
                </a:lnTo>
                <a:close/>
              </a:path>
              <a:path w="1704975" h="1703070">
                <a:moveTo>
                  <a:pt x="465531" y="1688693"/>
                </a:moveTo>
                <a:lnTo>
                  <a:pt x="454901" y="1685848"/>
                </a:lnTo>
                <a:lnTo>
                  <a:pt x="462677" y="1678042"/>
                </a:lnTo>
                <a:lnTo>
                  <a:pt x="465531" y="1688693"/>
                </a:lnTo>
                <a:close/>
              </a:path>
            </a:pathLst>
          </a:custGeom>
          <a:solidFill>
            <a:srgbClr val="253A2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0460990" y="4259198"/>
            <a:ext cx="1703705" cy="1703705"/>
          </a:xfrm>
          <a:custGeom>
            <a:avLst/>
            <a:gdLst/>
            <a:ahLst/>
            <a:cxnLst/>
            <a:rect l="l" t="t" r="r" b="b"/>
            <a:pathLst>
              <a:path w="1703704" h="1703704">
                <a:moveTo>
                  <a:pt x="452818" y="1703501"/>
                </a:moveTo>
                <a:lnTo>
                  <a:pt x="0" y="0"/>
                </a:lnTo>
                <a:lnTo>
                  <a:pt x="27566" y="7327"/>
                </a:lnTo>
                <a:lnTo>
                  <a:pt x="15074" y="7327"/>
                </a:lnTo>
                <a:lnTo>
                  <a:pt x="7315" y="15087"/>
                </a:lnTo>
                <a:lnTo>
                  <a:pt x="17884" y="17897"/>
                </a:lnTo>
                <a:lnTo>
                  <a:pt x="459432" y="1678930"/>
                </a:lnTo>
                <a:lnTo>
                  <a:pt x="451637" y="1686725"/>
                </a:lnTo>
                <a:lnTo>
                  <a:pt x="462267" y="1689595"/>
                </a:lnTo>
                <a:lnTo>
                  <a:pt x="466725" y="1689595"/>
                </a:lnTo>
                <a:lnTo>
                  <a:pt x="452818" y="1703501"/>
                </a:lnTo>
                <a:close/>
              </a:path>
              <a:path w="1703704" h="1703704">
                <a:moveTo>
                  <a:pt x="17884" y="17897"/>
                </a:moveTo>
                <a:lnTo>
                  <a:pt x="7315" y="15087"/>
                </a:lnTo>
                <a:lnTo>
                  <a:pt x="15074" y="7327"/>
                </a:lnTo>
                <a:lnTo>
                  <a:pt x="17884" y="17897"/>
                </a:lnTo>
                <a:close/>
              </a:path>
              <a:path w="1703704" h="1703704">
                <a:moveTo>
                  <a:pt x="1678927" y="459447"/>
                </a:moveTo>
                <a:lnTo>
                  <a:pt x="17884" y="17897"/>
                </a:lnTo>
                <a:lnTo>
                  <a:pt x="15074" y="7327"/>
                </a:lnTo>
                <a:lnTo>
                  <a:pt x="27566" y="7327"/>
                </a:lnTo>
                <a:lnTo>
                  <a:pt x="1699045" y="451650"/>
                </a:lnTo>
                <a:lnTo>
                  <a:pt x="1686725" y="451650"/>
                </a:lnTo>
                <a:lnTo>
                  <a:pt x="1678927" y="459447"/>
                </a:lnTo>
                <a:close/>
              </a:path>
              <a:path w="1703704" h="1703704">
                <a:moveTo>
                  <a:pt x="1689582" y="462279"/>
                </a:moveTo>
                <a:lnTo>
                  <a:pt x="1678927" y="459447"/>
                </a:lnTo>
                <a:lnTo>
                  <a:pt x="1686725" y="451650"/>
                </a:lnTo>
                <a:lnTo>
                  <a:pt x="1689582" y="462279"/>
                </a:lnTo>
                <a:close/>
              </a:path>
              <a:path w="1703704" h="1703704">
                <a:moveTo>
                  <a:pt x="1694040" y="462279"/>
                </a:moveTo>
                <a:lnTo>
                  <a:pt x="1689582" y="462279"/>
                </a:lnTo>
                <a:lnTo>
                  <a:pt x="1686725" y="451650"/>
                </a:lnTo>
                <a:lnTo>
                  <a:pt x="1699045" y="451650"/>
                </a:lnTo>
                <a:lnTo>
                  <a:pt x="1703489" y="452831"/>
                </a:lnTo>
                <a:lnTo>
                  <a:pt x="1694040" y="462279"/>
                </a:lnTo>
                <a:close/>
              </a:path>
              <a:path w="1703704" h="1703704">
                <a:moveTo>
                  <a:pt x="466725" y="1689595"/>
                </a:moveTo>
                <a:lnTo>
                  <a:pt x="462267" y="1689595"/>
                </a:lnTo>
                <a:lnTo>
                  <a:pt x="459432" y="1678930"/>
                </a:lnTo>
                <a:lnTo>
                  <a:pt x="1678927" y="459447"/>
                </a:lnTo>
                <a:lnTo>
                  <a:pt x="1689582" y="462279"/>
                </a:lnTo>
                <a:lnTo>
                  <a:pt x="1694040" y="462279"/>
                </a:lnTo>
                <a:lnTo>
                  <a:pt x="466725" y="1689595"/>
                </a:lnTo>
                <a:close/>
              </a:path>
              <a:path w="1703704" h="1703704">
                <a:moveTo>
                  <a:pt x="462267" y="1689595"/>
                </a:moveTo>
                <a:lnTo>
                  <a:pt x="451637" y="1686725"/>
                </a:lnTo>
                <a:lnTo>
                  <a:pt x="459432" y="1678930"/>
                </a:lnTo>
                <a:lnTo>
                  <a:pt x="462267" y="1689595"/>
                </a:lnTo>
                <a:close/>
              </a:path>
            </a:pathLst>
          </a:custGeom>
          <a:solidFill>
            <a:srgbClr val="253A2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1038649" y="5771337"/>
            <a:ext cx="965200" cy="961390"/>
          </a:xfrm>
          <a:custGeom>
            <a:avLst/>
            <a:gdLst/>
            <a:ahLst/>
            <a:cxnLst/>
            <a:rect l="l" t="t" r="r" b="b"/>
            <a:pathLst>
              <a:path w="965200" h="961390">
                <a:moveTo>
                  <a:pt x="964603" y="960780"/>
                </a:moveTo>
                <a:lnTo>
                  <a:pt x="0" y="702322"/>
                </a:lnTo>
                <a:lnTo>
                  <a:pt x="705116" y="0"/>
                </a:lnTo>
                <a:lnTo>
                  <a:pt x="708865" y="13881"/>
                </a:lnTo>
                <a:lnTo>
                  <a:pt x="695706" y="13881"/>
                </a:lnTo>
                <a:lnTo>
                  <a:pt x="698562" y="24456"/>
                </a:lnTo>
                <a:lnTo>
                  <a:pt x="27461" y="692899"/>
                </a:lnTo>
                <a:lnTo>
                  <a:pt x="13931" y="692899"/>
                </a:lnTo>
                <a:lnTo>
                  <a:pt x="16776" y="703541"/>
                </a:lnTo>
                <a:lnTo>
                  <a:pt x="53649" y="703541"/>
                </a:lnTo>
                <a:lnTo>
                  <a:pt x="946591" y="942814"/>
                </a:lnTo>
                <a:lnTo>
                  <a:pt x="949464" y="953452"/>
                </a:lnTo>
                <a:lnTo>
                  <a:pt x="962623" y="953452"/>
                </a:lnTo>
                <a:lnTo>
                  <a:pt x="964603" y="960780"/>
                </a:lnTo>
                <a:close/>
              </a:path>
              <a:path w="965200" h="961390">
                <a:moveTo>
                  <a:pt x="698562" y="24456"/>
                </a:moveTo>
                <a:lnTo>
                  <a:pt x="695706" y="13881"/>
                </a:lnTo>
                <a:lnTo>
                  <a:pt x="706323" y="16725"/>
                </a:lnTo>
                <a:lnTo>
                  <a:pt x="698562" y="24456"/>
                </a:lnTo>
                <a:close/>
              </a:path>
              <a:path w="965200" h="961390">
                <a:moveTo>
                  <a:pt x="962623" y="953452"/>
                </a:moveTo>
                <a:lnTo>
                  <a:pt x="949464" y="953452"/>
                </a:lnTo>
                <a:lnTo>
                  <a:pt x="957237" y="945667"/>
                </a:lnTo>
                <a:lnTo>
                  <a:pt x="946591" y="942814"/>
                </a:lnTo>
                <a:lnTo>
                  <a:pt x="698562" y="24456"/>
                </a:lnTo>
                <a:lnTo>
                  <a:pt x="706323" y="16725"/>
                </a:lnTo>
                <a:lnTo>
                  <a:pt x="695706" y="13881"/>
                </a:lnTo>
                <a:lnTo>
                  <a:pt x="708865" y="13881"/>
                </a:lnTo>
                <a:lnTo>
                  <a:pt x="962623" y="953452"/>
                </a:lnTo>
                <a:close/>
              </a:path>
              <a:path w="965200" h="961390">
                <a:moveTo>
                  <a:pt x="16776" y="703541"/>
                </a:moveTo>
                <a:lnTo>
                  <a:pt x="13931" y="692899"/>
                </a:lnTo>
                <a:lnTo>
                  <a:pt x="24593" y="695756"/>
                </a:lnTo>
                <a:lnTo>
                  <a:pt x="16776" y="703541"/>
                </a:lnTo>
                <a:close/>
              </a:path>
              <a:path w="965200" h="961390">
                <a:moveTo>
                  <a:pt x="24593" y="695756"/>
                </a:moveTo>
                <a:lnTo>
                  <a:pt x="13931" y="692899"/>
                </a:lnTo>
                <a:lnTo>
                  <a:pt x="27461" y="692899"/>
                </a:lnTo>
                <a:lnTo>
                  <a:pt x="24593" y="695756"/>
                </a:lnTo>
                <a:close/>
              </a:path>
              <a:path w="965200" h="961390">
                <a:moveTo>
                  <a:pt x="53649" y="703541"/>
                </a:moveTo>
                <a:lnTo>
                  <a:pt x="16776" y="703541"/>
                </a:lnTo>
                <a:lnTo>
                  <a:pt x="24593" y="695756"/>
                </a:lnTo>
                <a:lnTo>
                  <a:pt x="53649" y="703541"/>
                </a:lnTo>
                <a:close/>
              </a:path>
              <a:path w="965200" h="961390">
                <a:moveTo>
                  <a:pt x="949464" y="953452"/>
                </a:moveTo>
                <a:lnTo>
                  <a:pt x="946591" y="942814"/>
                </a:lnTo>
                <a:lnTo>
                  <a:pt x="957237" y="945667"/>
                </a:lnTo>
                <a:lnTo>
                  <a:pt x="949464" y="953452"/>
                </a:lnTo>
                <a:close/>
              </a:path>
            </a:pathLst>
          </a:custGeom>
          <a:solidFill>
            <a:srgbClr val="253A27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2022-02-15T06:54:42Z</dcterms:created>
  <dcterms:modified xsi:type="dcterms:W3CDTF">2022-02-15T06:54:42Z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2021-12-08T00:00:00Z</vt:filetime>
  </property>
  <property fmtid="{D5CDD505-2E9C-101B-9397-08002B2CF9AE}" pid="3" name="Creator">
    <vt:lpwstr>WPS 演示</vt:lpwstr>
  </property>
  <property fmtid="{D5CDD505-2E9C-101B-9397-08002B2CF9AE}" pid="4" name="LastSaved">
    <vt:filetime>2022-02-15T00:00:00Z</vt:filetime>
  </property>
</Properties>
</file>