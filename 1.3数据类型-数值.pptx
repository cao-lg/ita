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476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4767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30" y="3007360"/>
            <a:ext cx="10283139" cy="208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6640" y="2574035"/>
            <a:ext cx="5135880" cy="1015365"/>
          </a:xfrm>
          <a:custGeom>
            <a:avLst/>
            <a:gdLst/>
            <a:ahLst/>
            <a:cxnLst/>
            <a:rect l="l" t="t" r="r" b="b"/>
            <a:pathLst>
              <a:path w="5135880" h="1015364">
                <a:moveTo>
                  <a:pt x="0" y="0"/>
                </a:moveTo>
                <a:lnTo>
                  <a:pt x="5135879" y="0"/>
                </a:lnTo>
                <a:lnTo>
                  <a:pt x="513587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75557" y="2562339"/>
            <a:ext cx="49784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数据类型-数值</a:t>
            </a:r>
          </a:p>
        </p:txBody>
      </p:sp>
      <p:sp>
        <p:nvSpPr>
          <p:cNvPr id="4" name="object 4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080" rIns="0" bIns="0" rtlCol="0" vert="horz">
            <a:spAutoFit/>
          </a:bodyPr>
          <a:lstStyle/>
          <a:p>
            <a:pPr marL="434975" marR="266700" indent="-342900">
              <a:lnSpc>
                <a:spcPct val="150000"/>
              </a:lnSpc>
              <a:spcBef>
                <a:spcPts val="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变量命名规则</a:t>
            </a:r>
            <a:r>
              <a:rPr dirty="0" sz="2000">
                <a:latin typeface="宋体"/>
                <a:cs typeface="宋体"/>
              </a:rPr>
              <a:t>：通常由字母、数字、下划线组成，但不能以数字开头，标识符注</a:t>
            </a:r>
            <a:r>
              <a:rPr dirty="0" sz="2000">
                <a:latin typeface="宋体"/>
                <a:cs typeface="宋体"/>
              </a:rPr>
              <a:t>意 </a:t>
            </a:r>
            <a:r>
              <a:rPr dirty="0" sz="2000">
                <a:latin typeface="宋体"/>
                <a:cs typeface="宋体"/>
              </a:rPr>
              <a:t>区分大小写，不能混用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注释</a:t>
            </a:r>
            <a:r>
              <a:rPr dirty="0" sz="2000" spc="-5">
                <a:latin typeface="宋体"/>
                <a:cs typeface="宋体"/>
              </a:rPr>
              <a:t>：#</a:t>
            </a:r>
            <a:r>
              <a:rPr dirty="0" sz="2000">
                <a:latin typeface="宋体"/>
                <a:cs typeface="宋体"/>
              </a:rPr>
              <a:t>或</a:t>
            </a:r>
            <a:r>
              <a:rPr dirty="0" sz="2000" spc="-5">
                <a:latin typeface="宋体"/>
                <a:cs typeface="宋体"/>
              </a:rPr>
              <a:t>'''</a:t>
            </a:r>
            <a:r>
              <a:rPr dirty="0" sz="2000">
                <a:latin typeface="宋体"/>
                <a:cs typeface="宋体"/>
              </a:rPr>
              <a:t>号后面可以写注释，多写注释能够帮助我们理解程序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marR="269240" indent="-342900">
              <a:lnSpc>
                <a:spcPct val="150000"/>
              </a:lnSpc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输入输出</a:t>
            </a:r>
            <a:r>
              <a:rPr dirty="0" sz="2000" spc="-5">
                <a:latin typeface="宋体"/>
                <a:cs typeface="宋体"/>
              </a:rPr>
              <a:t>：input</a:t>
            </a:r>
            <a:r>
              <a:rPr dirty="0" sz="2000">
                <a:latin typeface="宋体"/>
                <a:cs typeface="宋体"/>
              </a:rPr>
              <a:t>输入</a:t>
            </a:r>
            <a:r>
              <a:rPr dirty="0" sz="2000" spc="-5">
                <a:latin typeface="宋体"/>
                <a:cs typeface="宋体"/>
              </a:rPr>
              <a:t>，print</a:t>
            </a:r>
            <a:r>
              <a:rPr dirty="0" sz="2000">
                <a:latin typeface="宋体"/>
                <a:cs typeface="宋体"/>
              </a:rPr>
              <a:t>输出。</a:t>
            </a:r>
            <a:r>
              <a:rPr dirty="0" sz="2000" spc="-5">
                <a:latin typeface="宋体"/>
                <a:cs typeface="宋体"/>
              </a:rPr>
              <a:t>input</a:t>
            </a:r>
            <a:r>
              <a:rPr dirty="0" sz="2000">
                <a:latin typeface="宋体"/>
                <a:cs typeface="宋体"/>
              </a:rPr>
              <a:t>的内容可以赋值给变量</a:t>
            </a:r>
            <a:r>
              <a:rPr dirty="0" sz="2000" spc="-5">
                <a:latin typeface="宋体"/>
                <a:cs typeface="宋体"/>
              </a:rPr>
              <a:t>，print</a:t>
            </a:r>
            <a:r>
              <a:rPr dirty="0" sz="2000">
                <a:latin typeface="宋体"/>
                <a:cs typeface="宋体"/>
              </a:rPr>
              <a:t>可以输</a:t>
            </a:r>
            <a:r>
              <a:rPr dirty="0" sz="2000" spc="5">
                <a:latin typeface="宋体"/>
                <a:cs typeface="宋体"/>
              </a:rPr>
              <a:t>出 </a:t>
            </a:r>
            <a:r>
              <a:rPr dirty="0" sz="2000">
                <a:latin typeface="宋体"/>
                <a:cs typeface="宋体"/>
              </a:rPr>
              <a:t>一个变量的值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数据类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205"/>
                </a:lnTo>
                <a:lnTo>
                  <a:pt x="36390" y="719380"/>
                </a:lnTo>
                <a:lnTo>
                  <a:pt x="9598" y="679574"/>
                </a:lnTo>
                <a:lnTo>
                  <a:pt x="0" y="630935"/>
                </a:lnTo>
                <a:lnTo>
                  <a:pt x="0" y="126491"/>
                </a:lnTo>
                <a:lnTo>
                  <a:pt x="9598" y="77372"/>
                </a:lnTo>
                <a:lnTo>
                  <a:pt x="36390" y="37247"/>
                </a:lnTo>
                <a:lnTo>
                  <a:pt x="76229" y="10122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10122"/>
                </a:lnTo>
                <a:lnTo>
                  <a:pt x="10762673" y="37247"/>
                </a:lnTo>
                <a:lnTo>
                  <a:pt x="10789465" y="77372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5" y="679574"/>
                </a:lnTo>
                <a:lnTo>
                  <a:pt x="10762673" y="719380"/>
                </a:lnTo>
                <a:lnTo>
                  <a:pt x="10722834" y="746205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439608"/>
            <a:ext cx="42284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print()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输出以下会计分录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348" y="4881245"/>
            <a:ext cx="10765180" cy="1007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81125" y="5320029"/>
            <a:ext cx="967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这笔分录的文字部分是字符串，数字部分是数值，那么，Python支持哪些数据类型呢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5154" y="4844719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宋体"/>
                <a:cs typeface="宋体"/>
              </a:rPr>
              <a:t>?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2819400"/>
            <a:ext cx="4745990" cy="1658620"/>
          </a:xfrm>
          <a:custGeom>
            <a:avLst/>
            <a:gdLst/>
            <a:ahLst/>
            <a:cxnLst/>
            <a:rect l="l" t="t" r="r" b="b"/>
            <a:pathLst>
              <a:path w="4745990" h="1658620">
                <a:moveTo>
                  <a:pt x="4469892" y="1658112"/>
                </a:moveTo>
                <a:lnTo>
                  <a:pt x="275844" y="1658112"/>
                </a:lnTo>
                <a:lnTo>
                  <a:pt x="226155" y="1653624"/>
                </a:lnTo>
                <a:lnTo>
                  <a:pt x="179399" y="1640768"/>
                </a:lnTo>
                <a:lnTo>
                  <a:pt x="136358" y="1620328"/>
                </a:lnTo>
                <a:lnTo>
                  <a:pt x="97816" y="1593085"/>
                </a:lnTo>
                <a:lnTo>
                  <a:pt x="64555" y="1559825"/>
                </a:lnTo>
                <a:lnTo>
                  <a:pt x="37360" y="1521330"/>
                </a:lnTo>
                <a:lnTo>
                  <a:pt x="17014" y="1478383"/>
                </a:lnTo>
                <a:lnTo>
                  <a:pt x="4299" y="1431768"/>
                </a:lnTo>
                <a:lnTo>
                  <a:pt x="0" y="1382267"/>
                </a:lnTo>
                <a:lnTo>
                  <a:pt x="0" y="277368"/>
                </a:lnTo>
                <a:lnTo>
                  <a:pt x="4299" y="227564"/>
                </a:lnTo>
                <a:lnTo>
                  <a:pt x="17014" y="180709"/>
                </a:lnTo>
                <a:lnTo>
                  <a:pt x="37360" y="137572"/>
                </a:lnTo>
                <a:lnTo>
                  <a:pt x="64555" y="98924"/>
                </a:lnTo>
                <a:lnTo>
                  <a:pt x="97816" y="65536"/>
                </a:lnTo>
                <a:lnTo>
                  <a:pt x="136358" y="38179"/>
                </a:lnTo>
                <a:lnTo>
                  <a:pt x="179399" y="17623"/>
                </a:lnTo>
                <a:lnTo>
                  <a:pt x="226155" y="4640"/>
                </a:lnTo>
                <a:lnTo>
                  <a:pt x="275844" y="0"/>
                </a:lnTo>
                <a:lnTo>
                  <a:pt x="4469892" y="0"/>
                </a:lnTo>
                <a:lnTo>
                  <a:pt x="4519354" y="4640"/>
                </a:lnTo>
                <a:lnTo>
                  <a:pt x="4565941" y="17623"/>
                </a:lnTo>
                <a:lnTo>
                  <a:pt x="4608869" y="38179"/>
                </a:lnTo>
                <a:lnTo>
                  <a:pt x="4647355" y="65536"/>
                </a:lnTo>
                <a:lnTo>
                  <a:pt x="4680615" y="98924"/>
                </a:lnTo>
                <a:lnTo>
                  <a:pt x="4707867" y="137572"/>
                </a:lnTo>
                <a:lnTo>
                  <a:pt x="4728326" y="180709"/>
                </a:lnTo>
                <a:lnTo>
                  <a:pt x="4741210" y="227564"/>
                </a:lnTo>
                <a:lnTo>
                  <a:pt x="4745735" y="277368"/>
                </a:lnTo>
                <a:lnTo>
                  <a:pt x="4745735" y="1382267"/>
                </a:lnTo>
                <a:lnTo>
                  <a:pt x="4741210" y="1431768"/>
                </a:lnTo>
                <a:lnTo>
                  <a:pt x="4728326" y="1478383"/>
                </a:lnTo>
                <a:lnTo>
                  <a:pt x="4707867" y="1521330"/>
                </a:lnTo>
                <a:lnTo>
                  <a:pt x="4680615" y="1559825"/>
                </a:lnTo>
                <a:lnTo>
                  <a:pt x="4647355" y="1593085"/>
                </a:lnTo>
                <a:lnTo>
                  <a:pt x="4608869" y="1620328"/>
                </a:lnTo>
                <a:lnTo>
                  <a:pt x="4565941" y="1640768"/>
                </a:lnTo>
                <a:lnTo>
                  <a:pt x="4519354" y="1653624"/>
                </a:lnTo>
                <a:lnTo>
                  <a:pt x="4469892" y="165811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8451" y="2758439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7511" y="379476"/>
                </a:moveTo>
                <a:lnTo>
                  <a:pt x="62484" y="379476"/>
                </a:lnTo>
                <a:lnTo>
                  <a:pt x="38220" y="374284"/>
                </a:lnTo>
                <a:lnTo>
                  <a:pt x="18321" y="360583"/>
                </a:lnTo>
                <a:lnTo>
                  <a:pt x="4882" y="340326"/>
                </a:lnTo>
                <a:lnTo>
                  <a:pt x="0" y="315468"/>
                </a:lnTo>
                <a:lnTo>
                  <a:pt x="0" y="62484"/>
                </a:lnTo>
                <a:lnTo>
                  <a:pt x="4882" y="38292"/>
                </a:lnTo>
                <a:lnTo>
                  <a:pt x="18321" y="18416"/>
                </a:lnTo>
                <a:lnTo>
                  <a:pt x="38220" y="4953"/>
                </a:lnTo>
                <a:lnTo>
                  <a:pt x="62484" y="0"/>
                </a:lnTo>
                <a:lnTo>
                  <a:pt x="667511" y="0"/>
                </a:lnTo>
                <a:lnTo>
                  <a:pt x="692513" y="4953"/>
                </a:lnTo>
                <a:lnTo>
                  <a:pt x="712817" y="18416"/>
                </a:lnTo>
                <a:lnTo>
                  <a:pt x="726471" y="38292"/>
                </a:lnTo>
                <a:lnTo>
                  <a:pt x="731520" y="62484"/>
                </a:lnTo>
                <a:lnTo>
                  <a:pt x="731520" y="315468"/>
                </a:lnTo>
                <a:lnTo>
                  <a:pt x="726471" y="340326"/>
                </a:lnTo>
                <a:lnTo>
                  <a:pt x="712817" y="360583"/>
                </a:lnTo>
                <a:lnTo>
                  <a:pt x="692513" y="374284"/>
                </a:lnTo>
                <a:lnTo>
                  <a:pt x="667511" y="3794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2238" y="278583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7905" y="3267075"/>
            <a:ext cx="39878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输出会计分</a:t>
            </a:r>
            <a:r>
              <a:rPr dirty="0" sz="1600" spc="-5">
                <a:latin typeface="宋体"/>
                <a:cs typeface="宋体"/>
              </a:rPr>
              <a:t>录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借：销售费用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工资</a:t>
            </a:r>
            <a:r>
              <a:rPr dirty="0" sz="1600" spc="-5">
                <a:latin typeface="宋体"/>
                <a:cs typeface="宋体"/>
              </a:rPr>
              <a:t>',30000.0)  </a:t>
            </a: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贷：应付职工薪酬—工资</a:t>
            </a:r>
            <a:r>
              <a:rPr dirty="0" sz="1600" spc="-5">
                <a:latin typeface="宋体"/>
                <a:cs typeface="宋体"/>
              </a:rPr>
              <a:t>',30000.0)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5911" y="2834639"/>
            <a:ext cx="4399915" cy="1658620"/>
          </a:xfrm>
          <a:custGeom>
            <a:avLst/>
            <a:gdLst/>
            <a:ahLst/>
            <a:cxnLst/>
            <a:rect l="l" t="t" r="r" b="b"/>
            <a:pathLst>
              <a:path w="4399915" h="1658620">
                <a:moveTo>
                  <a:pt x="4122420" y="1658112"/>
                </a:moveTo>
                <a:lnTo>
                  <a:pt x="277368" y="1658112"/>
                </a:lnTo>
                <a:lnTo>
                  <a:pt x="227523" y="1653579"/>
                </a:lnTo>
                <a:lnTo>
                  <a:pt x="180638" y="1640691"/>
                </a:lnTo>
                <a:lnTo>
                  <a:pt x="137481" y="1620229"/>
                </a:lnTo>
                <a:lnTo>
                  <a:pt x="98824" y="1592977"/>
                </a:lnTo>
                <a:lnTo>
                  <a:pt x="65437" y="1559717"/>
                </a:lnTo>
                <a:lnTo>
                  <a:pt x="38091" y="1521234"/>
                </a:lnTo>
                <a:lnTo>
                  <a:pt x="17556" y="1478309"/>
                </a:lnTo>
                <a:lnTo>
                  <a:pt x="4602" y="1431726"/>
                </a:lnTo>
                <a:lnTo>
                  <a:pt x="0" y="1382268"/>
                </a:lnTo>
                <a:lnTo>
                  <a:pt x="0" y="277368"/>
                </a:lnTo>
                <a:lnTo>
                  <a:pt x="4602" y="227561"/>
                </a:lnTo>
                <a:lnTo>
                  <a:pt x="17556" y="180704"/>
                </a:lnTo>
                <a:lnTo>
                  <a:pt x="38091" y="137566"/>
                </a:lnTo>
                <a:lnTo>
                  <a:pt x="65437" y="98918"/>
                </a:lnTo>
                <a:lnTo>
                  <a:pt x="98824" y="65531"/>
                </a:lnTo>
                <a:lnTo>
                  <a:pt x="137481" y="38176"/>
                </a:lnTo>
                <a:lnTo>
                  <a:pt x="180638" y="17621"/>
                </a:lnTo>
                <a:lnTo>
                  <a:pt x="227523" y="4639"/>
                </a:lnTo>
                <a:lnTo>
                  <a:pt x="277368" y="0"/>
                </a:lnTo>
                <a:lnTo>
                  <a:pt x="4122420" y="0"/>
                </a:lnTo>
                <a:lnTo>
                  <a:pt x="4172226" y="4639"/>
                </a:lnTo>
                <a:lnTo>
                  <a:pt x="4219083" y="17621"/>
                </a:lnTo>
                <a:lnTo>
                  <a:pt x="4262221" y="38176"/>
                </a:lnTo>
                <a:lnTo>
                  <a:pt x="4300869" y="65531"/>
                </a:lnTo>
                <a:lnTo>
                  <a:pt x="4334256" y="98918"/>
                </a:lnTo>
                <a:lnTo>
                  <a:pt x="4361611" y="137566"/>
                </a:lnTo>
                <a:lnTo>
                  <a:pt x="4382166" y="180704"/>
                </a:lnTo>
                <a:lnTo>
                  <a:pt x="4395148" y="227561"/>
                </a:lnTo>
                <a:lnTo>
                  <a:pt x="4399788" y="277368"/>
                </a:lnTo>
                <a:lnTo>
                  <a:pt x="4399788" y="1382268"/>
                </a:lnTo>
                <a:lnTo>
                  <a:pt x="4395148" y="1431726"/>
                </a:lnTo>
                <a:lnTo>
                  <a:pt x="4382166" y="1478309"/>
                </a:lnTo>
                <a:lnTo>
                  <a:pt x="4361611" y="1521234"/>
                </a:lnTo>
                <a:lnTo>
                  <a:pt x="4334256" y="1559717"/>
                </a:lnTo>
                <a:lnTo>
                  <a:pt x="4300869" y="1592977"/>
                </a:lnTo>
                <a:lnTo>
                  <a:pt x="4262221" y="1620229"/>
                </a:lnTo>
                <a:lnTo>
                  <a:pt x="4219083" y="1640691"/>
                </a:lnTo>
                <a:lnTo>
                  <a:pt x="4172226" y="1653579"/>
                </a:lnTo>
                <a:lnTo>
                  <a:pt x="4122420" y="16581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449819" y="3080944"/>
            <a:ext cx="3073400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借：销售费用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工</a:t>
            </a:r>
            <a:r>
              <a:rPr dirty="0" sz="1600" spc="-5">
                <a:latin typeface="宋体"/>
                <a:cs typeface="宋体"/>
              </a:rPr>
              <a:t>资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30000.0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贷：应付职工薪酬—工</a:t>
            </a:r>
            <a:r>
              <a:rPr dirty="0" sz="1600" spc="-5">
                <a:latin typeface="宋体"/>
                <a:cs typeface="宋体"/>
              </a:rPr>
              <a:t>资</a:t>
            </a:r>
            <a:r>
              <a:rPr dirty="0" sz="1600" spc="-7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30000.0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51220" y="3172967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19" y="950976"/>
                </a:moveTo>
                <a:lnTo>
                  <a:pt x="274319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19" y="237743"/>
                </a:lnTo>
                <a:lnTo>
                  <a:pt x="274319" y="0"/>
                </a:lnTo>
                <a:lnTo>
                  <a:pt x="548639" y="475487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数据类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512" y="1194816"/>
            <a:ext cx="10800715" cy="757555"/>
          </a:xfrm>
          <a:custGeom>
            <a:avLst/>
            <a:gdLst/>
            <a:ahLst/>
            <a:cxnLst/>
            <a:rect l="l" t="t" r="r" b="b"/>
            <a:pathLst>
              <a:path w="10800715" h="757555">
                <a:moveTo>
                  <a:pt x="10674096" y="757428"/>
                </a:moveTo>
                <a:lnTo>
                  <a:pt x="126492" y="757428"/>
                </a:lnTo>
                <a:lnTo>
                  <a:pt x="77443" y="747091"/>
                </a:lnTo>
                <a:lnTo>
                  <a:pt x="37342" y="719894"/>
                </a:lnTo>
                <a:lnTo>
                  <a:pt x="10193" y="679841"/>
                </a:lnTo>
                <a:lnTo>
                  <a:pt x="0" y="630936"/>
                </a:lnTo>
                <a:lnTo>
                  <a:pt x="0" y="126492"/>
                </a:lnTo>
                <a:lnTo>
                  <a:pt x="10193" y="77586"/>
                </a:lnTo>
                <a:lnTo>
                  <a:pt x="37342" y="37533"/>
                </a:lnTo>
                <a:lnTo>
                  <a:pt x="77443" y="10336"/>
                </a:lnTo>
                <a:lnTo>
                  <a:pt x="126492" y="0"/>
                </a:lnTo>
                <a:lnTo>
                  <a:pt x="10674096" y="0"/>
                </a:lnTo>
                <a:lnTo>
                  <a:pt x="10723424" y="10336"/>
                </a:lnTo>
                <a:lnTo>
                  <a:pt x="10763621" y="37533"/>
                </a:lnTo>
                <a:lnTo>
                  <a:pt x="10790678" y="77586"/>
                </a:lnTo>
                <a:lnTo>
                  <a:pt x="10800588" y="126492"/>
                </a:lnTo>
                <a:lnTo>
                  <a:pt x="10800588" y="630936"/>
                </a:lnTo>
                <a:lnTo>
                  <a:pt x="10790678" y="679841"/>
                </a:lnTo>
                <a:lnTo>
                  <a:pt x="10763621" y="719894"/>
                </a:lnTo>
                <a:lnTo>
                  <a:pt x="10723424" y="747091"/>
                </a:lnTo>
                <a:lnTo>
                  <a:pt x="10674096" y="757428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5060" y="1424787"/>
            <a:ext cx="434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Python中常见的数据类型有如下几种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7512" y="2535935"/>
            <a:ext cx="10800715" cy="2733040"/>
          </a:xfrm>
          <a:custGeom>
            <a:avLst/>
            <a:gdLst/>
            <a:ahLst/>
            <a:cxnLst/>
            <a:rect l="l" t="t" r="r" b="b"/>
            <a:pathLst>
              <a:path w="10800715" h="2733040">
                <a:moveTo>
                  <a:pt x="10344912" y="2732531"/>
                </a:moveTo>
                <a:lnTo>
                  <a:pt x="455675" y="2732531"/>
                </a:lnTo>
                <a:lnTo>
                  <a:pt x="409044" y="2730091"/>
                </a:lnTo>
                <a:lnTo>
                  <a:pt x="363766" y="2723112"/>
                </a:lnTo>
                <a:lnTo>
                  <a:pt x="320071" y="2711823"/>
                </a:lnTo>
                <a:lnTo>
                  <a:pt x="278186" y="2696453"/>
                </a:lnTo>
                <a:lnTo>
                  <a:pt x="238341" y="2677230"/>
                </a:lnTo>
                <a:lnTo>
                  <a:pt x="200763" y="2654382"/>
                </a:lnTo>
                <a:lnTo>
                  <a:pt x="165682" y="2628139"/>
                </a:lnTo>
                <a:lnTo>
                  <a:pt x="133326" y="2598729"/>
                </a:lnTo>
                <a:lnTo>
                  <a:pt x="103923" y="2566380"/>
                </a:lnTo>
                <a:lnTo>
                  <a:pt x="77702" y="2531321"/>
                </a:lnTo>
                <a:lnTo>
                  <a:pt x="54892" y="2493781"/>
                </a:lnTo>
                <a:lnTo>
                  <a:pt x="35721" y="2453988"/>
                </a:lnTo>
                <a:lnTo>
                  <a:pt x="20418" y="2412170"/>
                </a:lnTo>
                <a:lnTo>
                  <a:pt x="9211" y="2368556"/>
                </a:lnTo>
                <a:lnTo>
                  <a:pt x="2329" y="2323375"/>
                </a:lnTo>
                <a:lnTo>
                  <a:pt x="0" y="2276855"/>
                </a:lnTo>
                <a:lnTo>
                  <a:pt x="0" y="455675"/>
                </a:lnTo>
                <a:lnTo>
                  <a:pt x="2329" y="408999"/>
                </a:lnTo>
                <a:lnTo>
                  <a:pt x="9211" y="363683"/>
                </a:lnTo>
                <a:lnTo>
                  <a:pt x="20418" y="319955"/>
                </a:lnTo>
                <a:lnTo>
                  <a:pt x="35721" y="278043"/>
                </a:lnTo>
                <a:lnTo>
                  <a:pt x="54892" y="238177"/>
                </a:lnTo>
                <a:lnTo>
                  <a:pt x="77702" y="200584"/>
                </a:lnTo>
                <a:lnTo>
                  <a:pt x="103923" y="165494"/>
                </a:lnTo>
                <a:lnTo>
                  <a:pt x="133326" y="133135"/>
                </a:lnTo>
                <a:lnTo>
                  <a:pt x="165682" y="103735"/>
                </a:lnTo>
                <a:lnTo>
                  <a:pt x="200763" y="77524"/>
                </a:lnTo>
                <a:lnTo>
                  <a:pt x="238341" y="54728"/>
                </a:lnTo>
                <a:lnTo>
                  <a:pt x="278186" y="35578"/>
                </a:lnTo>
                <a:lnTo>
                  <a:pt x="320071" y="20302"/>
                </a:lnTo>
                <a:lnTo>
                  <a:pt x="363766" y="9128"/>
                </a:lnTo>
                <a:lnTo>
                  <a:pt x="409044" y="2284"/>
                </a:lnTo>
                <a:lnTo>
                  <a:pt x="455675" y="0"/>
                </a:lnTo>
                <a:lnTo>
                  <a:pt x="10344912" y="0"/>
                </a:lnTo>
                <a:lnTo>
                  <a:pt x="10391409" y="2284"/>
                </a:lnTo>
                <a:lnTo>
                  <a:pt x="10436571" y="9128"/>
                </a:lnTo>
                <a:lnTo>
                  <a:pt x="10480168" y="20302"/>
                </a:lnTo>
                <a:lnTo>
                  <a:pt x="10521972" y="35578"/>
                </a:lnTo>
                <a:lnTo>
                  <a:pt x="10561755" y="54728"/>
                </a:lnTo>
                <a:lnTo>
                  <a:pt x="10599288" y="77524"/>
                </a:lnTo>
                <a:lnTo>
                  <a:pt x="10634343" y="103735"/>
                </a:lnTo>
                <a:lnTo>
                  <a:pt x="10666690" y="133135"/>
                </a:lnTo>
                <a:lnTo>
                  <a:pt x="10696101" y="165494"/>
                </a:lnTo>
                <a:lnTo>
                  <a:pt x="10722349" y="200584"/>
                </a:lnTo>
                <a:lnTo>
                  <a:pt x="10745204" y="238177"/>
                </a:lnTo>
                <a:lnTo>
                  <a:pt x="10764437" y="278043"/>
                </a:lnTo>
                <a:lnTo>
                  <a:pt x="10779821" y="319955"/>
                </a:lnTo>
                <a:lnTo>
                  <a:pt x="10791126" y="363683"/>
                </a:lnTo>
                <a:lnTo>
                  <a:pt x="10798125" y="408999"/>
                </a:lnTo>
                <a:lnTo>
                  <a:pt x="10800588" y="455675"/>
                </a:lnTo>
                <a:lnTo>
                  <a:pt x="10800588" y="2276855"/>
                </a:lnTo>
                <a:lnTo>
                  <a:pt x="10798125" y="2323375"/>
                </a:lnTo>
                <a:lnTo>
                  <a:pt x="10791126" y="2368556"/>
                </a:lnTo>
                <a:lnTo>
                  <a:pt x="10779821" y="2412170"/>
                </a:lnTo>
                <a:lnTo>
                  <a:pt x="10764437" y="2453988"/>
                </a:lnTo>
                <a:lnTo>
                  <a:pt x="10745204" y="2493781"/>
                </a:lnTo>
                <a:lnTo>
                  <a:pt x="10722349" y="2531321"/>
                </a:lnTo>
                <a:lnTo>
                  <a:pt x="10696101" y="2566380"/>
                </a:lnTo>
                <a:lnTo>
                  <a:pt x="10666690" y="2598729"/>
                </a:lnTo>
                <a:lnTo>
                  <a:pt x="10634343" y="2628139"/>
                </a:lnTo>
                <a:lnTo>
                  <a:pt x="10599288" y="2654382"/>
                </a:lnTo>
                <a:lnTo>
                  <a:pt x="10561755" y="2677230"/>
                </a:lnTo>
                <a:lnTo>
                  <a:pt x="10521972" y="2696453"/>
                </a:lnTo>
                <a:lnTo>
                  <a:pt x="10480168" y="2711823"/>
                </a:lnTo>
                <a:lnTo>
                  <a:pt x="10436571" y="2723112"/>
                </a:lnTo>
                <a:lnTo>
                  <a:pt x="10391409" y="2730091"/>
                </a:lnTo>
                <a:lnTo>
                  <a:pt x="10344912" y="2732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1034" y="2529204"/>
            <a:ext cx="10812780" cy="2743200"/>
          </a:xfrm>
          <a:custGeom>
            <a:avLst/>
            <a:gdLst/>
            <a:ahLst/>
            <a:cxnLst/>
            <a:rect l="l" t="t" r="r" b="b"/>
            <a:pathLst>
              <a:path w="10812780" h="2743200">
                <a:moveTo>
                  <a:pt x="10466412" y="12700"/>
                </a:moveTo>
                <a:lnTo>
                  <a:pt x="346367" y="12700"/>
                </a:lnTo>
                <a:lnTo>
                  <a:pt x="357479" y="0"/>
                </a:lnTo>
                <a:lnTo>
                  <a:pt x="10455300" y="0"/>
                </a:lnTo>
                <a:lnTo>
                  <a:pt x="10466412" y="12700"/>
                </a:lnTo>
                <a:close/>
              </a:path>
              <a:path w="10812780" h="2743200">
                <a:moveTo>
                  <a:pt x="349453" y="25400"/>
                </a:moveTo>
                <a:lnTo>
                  <a:pt x="302996" y="25400"/>
                </a:lnTo>
                <a:lnTo>
                  <a:pt x="313664" y="12700"/>
                </a:lnTo>
                <a:lnTo>
                  <a:pt x="360413" y="12700"/>
                </a:lnTo>
                <a:lnTo>
                  <a:pt x="349453" y="25400"/>
                </a:lnTo>
                <a:close/>
              </a:path>
              <a:path w="10812780" h="2743200">
                <a:moveTo>
                  <a:pt x="10509783" y="25400"/>
                </a:moveTo>
                <a:lnTo>
                  <a:pt x="10463326" y="25400"/>
                </a:lnTo>
                <a:lnTo>
                  <a:pt x="10452366" y="12700"/>
                </a:lnTo>
                <a:lnTo>
                  <a:pt x="10499115" y="12700"/>
                </a:lnTo>
                <a:lnTo>
                  <a:pt x="10509783" y="25400"/>
                </a:lnTo>
                <a:close/>
              </a:path>
              <a:path w="10812780" h="2743200">
                <a:moveTo>
                  <a:pt x="307289" y="38100"/>
                </a:moveTo>
                <a:lnTo>
                  <a:pt x="271729" y="38100"/>
                </a:lnTo>
                <a:lnTo>
                  <a:pt x="282016" y="25400"/>
                </a:lnTo>
                <a:lnTo>
                  <a:pt x="317804" y="25400"/>
                </a:lnTo>
                <a:lnTo>
                  <a:pt x="307289" y="38100"/>
                </a:lnTo>
                <a:close/>
              </a:path>
              <a:path w="10812780" h="2743200">
                <a:moveTo>
                  <a:pt x="10541050" y="38100"/>
                </a:moveTo>
                <a:lnTo>
                  <a:pt x="10505490" y="38100"/>
                </a:lnTo>
                <a:lnTo>
                  <a:pt x="10494975" y="25400"/>
                </a:lnTo>
                <a:lnTo>
                  <a:pt x="10530763" y="25400"/>
                </a:lnTo>
                <a:lnTo>
                  <a:pt x="10541050" y="38100"/>
                </a:lnTo>
                <a:close/>
              </a:path>
              <a:path w="10812780" h="2743200">
                <a:moveTo>
                  <a:pt x="276885" y="50800"/>
                </a:moveTo>
                <a:lnTo>
                  <a:pt x="241655" y="50800"/>
                </a:lnTo>
                <a:lnTo>
                  <a:pt x="251536" y="38100"/>
                </a:lnTo>
                <a:lnTo>
                  <a:pt x="287032" y="38100"/>
                </a:lnTo>
                <a:lnTo>
                  <a:pt x="276885" y="50800"/>
                </a:lnTo>
                <a:close/>
              </a:path>
              <a:path w="10812780" h="2743200">
                <a:moveTo>
                  <a:pt x="10571124" y="50800"/>
                </a:moveTo>
                <a:lnTo>
                  <a:pt x="10535894" y="50800"/>
                </a:lnTo>
                <a:lnTo>
                  <a:pt x="10525747" y="38100"/>
                </a:lnTo>
                <a:lnTo>
                  <a:pt x="10561243" y="38100"/>
                </a:lnTo>
                <a:lnTo>
                  <a:pt x="10571124" y="50800"/>
                </a:lnTo>
                <a:close/>
              </a:path>
              <a:path w="10812780" h="2743200">
                <a:moveTo>
                  <a:pt x="247650" y="63500"/>
                </a:moveTo>
                <a:lnTo>
                  <a:pt x="222313" y="63500"/>
                </a:lnTo>
                <a:lnTo>
                  <a:pt x="231914" y="50800"/>
                </a:lnTo>
                <a:lnTo>
                  <a:pt x="257390" y="50800"/>
                </a:lnTo>
                <a:lnTo>
                  <a:pt x="247650" y="63500"/>
                </a:lnTo>
                <a:close/>
              </a:path>
              <a:path w="10812780" h="2743200">
                <a:moveTo>
                  <a:pt x="10590466" y="63500"/>
                </a:moveTo>
                <a:lnTo>
                  <a:pt x="10565130" y="63500"/>
                </a:lnTo>
                <a:lnTo>
                  <a:pt x="10555376" y="50800"/>
                </a:lnTo>
                <a:lnTo>
                  <a:pt x="10580865" y="50800"/>
                </a:lnTo>
                <a:lnTo>
                  <a:pt x="10590466" y="63500"/>
                </a:lnTo>
                <a:close/>
              </a:path>
              <a:path w="10812780" h="2743200">
                <a:moveTo>
                  <a:pt x="228841" y="76200"/>
                </a:moveTo>
                <a:lnTo>
                  <a:pt x="203581" y="76200"/>
                </a:lnTo>
                <a:lnTo>
                  <a:pt x="212877" y="63500"/>
                </a:lnTo>
                <a:lnTo>
                  <a:pt x="238302" y="63500"/>
                </a:lnTo>
                <a:lnTo>
                  <a:pt x="228841" y="76200"/>
                </a:lnTo>
                <a:close/>
              </a:path>
              <a:path w="10812780" h="2743200">
                <a:moveTo>
                  <a:pt x="10609199" y="76200"/>
                </a:moveTo>
                <a:lnTo>
                  <a:pt x="10583938" y="76200"/>
                </a:lnTo>
                <a:lnTo>
                  <a:pt x="10574464" y="63500"/>
                </a:lnTo>
                <a:lnTo>
                  <a:pt x="10599902" y="63500"/>
                </a:lnTo>
                <a:lnTo>
                  <a:pt x="10609199" y="76200"/>
                </a:lnTo>
                <a:close/>
              </a:path>
              <a:path w="10812780" h="2743200">
                <a:moveTo>
                  <a:pt x="210629" y="88900"/>
                </a:moveTo>
                <a:lnTo>
                  <a:pt x="185483" y="88900"/>
                </a:lnTo>
                <a:lnTo>
                  <a:pt x="194449" y="76200"/>
                </a:lnTo>
                <a:lnTo>
                  <a:pt x="219786" y="76200"/>
                </a:lnTo>
                <a:lnTo>
                  <a:pt x="210629" y="88900"/>
                </a:lnTo>
                <a:close/>
              </a:path>
              <a:path w="10812780" h="2743200">
                <a:moveTo>
                  <a:pt x="10627296" y="88900"/>
                </a:moveTo>
                <a:lnTo>
                  <a:pt x="10602150" y="88900"/>
                </a:lnTo>
                <a:lnTo>
                  <a:pt x="10592993" y="76200"/>
                </a:lnTo>
                <a:lnTo>
                  <a:pt x="10618330" y="76200"/>
                </a:lnTo>
                <a:lnTo>
                  <a:pt x="10627296" y="88900"/>
                </a:lnTo>
                <a:close/>
              </a:path>
              <a:path w="10812780" h="2743200">
                <a:moveTo>
                  <a:pt x="193027" y="101600"/>
                </a:moveTo>
                <a:lnTo>
                  <a:pt x="168033" y="101600"/>
                </a:lnTo>
                <a:lnTo>
                  <a:pt x="176669" y="88900"/>
                </a:lnTo>
                <a:lnTo>
                  <a:pt x="201866" y="88900"/>
                </a:lnTo>
                <a:lnTo>
                  <a:pt x="193027" y="101600"/>
                </a:lnTo>
                <a:close/>
              </a:path>
              <a:path w="10812780" h="2743200">
                <a:moveTo>
                  <a:pt x="10644746" y="101600"/>
                </a:moveTo>
                <a:lnTo>
                  <a:pt x="10619752" y="101600"/>
                </a:lnTo>
                <a:lnTo>
                  <a:pt x="10610913" y="88900"/>
                </a:lnTo>
                <a:lnTo>
                  <a:pt x="10636110" y="88900"/>
                </a:lnTo>
                <a:lnTo>
                  <a:pt x="10644746" y="101600"/>
                </a:lnTo>
                <a:close/>
              </a:path>
              <a:path w="10812780" h="2743200">
                <a:moveTo>
                  <a:pt x="159765" y="127000"/>
                </a:moveTo>
                <a:lnTo>
                  <a:pt x="143167" y="127000"/>
                </a:lnTo>
                <a:lnTo>
                  <a:pt x="151282" y="114300"/>
                </a:lnTo>
                <a:lnTo>
                  <a:pt x="159575" y="101600"/>
                </a:lnTo>
                <a:lnTo>
                  <a:pt x="184581" y="101600"/>
                </a:lnTo>
                <a:lnTo>
                  <a:pt x="176060" y="114300"/>
                </a:lnTo>
                <a:lnTo>
                  <a:pt x="167944" y="114300"/>
                </a:lnTo>
                <a:lnTo>
                  <a:pt x="159765" y="127000"/>
                </a:lnTo>
                <a:close/>
              </a:path>
              <a:path w="10812780" h="2743200">
                <a:moveTo>
                  <a:pt x="10669612" y="127000"/>
                </a:moveTo>
                <a:lnTo>
                  <a:pt x="10653014" y="127000"/>
                </a:lnTo>
                <a:lnTo>
                  <a:pt x="10644835" y="114300"/>
                </a:lnTo>
                <a:lnTo>
                  <a:pt x="10636719" y="114300"/>
                </a:lnTo>
                <a:lnTo>
                  <a:pt x="10628198" y="101600"/>
                </a:lnTo>
                <a:lnTo>
                  <a:pt x="10653204" y="101600"/>
                </a:lnTo>
                <a:lnTo>
                  <a:pt x="10661497" y="114300"/>
                </a:lnTo>
                <a:lnTo>
                  <a:pt x="10669612" y="127000"/>
                </a:lnTo>
                <a:close/>
              </a:path>
              <a:path w="10812780" h="2743200">
                <a:moveTo>
                  <a:pt x="144170" y="139700"/>
                </a:moveTo>
                <a:lnTo>
                  <a:pt x="127508" y="139700"/>
                </a:lnTo>
                <a:lnTo>
                  <a:pt x="135242" y="127000"/>
                </a:lnTo>
                <a:lnTo>
                  <a:pt x="151993" y="127000"/>
                </a:lnTo>
                <a:lnTo>
                  <a:pt x="144170" y="139700"/>
                </a:lnTo>
                <a:close/>
              </a:path>
              <a:path w="10812780" h="2743200">
                <a:moveTo>
                  <a:pt x="10685272" y="139700"/>
                </a:moveTo>
                <a:lnTo>
                  <a:pt x="10668609" y="139700"/>
                </a:lnTo>
                <a:lnTo>
                  <a:pt x="10660786" y="127000"/>
                </a:lnTo>
                <a:lnTo>
                  <a:pt x="10677537" y="127000"/>
                </a:lnTo>
                <a:lnTo>
                  <a:pt x="10685272" y="139700"/>
                </a:lnTo>
                <a:close/>
              </a:path>
              <a:path w="10812780" h="2743200">
                <a:moveTo>
                  <a:pt x="122148" y="165100"/>
                </a:moveTo>
                <a:lnTo>
                  <a:pt x="105448" y="165100"/>
                </a:lnTo>
                <a:lnTo>
                  <a:pt x="112598" y="152400"/>
                </a:lnTo>
                <a:lnTo>
                  <a:pt x="119951" y="139700"/>
                </a:lnTo>
                <a:lnTo>
                  <a:pt x="136753" y="139700"/>
                </a:lnTo>
                <a:lnTo>
                  <a:pt x="129298" y="152400"/>
                </a:lnTo>
                <a:lnTo>
                  <a:pt x="122148" y="165100"/>
                </a:lnTo>
                <a:close/>
              </a:path>
              <a:path w="10812780" h="2743200">
                <a:moveTo>
                  <a:pt x="10707331" y="165100"/>
                </a:moveTo>
                <a:lnTo>
                  <a:pt x="10690631" y="165100"/>
                </a:lnTo>
                <a:lnTo>
                  <a:pt x="10683367" y="152400"/>
                </a:lnTo>
                <a:lnTo>
                  <a:pt x="10676026" y="139700"/>
                </a:lnTo>
                <a:lnTo>
                  <a:pt x="10692815" y="139700"/>
                </a:lnTo>
                <a:lnTo>
                  <a:pt x="10700181" y="152400"/>
                </a:lnTo>
                <a:lnTo>
                  <a:pt x="10707331" y="165100"/>
                </a:lnTo>
                <a:close/>
              </a:path>
              <a:path w="10812780" h="2743200">
                <a:moveTo>
                  <a:pt x="89344" y="203200"/>
                </a:moveTo>
                <a:lnTo>
                  <a:pt x="78867" y="203200"/>
                </a:lnTo>
                <a:lnTo>
                  <a:pt x="85191" y="190500"/>
                </a:lnTo>
                <a:lnTo>
                  <a:pt x="91732" y="177800"/>
                </a:lnTo>
                <a:lnTo>
                  <a:pt x="98488" y="165100"/>
                </a:lnTo>
                <a:lnTo>
                  <a:pt x="115290" y="165100"/>
                </a:lnTo>
                <a:lnTo>
                  <a:pt x="108432" y="177800"/>
                </a:lnTo>
                <a:lnTo>
                  <a:pt x="101866" y="190500"/>
                </a:lnTo>
                <a:lnTo>
                  <a:pt x="95592" y="190500"/>
                </a:lnTo>
                <a:lnTo>
                  <a:pt x="89344" y="203200"/>
                </a:lnTo>
                <a:close/>
              </a:path>
              <a:path w="10812780" h="2743200">
                <a:moveTo>
                  <a:pt x="10733913" y="203200"/>
                </a:moveTo>
                <a:lnTo>
                  <a:pt x="10723435" y="203200"/>
                </a:lnTo>
                <a:lnTo>
                  <a:pt x="10717187" y="190500"/>
                </a:lnTo>
                <a:lnTo>
                  <a:pt x="10710913" y="190500"/>
                </a:lnTo>
                <a:lnTo>
                  <a:pt x="10704258" y="177800"/>
                </a:lnTo>
                <a:lnTo>
                  <a:pt x="10697489" y="165100"/>
                </a:lnTo>
                <a:lnTo>
                  <a:pt x="10714291" y="165100"/>
                </a:lnTo>
                <a:lnTo>
                  <a:pt x="10721047" y="177800"/>
                </a:lnTo>
                <a:lnTo>
                  <a:pt x="10727588" y="190500"/>
                </a:lnTo>
                <a:lnTo>
                  <a:pt x="10733913" y="203200"/>
                </a:lnTo>
                <a:close/>
              </a:path>
              <a:path w="10812780" h="2743200">
                <a:moveTo>
                  <a:pt x="66852" y="241300"/>
                </a:moveTo>
                <a:lnTo>
                  <a:pt x="55740" y="241300"/>
                </a:lnTo>
                <a:lnTo>
                  <a:pt x="61175" y="228600"/>
                </a:lnTo>
                <a:lnTo>
                  <a:pt x="66852" y="215900"/>
                </a:lnTo>
                <a:lnTo>
                  <a:pt x="72745" y="203200"/>
                </a:lnTo>
                <a:lnTo>
                  <a:pt x="89433" y="203200"/>
                </a:lnTo>
                <a:lnTo>
                  <a:pt x="83400" y="215900"/>
                </a:lnTo>
                <a:lnTo>
                  <a:pt x="77673" y="228600"/>
                </a:lnTo>
                <a:lnTo>
                  <a:pt x="72224" y="228600"/>
                </a:lnTo>
                <a:lnTo>
                  <a:pt x="66852" y="241300"/>
                </a:lnTo>
                <a:close/>
              </a:path>
              <a:path w="10812780" h="2743200">
                <a:moveTo>
                  <a:pt x="10757039" y="241300"/>
                </a:moveTo>
                <a:lnTo>
                  <a:pt x="10745914" y="241300"/>
                </a:lnTo>
                <a:lnTo>
                  <a:pt x="10740555" y="228600"/>
                </a:lnTo>
                <a:lnTo>
                  <a:pt x="10735106" y="228600"/>
                </a:lnTo>
                <a:lnTo>
                  <a:pt x="10729302" y="215900"/>
                </a:lnTo>
                <a:lnTo>
                  <a:pt x="10723346" y="203200"/>
                </a:lnTo>
                <a:lnTo>
                  <a:pt x="10740034" y="203200"/>
                </a:lnTo>
                <a:lnTo>
                  <a:pt x="10745927" y="215900"/>
                </a:lnTo>
                <a:lnTo>
                  <a:pt x="10751604" y="228600"/>
                </a:lnTo>
                <a:lnTo>
                  <a:pt x="10757039" y="241300"/>
                </a:lnTo>
                <a:close/>
              </a:path>
              <a:path w="10812780" h="2743200">
                <a:moveTo>
                  <a:pt x="43815" y="292100"/>
                </a:moveTo>
                <a:lnTo>
                  <a:pt x="32029" y="292100"/>
                </a:lnTo>
                <a:lnTo>
                  <a:pt x="36283" y="279400"/>
                </a:lnTo>
                <a:lnTo>
                  <a:pt x="40792" y="266700"/>
                </a:lnTo>
                <a:lnTo>
                  <a:pt x="45542" y="254000"/>
                </a:lnTo>
                <a:lnTo>
                  <a:pt x="50520" y="241300"/>
                </a:lnTo>
                <a:lnTo>
                  <a:pt x="66929" y="241300"/>
                </a:lnTo>
                <a:lnTo>
                  <a:pt x="61785" y="254000"/>
                </a:lnTo>
                <a:lnTo>
                  <a:pt x="56946" y="266700"/>
                </a:lnTo>
                <a:lnTo>
                  <a:pt x="52400" y="266700"/>
                </a:lnTo>
                <a:lnTo>
                  <a:pt x="47955" y="279400"/>
                </a:lnTo>
                <a:lnTo>
                  <a:pt x="43815" y="292100"/>
                </a:lnTo>
                <a:close/>
              </a:path>
              <a:path w="10812780" h="2743200">
                <a:moveTo>
                  <a:pt x="10780750" y="292100"/>
                </a:moveTo>
                <a:lnTo>
                  <a:pt x="10768965" y="292100"/>
                </a:lnTo>
                <a:lnTo>
                  <a:pt x="10764761" y="279400"/>
                </a:lnTo>
                <a:lnTo>
                  <a:pt x="10760379" y="266700"/>
                </a:lnTo>
                <a:lnTo>
                  <a:pt x="10755833" y="266700"/>
                </a:lnTo>
                <a:lnTo>
                  <a:pt x="10750918" y="254000"/>
                </a:lnTo>
                <a:lnTo>
                  <a:pt x="10745851" y="241300"/>
                </a:lnTo>
                <a:lnTo>
                  <a:pt x="10762259" y="241300"/>
                </a:lnTo>
                <a:lnTo>
                  <a:pt x="10767237" y="254000"/>
                </a:lnTo>
                <a:lnTo>
                  <a:pt x="10771987" y="266700"/>
                </a:lnTo>
                <a:lnTo>
                  <a:pt x="10776496" y="279400"/>
                </a:lnTo>
                <a:lnTo>
                  <a:pt x="10780750" y="292100"/>
                </a:lnTo>
                <a:close/>
              </a:path>
              <a:path w="10812780" h="2743200">
                <a:moveTo>
                  <a:pt x="21805" y="368300"/>
                </a:moveTo>
                <a:lnTo>
                  <a:pt x="9385" y="368300"/>
                </a:lnTo>
                <a:lnTo>
                  <a:pt x="11823" y="355600"/>
                </a:lnTo>
                <a:lnTo>
                  <a:pt x="20764" y="317500"/>
                </a:lnTo>
                <a:lnTo>
                  <a:pt x="28016" y="292100"/>
                </a:lnTo>
                <a:lnTo>
                  <a:pt x="43878" y="292100"/>
                </a:lnTo>
                <a:lnTo>
                  <a:pt x="39916" y="304800"/>
                </a:lnTo>
                <a:lnTo>
                  <a:pt x="36271" y="317500"/>
                </a:lnTo>
                <a:lnTo>
                  <a:pt x="32905" y="317500"/>
                </a:lnTo>
                <a:lnTo>
                  <a:pt x="29718" y="330200"/>
                </a:lnTo>
                <a:lnTo>
                  <a:pt x="26822" y="342900"/>
                </a:lnTo>
                <a:lnTo>
                  <a:pt x="24180" y="355600"/>
                </a:lnTo>
                <a:lnTo>
                  <a:pt x="21805" y="368300"/>
                </a:lnTo>
                <a:close/>
              </a:path>
              <a:path w="10812780" h="2743200">
                <a:moveTo>
                  <a:pt x="10803394" y="368300"/>
                </a:moveTo>
                <a:lnTo>
                  <a:pt x="10790974" y="368300"/>
                </a:lnTo>
                <a:lnTo>
                  <a:pt x="10788561" y="355600"/>
                </a:lnTo>
                <a:lnTo>
                  <a:pt x="10785919" y="342900"/>
                </a:lnTo>
                <a:lnTo>
                  <a:pt x="10783023" y="330200"/>
                </a:lnTo>
                <a:lnTo>
                  <a:pt x="10779874" y="317500"/>
                </a:lnTo>
                <a:lnTo>
                  <a:pt x="10776508" y="317500"/>
                </a:lnTo>
                <a:lnTo>
                  <a:pt x="10772800" y="304800"/>
                </a:lnTo>
                <a:lnTo>
                  <a:pt x="10768901" y="292100"/>
                </a:lnTo>
                <a:lnTo>
                  <a:pt x="10784763" y="292100"/>
                </a:lnTo>
                <a:lnTo>
                  <a:pt x="10795266" y="330200"/>
                </a:lnTo>
                <a:lnTo>
                  <a:pt x="10800956" y="355600"/>
                </a:lnTo>
                <a:lnTo>
                  <a:pt x="10803394" y="368300"/>
                </a:lnTo>
                <a:close/>
              </a:path>
              <a:path w="10812780" h="2743200">
                <a:moveTo>
                  <a:pt x="26860" y="2387600"/>
                </a:moveTo>
                <a:lnTo>
                  <a:pt x="11823" y="2387600"/>
                </a:lnTo>
                <a:lnTo>
                  <a:pt x="9385" y="2374900"/>
                </a:lnTo>
                <a:lnTo>
                  <a:pt x="3708" y="2336800"/>
                </a:lnTo>
                <a:lnTo>
                  <a:pt x="596" y="2298700"/>
                </a:lnTo>
                <a:lnTo>
                  <a:pt x="0" y="2273300"/>
                </a:lnTo>
                <a:lnTo>
                  <a:pt x="0" y="457200"/>
                </a:lnTo>
                <a:lnTo>
                  <a:pt x="1346" y="419100"/>
                </a:lnTo>
                <a:lnTo>
                  <a:pt x="5321" y="381000"/>
                </a:lnTo>
                <a:lnTo>
                  <a:pt x="7213" y="368300"/>
                </a:lnTo>
                <a:lnTo>
                  <a:pt x="21844" y="368300"/>
                </a:lnTo>
                <a:lnTo>
                  <a:pt x="19697" y="381000"/>
                </a:lnTo>
                <a:lnTo>
                  <a:pt x="17881" y="381000"/>
                </a:lnTo>
                <a:lnTo>
                  <a:pt x="16294" y="393700"/>
                </a:lnTo>
                <a:lnTo>
                  <a:pt x="15011" y="406400"/>
                </a:lnTo>
                <a:lnTo>
                  <a:pt x="14008" y="419100"/>
                </a:lnTo>
                <a:lnTo>
                  <a:pt x="13284" y="431800"/>
                </a:lnTo>
                <a:lnTo>
                  <a:pt x="12839" y="444500"/>
                </a:lnTo>
                <a:lnTo>
                  <a:pt x="12700" y="457200"/>
                </a:lnTo>
                <a:lnTo>
                  <a:pt x="12700" y="2273300"/>
                </a:lnTo>
                <a:lnTo>
                  <a:pt x="12852" y="2286000"/>
                </a:lnTo>
                <a:lnTo>
                  <a:pt x="13284" y="2298700"/>
                </a:lnTo>
                <a:lnTo>
                  <a:pt x="14020" y="2311400"/>
                </a:lnTo>
                <a:lnTo>
                  <a:pt x="15024" y="2324100"/>
                </a:lnTo>
                <a:lnTo>
                  <a:pt x="16319" y="2336800"/>
                </a:lnTo>
                <a:lnTo>
                  <a:pt x="17881" y="2349500"/>
                </a:lnTo>
                <a:lnTo>
                  <a:pt x="19723" y="2362200"/>
                </a:lnTo>
                <a:lnTo>
                  <a:pt x="21805" y="2362200"/>
                </a:lnTo>
                <a:lnTo>
                  <a:pt x="24218" y="2374900"/>
                </a:lnTo>
                <a:lnTo>
                  <a:pt x="26860" y="2387600"/>
                </a:lnTo>
                <a:close/>
              </a:path>
              <a:path w="10812780" h="2743200">
                <a:moveTo>
                  <a:pt x="10800956" y="2387600"/>
                </a:moveTo>
                <a:lnTo>
                  <a:pt x="10785919" y="2387600"/>
                </a:lnTo>
                <a:lnTo>
                  <a:pt x="10788599" y="2374900"/>
                </a:lnTo>
                <a:lnTo>
                  <a:pt x="10790974" y="2362200"/>
                </a:lnTo>
                <a:lnTo>
                  <a:pt x="10793056" y="2362200"/>
                </a:lnTo>
                <a:lnTo>
                  <a:pt x="10794923" y="2349500"/>
                </a:lnTo>
                <a:lnTo>
                  <a:pt x="10796485" y="2336800"/>
                </a:lnTo>
                <a:lnTo>
                  <a:pt x="10797768" y="2324100"/>
                </a:lnTo>
                <a:lnTo>
                  <a:pt x="10798771" y="2311400"/>
                </a:lnTo>
                <a:lnTo>
                  <a:pt x="10799495" y="2298700"/>
                </a:lnTo>
                <a:lnTo>
                  <a:pt x="10799940" y="2286000"/>
                </a:lnTo>
                <a:lnTo>
                  <a:pt x="10800080" y="2273300"/>
                </a:lnTo>
                <a:lnTo>
                  <a:pt x="10800080" y="457200"/>
                </a:lnTo>
                <a:lnTo>
                  <a:pt x="10799927" y="444500"/>
                </a:lnTo>
                <a:lnTo>
                  <a:pt x="10799495" y="431800"/>
                </a:lnTo>
                <a:lnTo>
                  <a:pt x="10798759" y="419100"/>
                </a:lnTo>
                <a:lnTo>
                  <a:pt x="10797755" y="406400"/>
                </a:lnTo>
                <a:lnTo>
                  <a:pt x="10796460" y="393700"/>
                </a:lnTo>
                <a:lnTo>
                  <a:pt x="10794898" y="381000"/>
                </a:lnTo>
                <a:lnTo>
                  <a:pt x="10793082" y="381000"/>
                </a:lnTo>
                <a:lnTo>
                  <a:pt x="10790936" y="368300"/>
                </a:lnTo>
                <a:lnTo>
                  <a:pt x="10805566" y="368300"/>
                </a:lnTo>
                <a:lnTo>
                  <a:pt x="10807458" y="381000"/>
                </a:lnTo>
                <a:lnTo>
                  <a:pt x="10811433" y="419100"/>
                </a:lnTo>
                <a:lnTo>
                  <a:pt x="10812780" y="457200"/>
                </a:lnTo>
                <a:lnTo>
                  <a:pt x="10812780" y="2273300"/>
                </a:lnTo>
                <a:lnTo>
                  <a:pt x="10811433" y="2311400"/>
                </a:lnTo>
                <a:lnTo>
                  <a:pt x="10807458" y="2349500"/>
                </a:lnTo>
                <a:lnTo>
                  <a:pt x="10803394" y="2374900"/>
                </a:lnTo>
                <a:lnTo>
                  <a:pt x="10800956" y="2387600"/>
                </a:lnTo>
                <a:close/>
              </a:path>
              <a:path w="10812780" h="2743200">
                <a:moveTo>
                  <a:pt x="48018" y="2451100"/>
                </a:moveTo>
                <a:lnTo>
                  <a:pt x="32029" y="2451100"/>
                </a:lnTo>
                <a:lnTo>
                  <a:pt x="28016" y="2438400"/>
                </a:lnTo>
                <a:lnTo>
                  <a:pt x="24257" y="2425700"/>
                </a:lnTo>
                <a:lnTo>
                  <a:pt x="20764" y="2413000"/>
                </a:lnTo>
                <a:lnTo>
                  <a:pt x="17513" y="2400300"/>
                </a:lnTo>
                <a:lnTo>
                  <a:pt x="14541" y="2387600"/>
                </a:lnTo>
                <a:lnTo>
                  <a:pt x="26822" y="2387600"/>
                </a:lnTo>
                <a:lnTo>
                  <a:pt x="29756" y="2400300"/>
                </a:lnTo>
                <a:lnTo>
                  <a:pt x="32905" y="2413000"/>
                </a:lnTo>
                <a:lnTo>
                  <a:pt x="36321" y="2425700"/>
                </a:lnTo>
                <a:lnTo>
                  <a:pt x="39916" y="2425700"/>
                </a:lnTo>
                <a:lnTo>
                  <a:pt x="43878" y="2438400"/>
                </a:lnTo>
                <a:lnTo>
                  <a:pt x="48018" y="2451100"/>
                </a:lnTo>
                <a:close/>
              </a:path>
              <a:path w="10812780" h="2743200">
                <a:moveTo>
                  <a:pt x="10780750" y="2451100"/>
                </a:moveTo>
                <a:lnTo>
                  <a:pt x="10764761" y="2451100"/>
                </a:lnTo>
                <a:lnTo>
                  <a:pt x="10768965" y="2438400"/>
                </a:lnTo>
                <a:lnTo>
                  <a:pt x="10772863" y="2425700"/>
                </a:lnTo>
                <a:lnTo>
                  <a:pt x="10776458" y="2425700"/>
                </a:lnTo>
                <a:lnTo>
                  <a:pt x="10779912" y="2413000"/>
                </a:lnTo>
                <a:lnTo>
                  <a:pt x="10783062" y="2400300"/>
                </a:lnTo>
                <a:lnTo>
                  <a:pt x="10785957" y="2387600"/>
                </a:lnTo>
                <a:lnTo>
                  <a:pt x="10798238" y="2387600"/>
                </a:lnTo>
                <a:lnTo>
                  <a:pt x="10795266" y="2400300"/>
                </a:lnTo>
                <a:lnTo>
                  <a:pt x="10792015" y="2413000"/>
                </a:lnTo>
                <a:lnTo>
                  <a:pt x="10788510" y="2425700"/>
                </a:lnTo>
                <a:lnTo>
                  <a:pt x="10784763" y="2438400"/>
                </a:lnTo>
                <a:lnTo>
                  <a:pt x="10780750" y="2451100"/>
                </a:lnTo>
                <a:close/>
              </a:path>
              <a:path w="10812780" h="2743200">
                <a:moveTo>
                  <a:pt x="72224" y="2501900"/>
                </a:moveTo>
                <a:lnTo>
                  <a:pt x="55740" y="2501900"/>
                </a:lnTo>
                <a:lnTo>
                  <a:pt x="50520" y="2489200"/>
                </a:lnTo>
                <a:lnTo>
                  <a:pt x="45542" y="2476500"/>
                </a:lnTo>
                <a:lnTo>
                  <a:pt x="40792" y="2463800"/>
                </a:lnTo>
                <a:lnTo>
                  <a:pt x="36283" y="2451100"/>
                </a:lnTo>
                <a:lnTo>
                  <a:pt x="47955" y="2451100"/>
                </a:lnTo>
                <a:lnTo>
                  <a:pt x="52400" y="2463800"/>
                </a:lnTo>
                <a:lnTo>
                  <a:pt x="57010" y="2476500"/>
                </a:lnTo>
                <a:lnTo>
                  <a:pt x="61785" y="2476500"/>
                </a:lnTo>
                <a:lnTo>
                  <a:pt x="66929" y="2489200"/>
                </a:lnTo>
                <a:lnTo>
                  <a:pt x="72224" y="2501900"/>
                </a:lnTo>
                <a:close/>
              </a:path>
              <a:path w="10812780" h="2743200">
                <a:moveTo>
                  <a:pt x="10757039" y="2501900"/>
                </a:moveTo>
                <a:lnTo>
                  <a:pt x="10740555" y="2501900"/>
                </a:lnTo>
                <a:lnTo>
                  <a:pt x="10745914" y="2489200"/>
                </a:lnTo>
                <a:lnTo>
                  <a:pt x="10750994" y="2476500"/>
                </a:lnTo>
                <a:lnTo>
                  <a:pt x="10755769" y="2476500"/>
                </a:lnTo>
                <a:lnTo>
                  <a:pt x="10760443" y="2463800"/>
                </a:lnTo>
                <a:lnTo>
                  <a:pt x="10764824" y="2451100"/>
                </a:lnTo>
                <a:lnTo>
                  <a:pt x="10776496" y="2451100"/>
                </a:lnTo>
                <a:lnTo>
                  <a:pt x="10771987" y="2463800"/>
                </a:lnTo>
                <a:lnTo>
                  <a:pt x="10767237" y="2476500"/>
                </a:lnTo>
                <a:lnTo>
                  <a:pt x="10762259" y="2489200"/>
                </a:lnTo>
                <a:lnTo>
                  <a:pt x="10757039" y="2501900"/>
                </a:lnTo>
                <a:close/>
              </a:path>
              <a:path w="10812780" h="2743200">
                <a:moveTo>
                  <a:pt x="95592" y="2540000"/>
                </a:moveTo>
                <a:lnTo>
                  <a:pt x="78867" y="2540000"/>
                </a:lnTo>
                <a:lnTo>
                  <a:pt x="72745" y="2527300"/>
                </a:lnTo>
                <a:lnTo>
                  <a:pt x="66852" y="2514600"/>
                </a:lnTo>
                <a:lnTo>
                  <a:pt x="61175" y="2501900"/>
                </a:lnTo>
                <a:lnTo>
                  <a:pt x="72148" y="2501900"/>
                </a:lnTo>
                <a:lnTo>
                  <a:pt x="77749" y="2514600"/>
                </a:lnTo>
                <a:lnTo>
                  <a:pt x="83400" y="2514600"/>
                </a:lnTo>
                <a:lnTo>
                  <a:pt x="89433" y="2527300"/>
                </a:lnTo>
                <a:lnTo>
                  <a:pt x="95592" y="2540000"/>
                </a:lnTo>
                <a:close/>
              </a:path>
              <a:path w="10812780" h="2743200">
                <a:moveTo>
                  <a:pt x="10733913" y="2540000"/>
                </a:moveTo>
                <a:lnTo>
                  <a:pt x="10717187" y="2540000"/>
                </a:lnTo>
                <a:lnTo>
                  <a:pt x="10723435" y="2527300"/>
                </a:lnTo>
                <a:lnTo>
                  <a:pt x="10729379" y="2514600"/>
                </a:lnTo>
                <a:lnTo>
                  <a:pt x="10735030" y="2514600"/>
                </a:lnTo>
                <a:lnTo>
                  <a:pt x="10740631" y="2501900"/>
                </a:lnTo>
                <a:lnTo>
                  <a:pt x="10751604" y="2501900"/>
                </a:lnTo>
                <a:lnTo>
                  <a:pt x="10745927" y="2514600"/>
                </a:lnTo>
                <a:lnTo>
                  <a:pt x="10740034" y="2527300"/>
                </a:lnTo>
                <a:lnTo>
                  <a:pt x="10733913" y="2540000"/>
                </a:lnTo>
                <a:close/>
              </a:path>
              <a:path w="10812780" h="2743200">
                <a:moveTo>
                  <a:pt x="115290" y="2565400"/>
                </a:moveTo>
                <a:lnTo>
                  <a:pt x="98488" y="2565400"/>
                </a:lnTo>
                <a:lnTo>
                  <a:pt x="91732" y="2552700"/>
                </a:lnTo>
                <a:lnTo>
                  <a:pt x="85191" y="2540000"/>
                </a:lnTo>
                <a:lnTo>
                  <a:pt x="101866" y="2540000"/>
                </a:lnTo>
                <a:lnTo>
                  <a:pt x="108521" y="2552700"/>
                </a:lnTo>
                <a:lnTo>
                  <a:pt x="115290" y="2565400"/>
                </a:lnTo>
                <a:close/>
              </a:path>
              <a:path w="10812780" h="2743200">
                <a:moveTo>
                  <a:pt x="10714291" y="2565400"/>
                </a:moveTo>
                <a:lnTo>
                  <a:pt x="10697489" y="2565400"/>
                </a:lnTo>
                <a:lnTo>
                  <a:pt x="10704347" y="2552700"/>
                </a:lnTo>
                <a:lnTo>
                  <a:pt x="10710913" y="2540000"/>
                </a:lnTo>
                <a:lnTo>
                  <a:pt x="10727588" y="2540000"/>
                </a:lnTo>
                <a:lnTo>
                  <a:pt x="10721047" y="2552700"/>
                </a:lnTo>
                <a:lnTo>
                  <a:pt x="10714291" y="2565400"/>
                </a:lnTo>
                <a:close/>
              </a:path>
              <a:path w="10812780" h="2743200">
                <a:moveTo>
                  <a:pt x="136753" y="2590800"/>
                </a:moveTo>
                <a:lnTo>
                  <a:pt x="119951" y="2590800"/>
                </a:lnTo>
                <a:lnTo>
                  <a:pt x="112598" y="2578100"/>
                </a:lnTo>
                <a:lnTo>
                  <a:pt x="105448" y="2565400"/>
                </a:lnTo>
                <a:lnTo>
                  <a:pt x="122148" y="2565400"/>
                </a:lnTo>
                <a:lnTo>
                  <a:pt x="129413" y="2578100"/>
                </a:lnTo>
                <a:lnTo>
                  <a:pt x="136753" y="2590800"/>
                </a:lnTo>
                <a:close/>
              </a:path>
              <a:path w="10812780" h="2743200">
                <a:moveTo>
                  <a:pt x="10692815" y="2590800"/>
                </a:moveTo>
                <a:lnTo>
                  <a:pt x="10676026" y="2590800"/>
                </a:lnTo>
                <a:lnTo>
                  <a:pt x="10683468" y="2578100"/>
                </a:lnTo>
                <a:lnTo>
                  <a:pt x="10690631" y="2565400"/>
                </a:lnTo>
                <a:lnTo>
                  <a:pt x="10707331" y="2565400"/>
                </a:lnTo>
                <a:lnTo>
                  <a:pt x="10700181" y="2578100"/>
                </a:lnTo>
                <a:lnTo>
                  <a:pt x="10692815" y="2590800"/>
                </a:lnTo>
                <a:close/>
              </a:path>
              <a:path w="10812780" h="2743200">
                <a:moveTo>
                  <a:pt x="167944" y="2616200"/>
                </a:moveTo>
                <a:lnTo>
                  <a:pt x="143167" y="2616200"/>
                </a:lnTo>
                <a:lnTo>
                  <a:pt x="135242" y="2603500"/>
                </a:lnTo>
                <a:lnTo>
                  <a:pt x="127508" y="2590800"/>
                </a:lnTo>
                <a:lnTo>
                  <a:pt x="144170" y="2590800"/>
                </a:lnTo>
                <a:lnTo>
                  <a:pt x="151993" y="2603500"/>
                </a:lnTo>
                <a:lnTo>
                  <a:pt x="159765" y="2603500"/>
                </a:lnTo>
                <a:lnTo>
                  <a:pt x="167944" y="2616200"/>
                </a:lnTo>
                <a:close/>
              </a:path>
              <a:path w="10812780" h="2743200">
                <a:moveTo>
                  <a:pt x="10669612" y="2616200"/>
                </a:moveTo>
                <a:lnTo>
                  <a:pt x="10644835" y="2616200"/>
                </a:lnTo>
                <a:lnTo>
                  <a:pt x="10653014" y="2603500"/>
                </a:lnTo>
                <a:lnTo>
                  <a:pt x="10660786" y="2603500"/>
                </a:lnTo>
                <a:lnTo>
                  <a:pt x="10668609" y="2590800"/>
                </a:lnTo>
                <a:lnTo>
                  <a:pt x="10685272" y="2590800"/>
                </a:lnTo>
                <a:lnTo>
                  <a:pt x="10677537" y="2603500"/>
                </a:lnTo>
                <a:lnTo>
                  <a:pt x="10669612" y="2616200"/>
                </a:lnTo>
                <a:close/>
              </a:path>
              <a:path w="10812780" h="2743200">
                <a:moveTo>
                  <a:pt x="176174" y="2628900"/>
                </a:moveTo>
                <a:lnTo>
                  <a:pt x="159575" y="2628900"/>
                </a:lnTo>
                <a:lnTo>
                  <a:pt x="151282" y="2616200"/>
                </a:lnTo>
                <a:lnTo>
                  <a:pt x="167830" y="2616200"/>
                </a:lnTo>
                <a:lnTo>
                  <a:pt x="176174" y="2628900"/>
                </a:lnTo>
                <a:close/>
              </a:path>
              <a:path w="10812780" h="2743200">
                <a:moveTo>
                  <a:pt x="10653204" y="2628900"/>
                </a:moveTo>
                <a:lnTo>
                  <a:pt x="10636605" y="2628900"/>
                </a:lnTo>
                <a:lnTo>
                  <a:pt x="10644949" y="2616200"/>
                </a:lnTo>
                <a:lnTo>
                  <a:pt x="10661497" y="2616200"/>
                </a:lnTo>
                <a:lnTo>
                  <a:pt x="10653204" y="2628900"/>
                </a:lnTo>
                <a:close/>
              </a:path>
              <a:path w="10812780" h="2743200">
                <a:moveTo>
                  <a:pt x="193141" y="2641600"/>
                </a:moveTo>
                <a:lnTo>
                  <a:pt x="176669" y="2641600"/>
                </a:lnTo>
                <a:lnTo>
                  <a:pt x="168033" y="2628900"/>
                </a:lnTo>
                <a:lnTo>
                  <a:pt x="184454" y="2628900"/>
                </a:lnTo>
                <a:lnTo>
                  <a:pt x="193141" y="2641600"/>
                </a:lnTo>
                <a:close/>
              </a:path>
              <a:path w="10812780" h="2743200">
                <a:moveTo>
                  <a:pt x="10636110" y="2641600"/>
                </a:moveTo>
                <a:lnTo>
                  <a:pt x="10619638" y="2641600"/>
                </a:lnTo>
                <a:lnTo>
                  <a:pt x="10628325" y="2628900"/>
                </a:lnTo>
                <a:lnTo>
                  <a:pt x="10644746" y="2628900"/>
                </a:lnTo>
                <a:lnTo>
                  <a:pt x="10636110" y="2641600"/>
                </a:lnTo>
                <a:close/>
              </a:path>
              <a:path w="10812780" h="2743200">
                <a:moveTo>
                  <a:pt x="210756" y="2654300"/>
                </a:moveTo>
                <a:lnTo>
                  <a:pt x="194449" y="2654300"/>
                </a:lnTo>
                <a:lnTo>
                  <a:pt x="185483" y="2641600"/>
                </a:lnTo>
                <a:lnTo>
                  <a:pt x="201752" y="2641600"/>
                </a:lnTo>
                <a:lnTo>
                  <a:pt x="210756" y="2654300"/>
                </a:lnTo>
                <a:close/>
              </a:path>
              <a:path w="10812780" h="2743200">
                <a:moveTo>
                  <a:pt x="10618330" y="2654300"/>
                </a:moveTo>
                <a:lnTo>
                  <a:pt x="10602023" y="2654300"/>
                </a:lnTo>
                <a:lnTo>
                  <a:pt x="10611027" y="2641600"/>
                </a:lnTo>
                <a:lnTo>
                  <a:pt x="10627296" y="2641600"/>
                </a:lnTo>
                <a:lnTo>
                  <a:pt x="10618330" y="2654300"/>
                </a:lnTo>
                <a:close/>
              </a:path>
              <a:path w="10812780" h="2743200">
                <a:moveTo>
                  <a:pt x="228981" y="2667000"/>
                </a:moveTo>
                <a:lnTo>
                  <a:pt x="212877" y="2667000"/>
                </a:lnTo>
                <a:lnTo>
                  <a:pt x="203581" y="2654300"/>
                </a:lnTo>
                <a:lnTo>
                  <a:pt x="219659" y="2654300"/>
                </a:lnTo>
                <a:lnTo>
                  <a:pt x="228981" y="2667000"/>
                </a:lnTo>
                <a:close/>
              </a:path>
              <a:path w="10812780" h="2743200">
                <a:moveTo>
                  <a:pt x="10599902" y="2667000"/>
                </a:moveTo>
                <a:lnTo>
                  <a:pt x="10583799" y="2667000"/>
                </a:lnTo>
                <a:lnTo>
                  <a:pt x="10593120" y="2654300"/>
                </a:lnTo>
                <a:lnTo>
                  <a:pt x="10609199" y="2654300"/>
                </a:lnTo>
                <a:lnTo>
                  <a:pt x="10599902" y="2667000"/>
                </a:lnTo>
                <a:close/>
              </a:path>
              <a:path w="10812780" h="2743200">
                <a:moveTo>
                  <a:pt x="257390" y="2679700"/>
                </a:moveTo>
                <a:lnTo>
                  <a:pt x="231914" y="2679700"/>
                </a:lnTo>
                <a:lnTo>
                  <a:pt x="222313" y="2667000"/>
                </a:lnTo>
                <a:lnTo>
                  <a:pt x="247650" y="2667000"/>
                </a:lnTo>
                <a:lnTo>
                  <a:pt x="257390" y="2679700"/>
                </a:lnTo>
                <a:close/>
              </a:path>
              <a:path w="10812780" h="2743200">
                <a:moveTo>
                  <a:pt x="10580865" y="2679700"/>
                </a:moveTo>
                <a:lnTo>
                  <a:pt x="10555376" y="2679700"/>
                </a:lnTo>
                <a:lnTo>
                  <a:pt x="10565130" y="2667000"/>
                </a:lnTo>
                <a:lnTo>
                  <a:pt x="10590466" y="2667000"/>
                </a:lnTo>
                <a:lnTo>
                  <a:pt x="10580865" y="2679700"/>
                </a:lnTo>
                <a:close/>
              </a:path>
              <a:path w="10812780" h="2743200">
                <a:moveTo>
                  <a:pt x="277025" y="2692400"/>
                </a:moveTo>
                <a:lnTo>
                  <a:pt x="251536" y="2692400"/>
                </a:lnTo>
                <a:lnTo>
                  <a:pt x="241655" y="2679700"/>
                </a:lnTo>
                <a:lnTo>
                  <a:pt x="267004" y="2679700"/>
                </a:lnTo>
                <a:lnTo>
                  <a:pt x="277025" y="2692400"/>
                </a:lnTo>
                <a:close/>
              </a:path>
              <a:path w="10812780" h="2743200">
                <a:moveTo>
                  <a:pt x="10561243" y="2692400"/>
                </a:moveTo>
                <a:lnTo>
                  <a:pt x="10535754" y="2692400"/>
                </a:lnTo>
                <a:lnTo>
                  <a:pt x="10545775" y="2679700"/>
                </a:lnTo>
                <a:lnTo>
                  <a:pt x="10571124" y="2679700"/>
                </a:lnTo>
                <a:lnTo>
                  <a:pt x="10561243" y="2692400"/>
                </a:lnTo>
                <a:close/>
              </a:path>
              <a:path w="10812780" h="2743200">
                <a:moveTo>
                  <a:pt x="307428" y="2705100"/>
                </a:moveTo>
                <a:lnTo>
                  <a:pt x="282016" y="2705100"/>
                </a:lnTo>
                <a:lnTo>
                  <a:pt x="271729" y="2692400"/>
                </a:lnTo>
                <a:lnTo>
                  <a:pt x="297027" y="2692400"/>
                </a:lnTo>
                <a:lnTo>
                  <a:pt x="307428" y="2705100"/>
                </a:lnTo>
                <a:close/>
              </a:path>
              <a:path w="10812780" h="2743200">
                <a:moveTo>
                  <a:pt x="10530763" y="2705100"/>
                </a:moveTo>
                <a:lnTo>
                  <a:pt x="10505351" y="2705100"/>
                </a:lnTo>
                <a:lnTo>
                  <a:pt x="10515752" y="2692400"/>
                </a:lnTo>
                <a:lnTo>
                  <a:pt x="10541050" y="2692400"/>
                </a:lnTo>
                <a:lnTo>
                  <a:pt x="10530763" y="2705100"/>
                </a:lnTo>
                <a:close/>
              </a:path>
              <a:path w="10812780" h="2743200">
                <a:moveTo>
                  <a:pt x="349605" y="2717800"/>
                </a:moveTo>
                <a:lnTo>
                  <a:pt x="313664" y="2717800"/>
                </a:lnTo>
                <a:lnTo>
                  <a:pt x="302996" y="2705100"/>
                </a:lnTo>
                <a:lnTo>
                  <a:pt x="338747" y="2705100"/>
                </a:lnTo>
                <a:lnTo>
                  <a:pt x="349605" y="2717800"/>
                </a:lnTo>
                <a:close/>
              </a:path>
              <a:path w="10812780" h="2743200">
                <a:moveTo>
                  <a:pt x="10499115" y="2717800"/>
                </a:moveTo>
                <a:lnTo>
                  <a:pt x="10463174" y="2717800"/>
                </a:lnTo>
                <a:lnTo>
                  <a:pt x="10474032" y="2705100"/>
                </a:lnTo>
                <a:lnTo>
                  <a:pt x="10509783" y="2705100"/>
                </a:lnTo>
                <a:lnTo>
                  <a:pt x="10499115" y="2717800"/>
                </a:lnTo>
                <a:close/>
              </a:path>
              <a:path w="10812780" h="2743200">
                <a:moveTo>
                  <a:pt x="427278" y="2730500"/>
                </a:moveTo>
                <a:lnTo>
                  <a:pt x="346367" y="2730500"/>
                </a:lnTo>
                <a:lnTo>
                  <a:pt x="335356" y="2717800"/>
                </a:lnTo>
                <a:lnTo>
                  <a:pt x="415759" y="2717800"/>
                </a:lnTo>
                <a:lnTo>
                  <a:pt x="427278" y="2730500"/>
                </a:lnTo>
                <a:close/>
              </a:path>
              <a:path w="10812780" h="2743200">
                <a:moveTo>
                  <a:pt x="10466412" y="2730500"/>
                </a:moveTo>
                <a:lnTo>
                  <a:pt x="10385501" y="2730500"/>
                </a:lnTo>
                <a:lnTo>
                  <a:pt x="10397020" y="2717800"/>
                </a:lnTo>
                <a:lnTo>
                  <a:pt x="10477423" y="2717800"/>
                </a:lnTo>
                <a:lnTo>
                  <a:pt x="10466412" y="2730500"/>
                </a:lnTo>
                <a:close/>
              </a:path>
              <a:path w="10812780" h="2743200">
                <a:moveTo>
                  <a:pt x="10386542" y="2743200"/>
                </a:moveTo>
                <a:lnTo>
                  <a:pt x="426237" y="2743200"/>
                </a:lnTo>
                <a:lnTo>
                  <a:pt x="414553" y="2730500"/>
                </a:lnTo>
                <a:lnTo>
                  <a:pt x="10398226" y="2730500"/>
                </a:lnTo>
                <a:lnTo>
                  <a:pt x="10386542" y="27432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70292" y="2606674"/>
            <a:ext cx="9057640" cy="249428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字符串</a:t>
            </a:r>
            <a:r>
              <a:rPr dirty="0" sz="1800">
                <a:latin typeface="宋体"/>
                <a:cs typeface="宋体"/>
              </a:rPr>
              <a:t>：主要用于存储文本型数据；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数值</a:t>
            </a:r>
            <a:r>
              <a:rPr dirty="0" sz="1800">
                <a:latin typeface="宋体"/>
                <a:cs typeface="宋体"/>
              </a:rPr>
              <a:t>：主要用于存储金额数据，一般是浮点数；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列表</a:t>
            </a:r>
            <a:r>
              <a:rPr dirty="0" sz="1800">
                <a:latin typeface="宋体"/>
                <a:cs typeface="宋体"/>
              </a:rPr>
              <a:t>：多个有联系的数据，可以存储在一个列表里，比如企业会计科目；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元组</a:t>
            </a:r>
            <a:r>
              <a:rPr dirty="0" sz="1800">
                <a:latin typeface="宋体"/>
                <a:cs typeface="宋体"/>
              </a:rPr>
              <a:t>：类似于列表，但元组内部数据不可变，存储数据更加安全；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字典</a:t>
            </a:r>
            <a:r>
              <a:rPr dirty="0" sz="1800">
                <a:latin typeface="宋体"/>
                <a:cs typeface="宋体"/>
              </a:rPr>
              <a:t>：多个有映射关系的数据，可以存储在一个字典里，比如科目及对应的科目余额；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b="1">
                <a:latin typeface="宋体"/>
                <a:cs typeface="宋体"/>
              </a:rPr>
              <a:t>集合</a:t>
            </a:r>
            <a:r>
              <a:rPr dirty="0" sz="1800">
                <a:latin typeface="宋体"/>
                <a:cs typeface="宋体"/>
              </a:rPr>
              <a:t>：一组无序且不重复的数据。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7512" y="5782055"/>
            <a:ext cx="10799445" cy="687705"/>
          </a:xfrm>
          <a:custGeom>
            <a:avLst/>
            <a:gdLst/>
            <a:ahLst/>
            <a:cxnLst/>
            <a:rect l="l" t="t" r="r" b="b"/>
            <a:pathLst>
              <a:path w="10799445" h="687704">
                <a:moveTo>
                  <a:pt x="10684764" y="687324"/>
                </a:moveTo>
                <a:lnTo>
                  <a:pt x="114300" y="687324"/>
                </a:lnTo>
                <a:lnTo>
                  <a:pt x="70135" y="677947"/>
                </a:lnTo>
                <a:lnTo>
                  <a:pt x="33894" y="653143"/>
                </a:lnTo>
                <a:lnTo>
                  <a:pt x="9281" y="616474"/>
                </a:lnTo>
                <a:lnTo>
                  <a:pt x="0" y="571500"/>
                </a:lnTo>
                <a:lnTo>
                  <a:pt x="0" y="114300"/>
                </a:lnTo>
                <a:lnTo>
                  <a:pt x="9281" y="69635"/>
                </a:lnTo>
                <a:lnTo>
                  <a:pt x="33894" y="33227"/>
                </a:lnTo>
                <a:lnTo>
                  <a:pt x="70135" y="8781"/>
                </a:lnTo>
                <a:lnTo>
                  <a:pt x="114300" y="0"/>
                </a:lnTo>
                <a:lnTo>
                  <a:pt x="10684764" y="0"/>
                </a:lnTo>
                <a:lnTo>
                  <a:pt x="10729357" y="8781"/>
                </a:lnTo>
                <a:lnTo>
                  <a:pt x="10765740" y="33227"/>
                </a:lnTo>
                <a:lnTo>
                  <a:pt x="10790211" y="69635"/>
                </a:lnTo>
                <a:lnTo>
                  <a:pt x="10799064" y="114300"/>
                </a:lnTo>
                <a:lnTo>
                  <a:pt x="10799064" y="571500"/>
                </a:lnTo>
                <a:lnTo>
                  <a:pt x="10790211" y="616474"/>
                </a:lnTo>
                <a:lnTo>
                  <a:pt x="10765740" y="653143"/>
                </a:lnTo>
                <a:lnTo>
                  <a:pt x="10729357" y="677947"/>
                </a:lnTo>
                <a:lnTo>
                  <a:pt x="10684764" y="687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1019" y="5719571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1" y="379475"/>
                </a:moveTo>
                <a:lnTo>
                  <a:pt x="62484" y="379475"/>
                </a:lnTo>
                <a:lnTo>
                  <a:pt x="37935" y="374593"/>
                </a:lnTo>
                <a:lnTo>
                  <a:pt x="17940" y="361154"/>
                </a:lnTo>
                <a:lnTo>
                  <a:pt x="4596" y="341255"/>
                </a:lnTo>
                <a:lnTo>
                  <a:pt x="0" y="316991"/>
                </a:lnTo>
                <a:lnTo>
                  <a:pt x="0" y="64007"/>
                </a:lnTo>
                <a:lnTo>
                  <a:pt x="4596" y="39220"/>
                </a:lnTo>
                <a:lnTo>
                  <a:pt x="17940" y="18988"/>
                </a:lnTo>
                <a:lnTo>
                  <a:pt x="37935" y="5263"/>
                </a:lnTo>
                <a:lnTo>
                  <a:pt x="62484" y="0"/>
                </a:lnTo>
                <a:lnTo>
                  <a:pt x="667511" y="0"/>
                </a:lnTo>
                <a:lnTo>
                  <a:pt x="692227" y="5263"/>
                </a:lnTo>
                <a:lnTo>
                  <a:pt x="712436" y="18988"/>
                </a:lnTo>
                <a:lnTo>
                  <a:pt x="726185" y="39220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185" y="341255"/>
                </a:lnTo>
                <a:lnTo>
                  <a:pt x="712436" y="361154"/>
                </a:lnTo>
                <a:lnTo>
                  <a:pt x="692227" y="37459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4298" y="5747473"/>
            <a:ext cx="5203190" cy="531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1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894080">
              <a:lnSpc>
                <a:spcPts val="1870"/>
              </a:lnSpc>
            </a:pPr>
            <a:r>
              <a:rPr dirty="0" sz="1600" b="1">
                <a:latin typeface="宋体"/>
                <a:cs typeface="宋体"/>
              </a:rPr>
              <a:t>不管是数字还是文字，在Python中都属于数据</a:t>
            </a:r>
            <a:r>
              <a:rPr dirty="0" sz="1600" spc="-15" b="1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67655" y="2087994"/>
            <a:ext cx="709930" cy="727710"/>
          </a:xfrm>
          <a:custGeom>
            <a:avLst/>
            <a:gdLst/>
            <a:ahLst/>
            <a:cxnLst/>
            <a:rect l="l" t="t" r="r" b="b"/>
            <a:pathLst>
              <a:path w="709929" h="727710">
                <a:moveTo>
                  <a:pt x="354761" y="727481"/>
                </a:moveTo>
                <a:lnTo>
                  <a:pt x="306570" y="724160"/>
                </a:lnTo>
                <a:lnTo>
                  <a:pt x="260347" y="714488"/>
                </a:lnTo>
                <a:lnTo>
                  <a:pt x="216519" y="698896"/>
                </a:lnTo>
                <a:lnTo>
                  <a:pt x="175508" y="677820"/>
                </a:lnTo>
                <a:lnTo>
                  <a:pt x="137742" y="651691"/>
                </a:lnTo>
                <a:lnTo>
                  <a:pt x="103645" y="620944"/>
                </a:lnTo>
                <a:lnTo>
                  <a:pt x="73643" y="586011"/>
                </a:lnTo>
                <a:lnTo>
                  <a:pt x="48219" y="547440"/>
                </a:lnTo>
                <a:lnTo>
                  <a:pt x="27688" y="505485"/>
                </a:lnTo>
                <a:lnTo>
                  <a:pt x="12525" y="460657"/>
                </a:lnTo>
                <a:lnTo>
                  <a:pt x="3154" y="413391"/>
                </a:lnTo>
                <a:lnTo>
                  <a:pt x="0" y="364121"/>
                </a:lnTo>
                <a:lnTo>
                  <a:pt x="3154" y="314676"/>
                </a:lnTo>
                <a:lnTo>
                  <a:pt x="12525" y="267264"/>
                </a:lnTo>
                <a:lnTo>
                  <a:pt x="27688" y="222317"/>
                </a:lnTo>
                <a:lnTo>
                  <a:pt x="48219" y="180266"/>
                </a:lnTo>
                <a:lnTo>
                  <a:pt x="73758" y="141469"/>
                </a:lnTo>
                <a:lnTo>
                  <a:pt x="103738" y="106537"/>
                </a:lnTo>
                <a:lnTo>
                  <a:pt x="137812" y="75789"/>
                </a:lnTo>
                <a:lnTo>
                  <a:pt x="175556" y="49661"/>
                </a:lnTo>
                <a:lnTo>
                  <a:pt x="216547" y="28584"/>
                </a:lnTo>
                <a:lnTo>
                  <a:pt x="260361" y="12993"/>
                </a:lnTo>
                <a:lnTo>
                  <a:pt x="306574" y="3320"/>
                </a:lnTo>
                <a:lnTo>
                  <a:pt x="354761" y="0"/>
                </a:lnTo>
                <a:lnTo>
                  <a:pt x="402953" y="3320"/>
                </a:lnTo>
                <a:lnTo>
                  <a:pt x="449177" y="12994"/>
                </a:lnTo>
                <a:lnTo>
                  <a:pt x="493010" y="28590"/>
                </a:lnTo>
                <a:lnTo>
                  <a:pt x="534029" y="49675"/>
                </a:lnTo>
                <a:lnTo>
                  <a:pt x="571809" y="75817"/>
                </a:lnTo>
                <a:lnTo>
                  <a:pt x="605926" y="106584"/>
                </a:lnTo>
                <a:lnTo>
                  <a:pt x="635955" y="141545"/>
                </a:lnTo>
                <a:lnTo>
                  <a:pt x="661416" y="180153"/>
                </a:lnTo>
                <a:lnTo>
                  <a:pt x="681995" y="222156"/>
                </a:lnTo>
                <a:lnTo>
                  <a:pt x="697218" y="267043"/>
                </a:lnTo>
                <a:lnTo>
                  <a:pt x="706662" y="314383"/>
                </a:lnTo>
                <a:lnTo>
                  <a:pt x="709904" y="363740"/>
                </a:lnTo>
                <a:lnTo>
                  <a:pt x="706662" y="413098"/>
                </a:lnTo>
                <a:lnTo>
                  <a:pt x="697218" y="460437"/>
                </a:lnTo>
                <a:lnTo>
                  <a:pt x="681995" y="505325"/>
                </a:lnTo>
                <a:lnTo>
                  <a:pt x="661416" y="547327"/>
                </a:lnTo>
                <a:lnTo>
                  <a:pt x="635840" y="586087"/>
                </a:lnTo>
                <a:lnTo>
                  <a:pt x="605832" y="620991"/>
                </a:lnTo>
                <a:lnTo>
                  <a:pt x="571738" y="651719"/>
                </a:lnTo>
                <a:lnTo>
                  <a:pt x="533981" y="677834"/>
                </a:lnTo>
                <a:lnTo>
                  <a:pt x="492982" y="698902"/>
                </a:lnTo>
                <a:lnTo>
                  <a:pt x="449163" y="714490"/>
                </a:lnTo>
                <a:lnTo>
                  <a:pt x="402949" y="724161"/>
                </a:lnTo>
                <a:lnTo>
                  <a:pt x="354761" y="72748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95113" y="228914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67655" y="3771887"/>
            <a:ext cx="709930" cy="727710"/>
          </a:xfrm>
          <a:custGeom>
            <a:avLst/>
            <a:gdLst/>
            <a:ahLst/>
            <a:cxnLst/>
            <a:rect l="l" t="t" r="r" b="b"/>
            <a:pathLst>
              <a:path w="709929" h="727710">
                <a:moveTo>
                  <a:pt x="354761" y="727468"/>
                </a:moveTo>
                <a:lnTo>
                  <a:pt x="306570" y="724148"/>
                </a:lnTo>
                <a:lnTo>
                  <a:pt x="260346" y="714475"/>
                </a:lnTo>
                <a:lnTo>
                  <a:pt x="216515" y="698884"/>
                </a:lnTo>
                <a:lnTo>
                  <a:pt x="175501" y="677807"/>
                </a:lnTo>
                <a:lnTo>
                  <a:pt x="137731" y="651679"/>
                </a:lnTo>
                <a:lnTo>
                  <a:pt x="103631" y="620933"/>
                </a:lnTo>
                <a:lnTo>
                  <a:pt x="73693" y="586102"/>
                </a:lnTo>
                <a:lnTo>
                  <a:pt x="48219" y="547469"/>
                </a:lnTo>
                <a:lnTo>
                  <a:pt x="27688" y="505532"/>
                </a:lnTo>
                <a:lnTo>
                  <a:pt x="12525" y="460726"/>
                </a:lnTo>
                <a:lnTo>
                  <a:pt x="3154" y="413486"/>
                </a:lnTo>
                <a:lnTo>
                  <a:pt x="0" y="364248"/>
                </a:lnTo>
                <a:lnTo>
                  <a:pt x="3154" y="314774"/>
                </a:lnTo>
                <a:lnTo>
                  <a:pt x="12525" y="267337"/>
                </a:lnTo>
                <a:lnTo>
                  <a:pt x="27688" y="222370"/>
                </a:lnTo>
                <a:lnTo>
                  <a:pt x="48219" y="180304"/>
                </a:lnTo>
                <a:lnTo>
                  <a:pt x="73693" y="141570"/>
                </a:lnTo>
                <a:lnTo>
                  <a:pt x="103756" y="106537"/>
                </a:lnTo>
                <a:lnTo>
                  <a:pt x="137825" y="75789"/>
                </a:lnTo>
                <a:lnTo>
                  <a:pt x="175565" y="49661"/>
                </a:lnTo>
                <a:lnTo>
                  <a:pt x="216552" y="28584"/>
                </a:lnTo>
                <a:lnTo>
                  <a:pt x="260364" y="12993"/>
                </a:lnTo>
                <a:lnTo>
                  <a:pt x="306575" y="3320"/>
                </a:lnTo>
                <a:lnTo>
                  <a:pt x="354761" y="0"/>
                </a:lnTo>
                <a:lnTo>
                  <a:pt x="402953" y="3320"/>
                </a:lnTo>
                <a:lnTo>
                  <a:pt x="449179" y="12995"/>
                </a:lnTo>
                <a:lnTo>
                  <a:pt x="493014" y="28592"/>
                </a:lnTo>
                <a:lnTo>
                  <a:pt x="534035" y="49680"/>
                </a:lnTo>
                <a:lnTo>
                  <a:pt x="571819" y="75826"/>
                </a:lnTo>
                <a:lnTo>
                  <a:pt x="605939" y="106600"/>
                </a:lnTo>
                <a:lnTo>
                  <a:pt x="635905" y="141469"/>
                </a:lnTo>
                <a:lnTo>
                  <a:pt x="661416" y="180153"/>
                </a:lnTo>
                <a:lnTo>
                  <a:pt x="681995" y="222156"/>
                </a:lnTo>
                <a:lnTo>
                  <a:pt x="697218" y="267043"/>
                </a:lnTo>
                <a:lnTo>
                  <a:pt x="706662" y="314383"/>
                </a:lnTo>
                <a:lnTo>
                  <a:pt x="709904" y="363740"/>
                </a:lnTo>
                <a:lnTo>
                  <a:pt x="706662" y="413095"/>
                </a:lnTo>
                <a:lnTo>
                  <a:pt x="697218" y="460432"/>
                </a:lnTo>
                <a:lnTo>
                  <a:pt x="681995" y="505317"/>
                </a:lnTo>
                <a:lnTo>
                  <a:pt x="661416" y="547318"/>
                </a:lnTo>
                <a:lnTo>
                  <a:pt x="635905" y="586001"/>
                </a:lnTo>
                <a:lnTo>
                  <a:pt x="605814" y="620996"/>
                </a:lnTo>
                <a:lnTo>
                  <a:pt x="571725" y="651716"/>
                </a:lnTo>
                <a:lnTo>
                  <a:pt x="533972" y="677826"/>
                </a:lnTo>
                <a:lnTo>
                  <a:pt x="492976" y="698892"/>
                </a:lnTo>
                <a:lnTo>
                  <a:pt x="449161" y="714477"/>
                </a:lnTo>
                <a:lnTo>
                  <a:pt x="402948" y="724148"/>
                </a:lnTo>
                <a:lnTo>
                  <a:pt x="354761" y="727468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95113" y="397302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52197" y="2229827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数值类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2197" y="3920921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数值运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算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0"/>
            <a:ext cx="2857500" cy="1476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39878" y="2909912"/>
            <a:ext cx="3082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05657"/>
                </a:solidFill>
                <a:latin typeface="宋体"/>
                <a:cs typeface="宋体"/>
              </a:rPr>
              <a:t>数值类</a:t>
            </a:r>
            <a:r>
              <a:rPr dirty="0" spc="-25" b="1">
                <a:solidFill>
                  <a:srgbClr val="205657"/>
                </a:solidFill>
                <a:latin typeface="宋体"/>
                <a:cs typeface="宋体"/>
              </a:rPr>
              <a:t>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数值类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0183" y="1258824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20" y="745949"/>
                </a:lnTo>
                <a:lnTo>
                  <a:pt x="36776" y="718875"/>
                </a:lnTo>
                <a:lnTo>
                  <a:pt x="9766" y="678692"/>
                </a:lnTo>
                <a:lnTo>
                  <a:pt x="0" y="629412"/>
                </a:lnTo>
                <a:lnTo>
                  <a:pt x="0" y="126491"/>
                </a:lnTo>
                <a:lnTo>
                  <a:pt x="9766" y="77020"/>
                </a:lnTo>
                <a:lnTo>
                  <a:pt x="36776" y="36776"/>
                </a:lnTo>
                <a:lnTo>
                  <a:pt x="77020" y="9766"/>
                </a:lnTo>
                <a:lnTo>
                  <a:pt x="126491" y="0"/>
                </a:lnTo>
                <a:lnTo>
                  <a:pt x="10674096" y="0"/>
                </a:lnTo>
                <a:lnTo>
                  <a:pt x="10722990" y="9766"/>
                </a:lnTo>
                <a:lnTo>
                  <a:pt x="10763045" y="36776"/>
                </a:lnTo>
                <a:lnTo>
                  <a:pt x="10790248" y="77020"/>
                </a:lnTo>
                <a:lnTo>
                  <a:pt x="10800588" y="126491"/>
                </a:lnTo>
                <a:lnTo>
                  <a:pt x="10800588" y="629412"/>
                </a:lnTo>
                <a:lnTo>
                  <a:pt x="10790248" y="678692"/>
                </a:lnTo>
                <a:lnTo>
                  <a:pt x="10763045" y="718875"/>
                </a:lnTo>
                <a:lnTo>
                  <a:pt x="10722990" y="745949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9825" y="1487309"/>
            <a:ext cx="383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在Python中，主要的数值类型有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2540507"/>
            <a:ext cx="10799445" cy="3108960"/>
          </a:xfrm>
          <a:custGeom>
            <a:avLst/>
            <a:gdLst/>
            <a:ahLst/>
            <a:cxnLst/>
            <a:rect l="l" t="t" r="r" b="b"/>
            <a:pathLst>
              <a:path w="10799445" h="3108960">
                <a:moveTo>
                  <a:pt x="10280904" y="3108960"/>
                </a:moveTo>
                <a:lnTo>
                  <a:pt x="518159" y="3108960"/>
                </a:lnTo>
                <a:lnTo>
                  <a:pt x="470917" y="3106762"/>
                </a:lnTo>
                <a:lnTo>
                  <a:pt x="424870" y="3100461"/>
                </a:lnTo>
                <a:lnTo>
                  <a:pt x="380201" y="3090238"/>
                </a:lnTo>
                <a:lnTo>
                  <a:pt x="337094" y="3076278"/>
                </a:lnTo>
                <a:lnTo>
                  <a:pt x="295732" y="3058763"/>
                </a:lnTo>
                <a:lnTo>
                  <a:pt x="256297" y="3037876"/>
                </a:lnTo>
                <a:lnTo>
                  <a:pt x="218972" y="3013800"/>
                </a:lnTo>
                <a:lnTo>
                  <a:pt x="183940" y="2986718"/>
                </a:lnTo>
                <a:lnTo>
                  <a:pt x="151385" y="2956812"/>
                </a:lnTo>
                <a:lnTo>
                  <a:pt x="121489" y="2924266"/>
                </a:lnTo>
                <a:lnTo>
                  <a:pt x="94435" y="2889263"/>
                </a:lnTo>
                <a:lnTo>
                  <a:pt x="70405" y="2851985"/>
                </a:lnTo>
                <a:lnTo>
                  <a:pt x="49584" y="2812616"/>
                </a:lnTo>
                <a:lnTo>
                  <a:pt x="32154" y="2771338"/>
                </a:lnTo>
                <a:lnTo>
                  <a:pt x="18297" y="2728334"/>
                </a:lnTo>
                <a:lnTo>
                  <a:pt x="8197" y="2683788"/>
                </a:lnTo>
                <a:lnTo>
                  <a:pt x="2037" y="2637882"/>
                </a:lnTo>
                <a:lnTo>
                  <a:pt x="0" y="2590800"/>
                </a:lnTo>
                <a:lnTo>
                  <a:pt x="0" y="518160"/>
                </a:lnTo>
                <a:lnTo>
                  <a:pt x="2037" y="470917"/>
                </a:lnTo>
                <a:lnTo>
                  <a:pt x="8197" y="424870"/>
                </a:lnTo>
                <a:lnTo>
                  <a:pt x="18297" y="380201"/>
                </a:lnTo>
                <a:lnTo>
                  <a:pt x="32154" y="337094"/>
                </a:lnTo>
                <a:lnTo>
                  <a:pt x="49584" y="295732"/>
                </a:lnTo>
                <a:lnTo>
                  <a:pt x="70405" y="256297"/>
                </a:lnTo>
                <a:lnTo>
                  <a:pt x="94435" y="218972"/>
                </a:lnTo>
                <a:lnTo>
                  <a:pt x="121489" y="183940"/>
                </a:lnTo>
                <a:lnTo>
                  <a:pt x="151385" y="151385"/>
                </a:lnTo>
                <a:lnTo>
                  <a:pt x="183940" y="121489"/>
                </a:lnTo>
                <a:lnTo>
                  <a:pt x="218972" y="94435"/>
                </a:lnTo>
                <a:lnTo>
                  <a:pt x="256297" y="70405"/>
                </a:lnTo>
                <a:lnTo>
                  <a:pt x="295732" y="49584"/>
                </a:lnTo>
                <a:lnTo>
                  <a:pt x="337094" y="32154"/>
                </a:lnTo>
                <a:lnTo>
                  <a:pt x="380201" y="18297"/>
                </a:lnTo>
                <a:lnTo>
                  <a:pt x="424870" y="8197"/>
                </a:lnTo>
                <a:lnTo>
                  <a:pt x="470917" y="2037"/>
                </a:lnTo>
                <a:lnTo>
                  <a:pt x="518159" y="0"/>
                </a:lnTo>
                <a:lnTo>
                  <a:pt x="10280904" y="0"/>
                </a:lnTo>
                <a:lnTo>
                  <a:pt x="10328146" y="2037"/>
                </a:lnTo>
                <a:lnTo>
                  <a:pt x="10374193" y="8197"/>
                </a:lnTo>
                <a:lnTo>
                  <a:pt x="10418862" y="18297"/>
                </a:lnTo>
                <a:lnTo>
                  <a:pt x="10461969" y="32154"/>
                </a:lnTo>
                <a:lnTo>
                  <a:pt x="10503331" y="49584"/>
                </a:lnTo>
                <a:lnTo>
                  <a:pt x="10542766" y="70405"/>
                </a:lnTo>
                <a:lnTo>
                  <a:pt x="10580091" y="94435"/>
                </a:lnTo>
                <a:lnTo>
                  <a:pt x="10615123" y="121489"/>
                </a:lnTo>
                <a:lnTo>
                  <a:pt x="10647678" y="151385"/>
                </a:lnTo>
                <a:lnTo>
                  <a:pt x="10677574" y="183940"/>
                </a:lnTo>
                <a:lnTo>
                  <a:pt x="10704628" y="218972"/>
                </a:lnTo>
                <a:lnTo>
                  <a:pt x="10728658" y="256297"/>
                </a:lnTo>
                <a:lnTo>
                  <a:pt x="10749479" y="295732"/>
                </a:lnTo>
                <a:lnTo>
                  <a:pt x="10766909" y="337094"/>
                </a:lnTo>
                <a:lnTo>
                  <a:pt x="10780766" y="380201"/>
                </a:lnTo>
                <a:lnTo>
                  <a:pt x="10790866" y="424870"/>
                </a:lnTo>
                <a:lnTo>
                  <a:pt x="10797026" y="470917"/>
                </a:lnTo>
                <a:lnTo>
                  <a:pt x="10799064" y="518160"/>
                </a:lnTo>
                <a:lnTo>
                  <a:pt x="10799064" y="2590800"/>
                </a:lnTo>
                <a:lnTo>
                  <a:pt x="10797026" y="2637882"/>
                </a:lnTo>
                <a:lnTo>
                  <a:pt x="10790866" y="2683788"/>
                </a:lnTo>
                <a:lnTo>
                  <a:pt x="10780766" y="2728334"/>
                </a:lnTo>
                <a:lnTo>
                  <a:pt x="10766909" y="2771338"/>
                </a:lnTo>
                <a:lnTo>
                  <a:pt x="10749479" y="2812616"/>
                </a:lnTo>
                <a:lnTo>
                  <a:pt x="10728658" y="2851985"/>
                </a:lnTo>
                <a:lnTo>
                  <a:pt x="10704628" y="2889263"/>
                </a:lnTo>
                <a:lnTo>
                  <a:pt x="10677574" y="2924266"/>
                </a:lnTo>
                <a:lnTo>
                  <a:pt x="10647678" y="2956812"/>
                </a:lnTo>
                <a:lnTo>
                  <a:pt x="10615123" y="2986718"/>
                </a:lnTo>
                <a:lnTo>
                  <a:pt x="10580091" y="3013800"/>
                </a:lnTo>
                <a:lnTo>
                  <a:pt x="10542766" y="3037876"/>
                </a:lnTo>
                <a:lnTo>
                  <a:pt x="10503331" y="3058763"/>
                </a:lnTo>
                <a:lnTo>
                  <a:pt x="10461969" y="3076278"/>
                </a:lnTo>
                <a:lnTo>
                  <a:pt x="10418862" y="3090238"/>
                </a:lnTo>
                <a:lnTo>
                  <a:pt x="10374193" y="3100461"/>
                </a:lnTo>
                <a:lnTo>
                  <a:pt x="10328146" y="3106762"/>
                </a:lnTo>
                <a:lnTo>
                  <a:pt x="10280904" y="31089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09" y="2533650"/>
            <a:ext cx="10812780" cy="3111500"/>
          </a:xfrm>
          <a:custGeom>
            <a:avLst/>
            <a:gdLst/>
            <a:ahLst/>
            <a:cxnLst/>
            <a:rect l="l" t="t" r="r" b="b"/>
            <a:pathLst>
              <a:path w="10812780" h="3111500">
                <a:moveTo>
                  <a:pt x="10406710" y="12700"/>
                </a:moveTo>
                <a:lnTo>
                  <a:pt x="406069" y="12700"/>
                </a:lnTo>
                <a:lnTo>
                  <a:pt x="418820" y="0"/>
                </a:lnTo>
                <a:lnTo>
                  <a:pt x="10393959" y="0"/>
                </a:lnTo>
                <a:lnTo>
                  <a:pt x="10406710" y="12700"/>
                </a:lnTo>
                <a:close/>
              </a:path>
              <a:path w="10812780" h="3111500">
                <a:moveTo>
                  <a:pt x="408851" y="25400"/>
                </a:moveTo>
                <a:lnTo>
                  <a:pt x="356298" y="25400"/>
                </a:lnTo>
                <a:lnTo>
                  <a:pt x="368541" y="12700"/>
                </a:lnTo>
                <a:lnTo>
                  <a:pt x="421436" y="12700"/>
                </a:lnTo>
                <a:lnTo>
                  <a:pt x="408851" y="25400"/>
                </a:lnTo>
                <a:close/>
              </a:path>
              <a:path w="10812780" h="3111500">
                <a:moveTo>
                  <a:pt x="10456481" y="25400"/>
                </a:moveTo>
                <a:lnTo>
                  <a:pt x="10403928" y="25400"/>
                </a:lnTo>
                <a:lnTo>
                  <a:pt x="10391343" y="12700"/>
                </a:lnTo>
                <a:lnTo>
                  <a:pt x="10444238" y="12700"/>
                </a:lnTo>
                <a:lnTo>
                  <a:pt x="10456481" y="25400"/>
                </a:lnTo>
                <a:close/>
              </a:path>
              <a:path w="10812780" h="3111500">
                <a:moveTo>
                  <a:pt x="360286" y="38100"/>
                </a:moveTo>
                <a:lnTo>
                  <a:pt x="320357" y="38100"/>
                </a:lnTo>
                <a:lnTo>
                  <a:pt x="332193" y="25400"/>
                </a:lnTo>
                <a:lnTo>
                  <a:pt x="372389" y="25400"/>
                </a:lnTo>
                <a:lnTo>
                  <a:pt x="360286" y="38100"/>
                </a:lnTo>
                <a:close/>
              </a:path>
              <a:path w="10812780" h="3111500">
                <a:moveTo>
                  <a:pt x="10492422" y="38100"/>
                </a:moveTo>
                <a:lnTo>
                  <a:pt x="10452493" y="38100"/>
                </a:lnTo>
                <a:lnTo>
                  <a:pt x="10440390" y="25400"/>
                </a:lnTo>
                <a:lnTo>
                  <a:pt x="10480586" y="25400"/>
                </a:lnTo>
                <a:lnTo>
                  <a:pt x="10492422" y="38100"/>
                </a:lnTo>
                <a:close/>
              </a:path>
              <a:path w="10812780" h="3111500">
                <a:moveTo>
                  <a:pt x="325221" y="50800"/>
                </a:moveTo>
                <a:lnTo>
                  <a:pt x="297116" y="50800"/>
                </a:lnTo>
                <a:lnTo>
                  <a:pt x="308660" y="38100"/>
                </a:lnTo>
                <a:lnTo>
                  <a:pt x="336918" y="38100"/>
                </a:lnTo>
                <a:lnTo>
                  <a:pt x="325221" y="50800"/>
                </a:lnTo>
                <a:close/>
              </a:path>
              <a:path w="10812780" h="3111500">
                <a:moveTo>
                  <a:pt x="10515663" y="50800"/>
                </a:moveTo>
                <a:lnTo>
                  <a:pt x="10487558" y="50800"/>
                </a:lnTo>
                <a:lnTo>
                  <a:pt x="10475861" y="38100"/>
                </a:lnTo>
                <a:lnTo>
                  <a:pt x="10504119" y="38100"/>
                </a:lnTo>
                <a:lnTo>
                  <a:pt x="10515663" y="50800"/>
                </a:lnTo>
                <a:close/>
              </a:path>
              <a:path w="10812780" h="3111500">
                <a:moveTo>
                  <a:pt x="291452" y="63500"/>
                </a:moveTo>
                <a:lnTo>
                  <a:pt x="263436" y="63500"/>
                </a:lnTo>
                <a:lnTo>
                  <a:pt x="274497" y="50800"/>
                </a:lnTo>
                <a:lnTo>
                  <a:pt x="302691" y="50800"/>
                </a:lnTo>
                <a:lnTo>
                  <a:pt x="291452" y="63500"/>
                </a:lnTo>
                <a:close/>
              </a:path>
              <a:path w="10812780" h="3111500">
                <a:moveTo>
                  <a:pt x="10549343" y="63500"/>
                </a:moveTo>
                <a:lnTo>
                  <a:pt x="10521327" y="63500"/>
                </a:lnTo>
                <a:lnTo>
                  <a:pt x="10510075" y="50800"/>
                </a:lnTo>
                <a:lnTo>
                  <a:pt x="10538282" y="50800"/>
                </a:lnTo>
                <a:lnTo>
                  <a:pt x="10549343" y="63500"/>
                </a:lnTo>
                <a:close/>
              </a:path>
              <a:path w="10812780" h="3111500">
                <a:moveTo>
                  <a:pt x="248589" y="88900"/>
                </a:moveTo>
                <a:lnTo>
                  <a:pt x="231254" y="88900"/>
                </a:lnTo>
                <a:lnTo>
                  <a:pt x="241808" y="76200"/>
                </a:lnTo>
                <a:lnTo>
                  <a:pt x="252526" y="63500"/>
                </a:lnTo>
                <a:lnTo>
                  <a:pt x="280631" y="63500"/>
                </a:lnTo>
                <a:lnTo>
                  <a:pt x="269697" y="76200"/>
                </a:lnTo>
                <a:lnTo>
                  <a:pt x="259194" y="76200"/>
                </a:lnTo>
                <a:lnTo>
                  <a:pt x="248589" y="88900"/>
                </a:lnTo>
                <a:close/>
              </a:path>
              <a:path w="10812780" h="3111500">
                <a:moveTo>
                  <a:pt x="10581525" y="88900"/>
                </a:moveTo>
                <a:lnTo>
                  <a:pt x="10564190" y="88900"/>
                </a:lnTo>
                <a:lnTo>
                  <a:pt x="10553585" y="76200"/>
                </a:lnTo>
                <a:lnTo>
                  <a:pt x="10543082" y="76200"/>
                </a:lnTo>
                <a:lnTo>
                  <a:pt x="10532148" y="63500"/>
                </a:lnTo>
                <a:lnTo>
                  <a:pt x="10560240" y="63500"/>
                </a:lnTo>
                <a:lnTo>
                  <a:pt x="10570972" y="76200"/>
                </a:lnTo>
                <a:lnTo>
                  <a:pt x="10581525" y="88900"/>
                </a:lnTo>
                <a:close/>
              </a:path>
              <a:path w="10812780" h="3111500">
                <a:moveTo>
                  <a:pt x="228180" y="101600"/>
                </a:moveTo>
                <a:lnTo>
                  <a:pt x="210693" y="101600"/>
                </a:lnTo>
                <a:lnTo>
                  <a:pt x="220878" y="88900"/>
                </a:lnTo>
                <a:lnTo>
                  <a:pt x="238429" y="88900"/>
                </a:lnTo>
                <a:lnTo>
                  <a:pt x="228180" y="101600"/>
                </a:lnTo>
                <a:close/>
              </a:path>
              <a:path w="10812780" h="3111500">
                <a:moveTo>
                  <a:pt x="10602087" y="101600"/>
                </a:moveTo>
                <a:lnTo>
                  <a:pt x="10584599" y="101600"/>
                </a:lnTo>
                <a:lnTo>
                  <a:pt x="10574350" y="88900"/>
                </a:lnTo>
                <a:lnTo>
                  <a:pt x="10591901" y="88900"/>
                </a:lnTo>
                <a:lnTo>
                  <a:pt x="10602087" y="101600"/>
                </a:lnTo>
                <a:close/>
              </a:path>
              <a:path w="10812780" h="3111500">
                <a:moveTo>
                  <a:pt x="198894" y="127000"/>
                </a:moveTo>
                <a:lnTo>
                  <a:pt x="181254" y="127000"/>
                </a:lnTo>
                <a:lnTo>
                  <a:pt x="190868" y="114300"/>
                </a:lnTo>
                <a:lnTo>
                  <a:pt x="200685" y="101600"/>
                </a:lnTo>
                <a:lnTo>
                  <a:pt x="228295" y="101600"/>
                </a:lnTo>
                <a:lnTo>
                  <a:pt x="218236" y="114300"/>
                </a:lnTo>
                <a:lnTo>
                  <a:pt x="208597" y="114300"/>
                </a:lnTo>
                <a:lnTo>
                  <a:pt x="198894" y="127000"/>
                </a:lnTo>
                <a:close/>
              </a:path>
              <a:path w="10812780" h="3111500">
                <a:moveTo>
                  <a:pt x="10631525" y="127000"/>
                </a:moveTo>
                <a:lnTo>
                  <a:pt x="10613885" y="127000"/>
                </a:lnTo>
                <a:lnTo>
                  <a:pt x="10604182" y="114300"/>
                </a:lnTo>
                <a:lnTo>
                  <a:pt x="10594543" y="114300"/>
                </a:lnTo>
                <a:lnTo>
                  <a:pt x="10584484" y="101600"/>
                </a:lnTo>
                <a:lnTo>
                  <a:pt x="10612094" y="101600"/>
                </a:lnTo>
                <a:lnTo>
                  <a:pt x="10621911" y="114300"/>
                </a:lnTo>
                <a:lnTo>
                  <a:pt x="10631525" y="127000"/>
                </a:lnTo>
                <a:close/>
              </a:path>
              <a:path w="10812780" h="3111500">
                <a:moveTo>
                  <a:pt x="171335" y="152400"/>
                </a:moveTo>
                <a:lnTo>
                  <a:pt x="153631" y="152400"/>
                </a:lnTo>
                <a:lnTo>
                  <a:pt x="162636" y="139700"/>
                </a:lnTo>
                <a:lnTo>
                  <a:pt x="171843" y="127000"/>
                </a:lnTo>
                <a:lnTo>
                  <a:pt x="189636" y="127000"/>
                </a:lnTo>
                <a:lnTo>
                  <a:pt x="180327" y="139700"/>
                </a:lnTo>
                <a:lnTo>
                  <a:pt x="171335" y="152400"/>
                </a:lnTo>
                <a:close/>
              </a:path>
              <a:path w="10812780" h="3111500">
                <a:moveTo>
                  <a:pt x="10659148" y="152400"/>
                </a:moveTo>
                <a:lnTo>
                  <a:pt x="10641444" y="152400"/>
                </a:lnTo>
                <a:lnTo>
                  <a:pt x="10632338" y="139700"/>
                </a:lnTo>
                <a:lnTo>
                  <a:pt x="10623143" y="127000"/>
                </a:lnTo>
                <a:lnTo>
                  <a:pt x="10640936" y="127000"/>
                </a:lnTo>
                <a:lnTo>
                  <a:pt x="10650143" y="139700"/>
                </a:lnTo>
                <a:lnTo>
                  <a:pt x="10659148" y="152400"/>
                </a:lnTo>
                <a:close/>
              </a:path>
              <a:path w="10812780" h="3111500">
                <a:moveTo>
                  <a:pt x="129527" y="190500"/>
                </a:moveTo>
                <a:lnTo>
                  <a:pt x="119773" y="190500"/>
                </a:lnTo>
                <a:lnTo>
                  <a:pt x="127901" y="177800"/>
                </a:lnTo>
                <a:lnTo>
                  <a:pt x="136258" y="165100"/>
                </a:lnTo>
                <a:lnTo>
                  <a:pt x="144830" y="152400"/>
                </a:lnTo>
                <a:lnTo>
                  <a:pt x="162661" y="152400"/>
                </a:lnTo>
                <a:lnTo>
                  <a:pt x="153974" y="165100"/>
                </a:lnTo>
                <a:lnTo>
                  <a:pt x="145605" y="177800"/>
                </a:lnTo>
                <a:lnTo>
                  <a:pt x="137553" y="177800"/>
                </a:lnTo>
                <a:lnTo>
                  <a:pt x="129527" y="190500"/>
                </a:lnTo>
                <a:close/>
              </a:path>
              <a:path w="10812780" h="3111500">
                <a:moveTo>
                  <a:pt x="10693006" y="190500"/>
                </a:moveTo>
                <a:lnTo>
                  <a:pt x="10683252" y="190500"/>
                </a:lnTo>
                <a:lnTo>
                  <a:pt x="10675226" y="177800"/>
                </a:lnTo>
                <a:lnTo>
                  <a:pt x="10667174" y="177800"/>
                </a:lnTo>
                <a:lnTo>
                  <a:pt x="10658703" y="165100"/>
                </a:lnTo>
                <a:lnTo>
                  <a:pt x="10650118" y="152400"/>
                </a:lnTo>
                <a:lnTo>
                  <a:pt x="10667936" y="152400"/>
                </a:lnTo>
                <a:lnTo>
                  <a:pt x="10676521" y="165100"/>
                </a:lnTo>
                <a:lnTo>
                  <a:pt x="10684878" y="177800"/>
                </a:lnTo>
                <a:lnTo>
                  <a:pt x="10693006" y="190500"/>
                </a:lnTo>
                <a:close/>
              </a:path>
              <a:path w="10812780" h="3111500">
                <a:moveTo>
                  <a:pt x="93281" y="241300"/>
                </a:moveTo>
                <a:lnTo>
                  <a:pt x="82638" y="241300"/>
                </a:lnTo>
                <a:lnTo>
                  <a:pt x="89585" y="228600"/>
                </a:lnTo>
                <a:lnTo>
                  <a:pt x="96774" y="215900"/>
                </a:lnTo>
                <a:lnTo>
                  <a:pt x="104203" y="203200"/>
                </a:lnTo>
                <a:lnTo>
                  <a:pt x="111874" y="190500"/>
                </a:lnTo>
                <a:lnTo>
                  <a:pt x="129616" y="190500"/>
                </a:lnTo>
                <a:lnTo>
                  <a:pt x="121818" y="203200"/>
                </a:lnTo>
                <a:lnTo>
                  <a:pt x="114325" y="215900"/>
                </a:lnTo>
                <a:lnTo>
                  <a:pt x="107162" y="215900"/>
                </a:lnTo>
                <a:lnTo>
                  <a:pt x="100063" y="228600"/>
                </a:lnTo>
                <a:lnTo>
                  <a:pt x="93281" y="241300"/>
                </a:lnTo>
                <a:close/>
              </a:path>
              <a:path w="10812780" h="3111500">
                <a:moveTo>
                  <a:pt x="10730141" y="241300"/>
                </a:moveTo>
                <a:lnTo>
                  <a:pt x="10719498" y="241300"/>
                </a:lnTo>
                <a:lnTo>
                  <a:pt x="10712627" y="228600"/>
                </a:lnTo>
                <a:lnTo>
                  <a:pt x="10705604" y="215900"/>
                </a:lnTo>
                <a:lnTo>
                  <a:pt x="10698454" y="215900"/>
                </a:lnTo>
                <a:lnTo>
                  <a:pt x="10690872" y="203200"/>
                </a:lnTo>
                <a:lnTo>
                  <a:pt x="10683163" y="190500"/>
                </a:lnTo>
                <a:lnTo>
                  <a:pt x="10700905" y="190500"/>
                </a:lnTo>
                <a:lnTo>
                  <a:pt x="10708576" y="203200"/>
                </a:lnTo>
                <a:lnTo>
                  <a:pt x="10716006" y="215900"/>
                </a:lnTo>
                <a:lnTo>
                  <a:pt x="10723194" y="228600"/>
                </a:lnTo>
                <a:lnTo>
                  <a:pt x="10730141" y="241300"/>
                </a:lnTo>
                <a:close/>
              </a:path>
              <a:path w="10812780" h="3111500">
                <a:moveTo>
                  <a:pt x="35687" y="368300"/>
                </a:moveTo>
                <a:lnTo>
                  <a:pt x="23583" y="368300"/>
                </a:lnTo>
                <a:lnTo>
                  <a:pt x="27559" y="355600"/>
                </a:lnTo>
                <a:lnTo>
                  <a:pt x="41224" y="317500"/>
                </a:lnTo>
                <a:lnTo>
                  <a:pt x="57391" y="279400"/>
                </a:lnTo>
                <a:lnTo>
                  <a:pt x="75946" y="241300"/>
                </a:lnTo>
                <a:lnTo>
                  <a:pt x="93370" y="241300"/>
                </a:lnTo>
                <a:lnTo>
                  <a:pt x="86753" y="254000"/>
                </a:lnTo>
                <a:lnTo>
                  <a:pt x="80467" y="266700"/>
                </a:lnTo>
                <a:lnTo>
                  <a:pt x="74434" y="279400"/>
                </a:lnTo>
                <a:lnTo>
                  <a:pt x="68719" y="279400"/>
                </a:lnTo>
                <a:lnTo>
                  <a:pt x="63131" y="292100"/>
                </a:lnTo>
                <a:lnTo>
                  <a:pt x="57873" y="304800"/>
                </a:lnTo>
                <a:lnTo>
                  <a:pt x="52882" y="317500"/>
                </a:lnTo>
                <a:lnTo>
                  <a:pt x="48171" y="330200"/>
                </a:lnTo>
                <a:lnTo>
                  <a:pt x="43726" y="342900"/>
                </a:lnTo>
                <a:lnTo>
                  <a:pt x="39560" y="355600"/>
                </a:lnTo>
                <a:lnTo>
                  <a:pt x="35687" y="368300"/>
                </a:lnTo>
                <a:close/>
              </a:path>
              <a:path w="10812780" h="3111500">
                <a:moveTo>
                  <a:pt x="10789196" y="368300"/>
                </a:moveTo>
                <a:lnTo>
                  <a:pt x="10777093" y="368300"/>
                </a:lnTo>
                <a:lnTo>
                  <a:pt x="10773168" y="355600"/>
                </a:lnTo>
                <a:lnTo>
                  <a:pt x="10769003" y="342900"/>
                </a:lnTo>
                <a:lnTo>
                  <a:pt x="10764545" y="330200"/>
                </a:lnTo>
                <a:lnTo>
                  <a:pt x="10759833" y="317500"/>
                </a:lnTo>
                <a:lnTo>
                  <a:pt x="10754842" y="304800"/>
                </a:lnTo>
                <a:lnTo>
                  <a:pt x="10749584" y="292100"/>
                </a:lnTo>
                <a:lnTo>
                  <a:pt x="10744060" y="279400"/>
                </a:lnTo>
                <a:lnTo>
                  <a:pt x="10738345" y="279400"/>
                </a:lnTo>
                <a:lnTo>
                  <a:pt x="10732236" y="266700"/>
                </a:lnTo>
                <a:lnTo>
                  <a:pt x="10725950" y="254000"/>
                </a:lnTo>
                <a:lnTo>
                  <a:pt x="10719409" y="241300"/>
                </a:lnTo>
                <a:lnTo>
                  <a:pt x="10736834" y="241300"/>
                </a:lnTo>
                <a:lnTo>
                  <a:pt x="10755388" y="279400"/>
                </a:lnTo>
                <a:lnTo>
                  <a:pt x="10771555" y="317500"/>
                </a:lnTo>
                <a:lnTo>
                  <a:pt x="10785221" y="355600"/>
                </a:lnTo>
                <a:lnTo>
                  <a:pt x="10789196" y="368300"/>
                </a:lnTo>
                <a:close/>
              </a:path>
              <a:path w="10812780" h="3111500">
                <a:moveTo>
                  <a:pt x="86829" y="2857500"/>
                </a:moveTo>
                <a:lnTo>
                  <a:pt x="69494" y="2857500"/>
                </a:lnTo>
                <a:lnTo>
                  <a:pt x="63309" y="2844800"/>
                </a:lnTo>
                <a:lnTo>
                  <a:pt x="46342" y="2806700"/>
                </a:lnTo>
                <a:lnTo>
                  <a:pt x="31826" y="2768600"/>
                </a:lnTo>
                <a:lnTo>
                  <a:pt x="19900" y="2730500"/>
                </a:lnTo>
                <a:lnTo>
                  <a:pt x="10655" y="2692400"/>
                </a:lnTo>
                <a:lnTo>
                  <a:pt x="4216" y="2654300"/>
                </a:lnTo>
                <a:lnTo>
                  <a:pt x="685" y="2616200"/>
                </a:lnTo>
                <a:lnTo>
                  <a:pt x="0" y="2590800"/>
                </a:lnTo>
                <a:lnTo>
                  <a:pt x="0" y="520700"/>
                </a:lnTo>
                <a:lnTo>
                  <a:pt x="1524" y="482600"/>
                </a:lnTo>
                <a:lnTo>
                  <a:pt x="6045" y="444500"/>
                </a:lnTo>
                <a:lnTo>
                  <a:pt x="8191" y="419100"/>
                </a:lnTo>
                <a:lnTo>
                  <a:pt x="10655" y="406400"/>
                </a:lnTo>
                <a:lnTo>
                  <a:pt x="13436" y="393700"/>
                </a:lnTo>
                <a:lnTo>
                  <a:pt x="16510" y="381000"/>
                </a:lnTo>
                <a:lnTo>
                  <a:pt x="19900" y="368300"/>
                </a:lnTo>
                <a:lnTo>
                  <a:pt x="35737" y="368300"/>
                </a:lnTo>
                <a:lnTo>
                  <a:pt x="32092" y="381000"/>
                </a:lnTo>
                <a:lnTo>
                  <a:pt x="28790" y="393700"/>
                </a:lnTo>
                <a:lnTo>
                  <a:pt x="25793" y="406400"/>
                </a:lnTo>
                <a:lnTo>
                  <a:pt x="23075" y="419100"/>
                </a:lnTo>
                <a:lnTo>
                  <a:pt x="20675" y="431800"/>
                </a:lnTo>
                <a:lnTo>
                  <a:pt x="18580" y="444500"/>
                </a:lnTo>
                <a:lnTo>
                  <a:pt x="16802" y="457200"/>
                </a:lnTo>
                <a:lnTo>
                  <a:pt x="15328" y="469900"/>
                </a:lnTo>
                <a:lnTo>
                  <a:pt x="14185" y="482600"/>
                </a:lnTo>
                <a:lnTo>
                  <a:pt x="13360" y="495300"/>
                </a:lnTo>
                <a:lnTo>
                  <a:pt x="12865" y="508000"/>
                </a:lnTo>
                <a:lnTo>
                  <a:pt x="12700" y="520700"/>
                </a:lnTo>
                <a:lnTo>
                  <a:pt x="12700" y="2590800"/>
                </a:lnTo>
                <a:lnTo>
                  <a:pt x="12865" y="2603500"/>
                </a:lnTo>
                <a:lnTo>
                  <a:pt x="13373" y="2616200"/>
                </a:lnTo>
                <a:lnTo>
                  <a:pt x="14198" y="2628900"/>
                </a:lnTo>
                <a:lnTo>
                  <a:pt x="15354" y="2641600"/>
                </a:lnTo>
                <a:lnTo>
                  <a:pt x="16827" y="2654300"/>
                </a:lnTo>
                <a:lnTo>
                  <a:pt x="18605" y="2667000"/>
                </a:lnTo>
                <a:lnTo>
                  <a:pt x="20713" y="2679700"/>
                </a:lnTo>
                <a:lnTo>
                  <a:pt x="23114" y="2692400"/>
                </a:lnTo>
                <a:lnTo>
                  <a:pt x="25819" y="2705100"/>
                </a:lnTo>
                <a:lnTo>
                  <a:pt x="28829" y="2717800"/>
                </a:lnTo>
                <a:lnTo>
                  <a:pt x="32131" y="2730500"/>
                </a:lnTo>
                <a:lnTo>
                  <a:pt x="35737" y="2743200"/>
                </a:lnTo>
                <a:lnTo>
                  <a:pt x="39611" y="2755900"/>
                </a:lnTo>
                <a:lnTo>
                  <a:pt x="43776" y="2768600"/>
                </a:lnTo>
                <a:lnTo>
                  <a:pt x="48221" y="2781300"/>
                </a:lnTo>
                <a:lnTo>
                  <a:pt x="52946" y="2794000"/>
                </a:lnTo>
                <a:lnTo>
                  <a:pt x="57937" y="2806700"/>
                </a:lnTo>
                <a:lnTo>
                  <a:pt x="63131" y="2806700"/>
                </a:lnTo>
                <a:lnTo>
                  <a:pt x="68719" y="2819400"/>
                </a:lnTo>
                <a:lnTo>
                  <a:pt x="74510" y="2832100"/>
                </a:lnTo>
                <a:lnTo>
                  <a:pt x="80543" y="2844800"/>
                </a:lnTo>
                <a:lnTo>
                  <a:pt x="86829" y="2857500"/>
                </a:lnTo>
                <a:close/>
              </a:path>
              <a:path w="10812780" h="3111500">
                <a:moveTo>
                  <a:pt x="10743285" y="2857500"/>
                </a:moveTo>
                <a:lnTo>
                  <a:pt x="10725950" y="2857500"/>
                </a:lnTo>
                <a:lnTo>
                  <a:pt x="10732312" y="2844800"/>
                </a:lnTo>
                <a:lnTo>
                  <a:pt x="10738345" y="2832100"/>
                </a:lnTo>
                <a:lnTo>
                  <a:pt x="10744123" y="2819400"/>
                </a:lnTo>
                <a:lnTo>
                  <a:pt x="10749648" y="2806700"/>
                </a:lnTo>
                <a:lnTo>
                  <a:pt x="10754842" y="2806700"/>
                </a:lnTo>
                <a:lnTo>
                  <a:pt x="10759897" y="2794000"/>
                </a:lnTo>
                <a:lnTo>
                  <a:pt x="10764608" y="2781300"/>
                </a:lnTo>
                <a:lnTo>
                  <a:pt x="10769053" y="2768600"/>
                </a:lnTo>
                <a:lnTo>
                  <a:pt x="10773219" y="2755900"/>
                </a:lnTo>
                <a:lnTo>
                  <a:pt x="10777093" y="2743200"/>
                </a:lnTo>
                <a:lnTo>
                  <a:pt x="10780687" y="2730500"/>
                </a:lnTo>
                <a:lnTo>
                  <a:pt x="10783989" y="2717800"/>
                </a:lnTo>
                <a:lnTo>
                  <a:pt x="10786986" y="2705100"/>
                </a:lnTo>
                <a:lnTo>
                  <a:pt x="10789691" y="2692400"/>
                </a:lnTo>
                <a:lnTo>
                  <a:pt x="10792104" y="2679700"/>
                </a:lnTo>
                <a:lnTo>
                  <a:pt x="10794199" y="2667000"/>
                </a:lnTo>
                <a:lnTo>
                  <a:pt x="10795977" y="2654300"/>
                </a:lnTo>
                <a:lnTo>
                  <a:pt x="10797451" y="2641600"/>
                </a:lnTo>
                <a:lnTo>
                  <a:pt x="10798594" y="2628900"/>
                </a:lnTo>
                <a:lnTo>
                  <a:pt x="10799419" y="2616200"/>
                </a:lnTo>
                <a:lnTo>
                  <a:pt x="10799914" y="2603500"/>
                </a:lnTo>
                <a:lnTo>
                  <a:pt x="10800080" y="2590800"/>
                </a:lnTo>
                <a:lnTo>
                  <a:pt x="10800080" y="520700"/>
                </a:lnTo>
                <a:lnTo>
                  <a:pt x="10799914" y="508000"/>
                </a:lnTo>
                <a:lnTo>
                  <a:pt x="10799406" y="495300"/>
                </a:lnTo>
                <a:lnTo>
                  <a:pt x="10798581" y="482600"/>
                </a:lnTo>
                <a:lnTo>
                  <a:pt x="10797425" y="469900"/>
                </a:lnTo>
                <a:lnTo>
                  <a:pt x="10795952" y="457200"/>
                </a:lnTo>
                <a:lnTo>
                  <a:pt x="10794174" y="444500"/>
                </a:lnTo>
                <a:lnTo>
                  <a:pt x="10792066" y="431800"/>
                </a:lnTo>
                <a:lnTo>
                  <a:pt x="10789666" y="419100"/>
                </a:lnTo>
                <a:lnTo>
                  <a:pt x="10786960" y="406400"/>
                </a:lnTo>
                <a:lnTo>
                  <a:pt x="10783951" y="393700"/>
                </a:lnTo>
                <a:lnTo>
                  <a:pt x="10780636" y="381000"/>
                </a:lnTo>
                <a:lnTo>
                  <a:pt x="10777042" y="368300"/>
                </a:lnTo>
                <a:lnTo>
                  <a:pt x="10792879" y="368300"/>
                </a:lnTo>
                <a:lnTo>
                  <a:pt x="10802124" y="406400"/>
                </a:lnTo>
                <a:lnTo>
                  <a:pt x="10806734" y="444500"/>
                </a:lnTo>
                <a:lnTo>
                  <a:pt x="10808563" y="457200"/>
                </a:lnTo>
                <a:lnTo>
                  <a:pt x="10812094" y="495300"/>
                </a:lnTo>
                <a:lnTo>
                  <a:pt x="10812780" y="520700"/>
                </a:lnTo>
                <a:lnTo>
                  <a:pt x="10812780" y="2590800"/>
                </a:lnTo>
                <a:lnTo>
                  <a:pt x="10811256" y="2628900"/>
                </a:lnTo>
                <a:lnTo>
                  <a:pt x="10806734" y="2667000"/>
                </a:lnTo>
                <a:lnTo>
                  <a:pt x="10799343" y="2705100"/>
                </a:lnTo>
                <a:lnTo>
                  <a:pt x="10789196" y="2743200"/>
                </a:lnTo>
                <a:lnTo>
                  <a:pt x="10776394" y="2781300"/>
                </a:lnTo>
                <a:lnTo>
                  <a:pt x="10761052" y="2819400"/>
                </a:lnTo>
                <a:lnTo>
                  <a:pt x="10749470" y="2844800"/>
                </a:lnTo>
                <a:lnTo>
                  <a:pt x="10743285" y="2857500"/>
                </a:lnTo>
                <a:close/>
              </a:path>
              <a:path w="10812780" h="3111500">
                <a:moveTo>
                  <a:pt x="121907" y="2908300"/>
                </a:moveTo>
                <a:lnTo>
                  <a:pt x="104203" y="2908300"/>
                </a:lnTo>
                <a:lnTo>
                  <a:pt x="96774" y="2895600"/>
                </a:lnTo>
                <a:lnTo>
                  <a:pt x="89585" y="2882900"/>
                </a:lnTo>
                <a:lnTo>
                  <a:pt x="82638" y="2870200"/>
                </a:lnTo>
                <a:lnTo>
                  <a:pt x="75946" y="2857500"/>
                </a:lnTo>
                <a:lnTo>
                  <a:pt x="86753" y="2857500"/>
                </a:lnTo>
                <a:lnTo>
                  <a:pt x="93370" y="2870200"/>
                </a:lnTo>
                <a:lnTo>
                  <a:pt x="100152" y="2882900"/>
                </a:lnTo>
                <a:lnTo>
                  <a:pt x="107086" y="2882900"/>
                </a:lnTo>
                <a:lnTo>
                  <a:pt x="114427" y="2895600"/>
                </a:lnTo>
                <a:lnTo>
                  <a:pt x="121907" y="2908300"/>
                </a:lnTo>
                <a:close/>
              </a:path>
              <a:path w="10812780" h="3111500">
                <a:moveTo>
                  <a:pt x="10708576" y="2908300"/>
                </a:moveTo>
                <a:lnTo>
                  <a:pt x="10690872" y="2908300"/>
                </a:lnTo>
                <a:lnTo>
                  <a:pt x="10698454" y="2895600"/>
                </a:lnTo>
                <a:lnTo>
                  <a:pt x="10705693" y="2882900"/>
                </a:lnTo>
                <a:lnTo>
                  <a:pt x="10712627" y="2882900"/>
                </a:lnTo>
                <a:lnTo>
                  <a:pt x="10719498" y="2870200"/>
                </a:lnTo>
                <a:lnTo>
                  <a:pt x="10726026" y="2857500"/>
                </a:lnTo>
                <a:lnTo>
                  <a:pt x="10736834" y="2857500"/>
                </a:lnTo>
                <a:lnTo>
                  <a:pt x="10730141" y="2870200"/>
                </a:lnTo>
                <a:lnTo>
                  <a:pt x="10723194" y="2882900"/>
                </a:lnTo>
                <a:lnTo>
                  <a:pt x="10716006" y="2895600"/>
                </a:lnTo>
                <a:lnTo>
                  <a:pt x="10708576" y="2908300"/>
                </a:lnTo>
                <a:close/>
              </a:path>
              <a:path w="10812780" h="3111500">
                <a:moveTo>
                  <a:pt x="154076" y="2946400"/>
                </a:moveTo>
                <a:lnTo>
                  <a:pt x="136258" y="2946400"/>
                </a:lnTo>
                <a:lnTo>
                  <a:pt x="127901" y="2933700"/>
                </a:lnTo>
                <a:lnTo>
                  <a:pt x="119773" y="2921000"/>
                </a:lnTo>
                <a:lnTo>
                  <a:pt x="111874" y="2908300"/>
                </a:lnTo>
                <a:lnTo>
                  <a:pt x="121818" y="2908300"/>
                </a:lnTo>
                <a:lnTo>
                  <a:pt x="129616" y="2921000"/>
                </a:lnTo>
                <a:lnTo>
                  <a:pt x="137452" y="2921000"/>
                </a:lnTo>
                <a:lnTo>
                  <a:pt x="145707" y="2933700"/>
                </a:lnTo>
                <a:lnTo>
                  <a:pt x="154076" y="2946400"/>
                </a:lnTo>
                <a:close/>
              </a:path>
              <a:path w="10812780" h="3111500">
                <a:moveTo>
                  <a:pt x="10676521" y="2946400"/>
                </a:moveTo>
                <a:lnTo>
                  <a:pt x="10658703" y="2946400"/>
                </a:lnTo>
                <a:lnTo>
                  <a:pt x="10667174" y="2933700"/>
                </a:lnTo>
                <a:lnTo>
                  <a:pt x="10675327" y="2921000"/>
                </a:lnTo>
                <a:lnTo>
                  <a:pt x="10683163" y="2921000"/>
                </a:lnTo>
                <a:lnTo>
                  <a:pt x="10690961" y="2908300"/>
                </a:lnTo>
                <a:lnTo>
                  <a:pt x="10700905" y="2908300"/>
                </a:lnTo>
                <a:lnTo>
                  <a:pt x="10693006" y="2921000"/>
                </a:lnTo>
                <a:lnTo>
                  <a:pt x="10684878" y="2933700"/>
                </a:lnTo>
                <a:lnTo>
                  <a:pt x="10676521" y="2946400"/>
                </a:lnTo>
                <a:close/>
              </a:path>
              <a:path w="10812780" h="3111500">
                <a:moveTo>
                  <a:pt x="199021" y="2984500"/>
                </a:moveTo>
                <a:lnTo>
                  <a:pt x="171843" y="2984500"/>
                </a:lnTo>
                <a:lnTo>
                  <a:pt x="162636" y="2971800"/>
                </a:lnTo>
                <a:lnTo>
                  <a:pt x="153631" y="2959100"/>
                </a:lnTo>
                <a:lnTo>
                  <a:pt x="144830" y="2946400"/>
                </a:lnTo>
                <a:lnTo>
                  <a:pt x="153974" y="2946400"/>
                </a:lnTo>
                <a:lnTo>
                  <a:pt x="162661" y="2959100"/>
                </a:lnTo>
                <a:lnTo>
                  <a:pt x="171335" y="2959100"/>
                </a:lnTo>
                <a:lnTo>
                  <a:pt x="180441" y="2971800"/>
                </a:lnTo>
                <a:lnTo>
                  <a:pt x="189522" y="2971800"/>
                </a:lnTo>
                <a:lnTo>
                  <a:pt x="199021" y="2984500"/>
                </a:lnTo>
                <a:close/>
              </a:path>
              <a:path w="10812780" h="3111500">
                <a:moveTo>
                  <a:pt x="171450" y="2959100"/>
                </a:moveTo>
                <a:lnTo>
                  <a:pt x="162661" y="2959100"/>
                </a:lnTo>
                <a:lnTo>
                  <a:pt x="162559" y="2946400"/>
                </a:lnTo>
                <a:lnTo>
                  <a:pt x="171450" y="2959100"/>
                </a:lnTo>
                <a:close/>
              </a:path>
              <a:path w="10812780" h="3111500">
                <a:moveTo>
                  <a:pt x="10650118" y="2959100"/>
                </a:moveTo>
                <a:lnTo>
                  <a:pt x="10641330" y="2959100"/>
                </a:lnTo>
                <a:lnTo>
                  <a:pt x="10650220" y="2946400"/>
                </a:lnTo>
                <a:lnTo>
                  <a:pt x="10650118" y="2959100"/>
                </a:lnTo>
                <a:close/>
              </a:path>
              <a:path w="10812780" h="3111500">
                <a:moveTo>
                  <a:pt x="10640936" y="2984500"/>
                </a:moveTo>
                <a:lnTo>
                  <a:pt x="10613758" y="2984500"/>
                </a:lnTo>
                <a:lnTo>
                  <a:pt x="10623257" y="2971800"/>
                </a:lnTo>
                <a:lnTo>
                  <a:pt x="10632338" y="2971800"/>
                </a:lnTo>
                <a:lnTo>
                  <a:pt x="10641444" y="2959100"/>
                </a:lnTo>
                <a:lnTo>
                  <a:pt x="10650118" y="2959100"/>
                </a:lnTo>
                <a:lnTo>
                  <a:pt x="10658805" y="2946400"/>
                </a:lnTo>
                <a:lnTo>
                  <a:pt x="10667936" y="2946400"/>
                </a:lnTo>
                <a:lnTo>
                  <a:pt x="10659148" y="2959100"/>
                </a:lnTo>
                <a:lnTo>
                  <a:pt x="10650143" y="2971800"/>
                </a:lnTo>
                <a:lnTo>
                  <a:pt x="10640936" y="2984500"/>
                </a:lnTo>
                <a:close/>
              </a:path>
              <a:path w="10812780" h="3111500">
                <a:moveTo>
                  <a:pt x="208597" y="2997200"/>
                </a:moveTo>
                <a:lnTo>
                  <a:pt x="190868" y="2997200"/>
                </a:lnTo>
                <a:lnTo>
                  <a:pt x="181254" y="2984500"/>
                </a:lnTo>
                <a:lnTo>
                  <a:pt x="198894" y="2984500"/>
                </a:lnTo>
                <a:lnTo>
                  <a:pt x="208597" y="2997200"/>
                </a:lnTo>
                <a:close/>
              </a:path>
              <a:path w="10812780" h="3111500">
                <a:moveTo>
                  <a:pt x="10621911" y="2997200"/>
                </a:moveTo>
                <a:lnTo>
                  <a:pt x="10604182" y="2997200"/>
                </a:lnTo>
                <a:lnTo>
                  <a:pt x="10613885" y="2984500"/>
                </a:lnTo>
                <a:lnTo>
                  <a:pt x="10631525" y="2984500"/>
                </a:lnTo>
                <a:lnTo>
                  <a:pt x="10621911" y="2997200"/>
                </a:lnTo>
                <a:close/>
              </a:path>
              <a:path w="10812780" h="3111500">
                <a:moveTo>
                  <a:pt x="248716" y="3022600"/>
                </a:moveTo>
                <a:lnTo>
                  <a:pt x="220878" y="3022600"/>
                </a:lnTo>
                <a:lnTo>
                  <a:pt x="210693" y="3009900"/>
                </a:lnTo>
                <a:lnTo>
                  <a:pt x="200685" y="2997200"/>
                </a:lnTo>
                <a:lnTo>
                  <a:pt x="218236" y="2997200"/>
                </a:lnTo>
                <a:lnTo>
                  <a:pt x="228295" y="3009900"/>
                </a:lnTo>
                <a:lnTo>
                  <a:pt x="238302" y="3009900"/>
                </a:lnTo>
                <a:lnTo>
                  <a:pt x="248716" y="3022600"/>
                </a:lnTo>
                <a:close/>
              </a:path>
              <a:path w="10812780" h="3111500">
                <a:moveTo>
                  <a:pt x="10591901" y="3022600"/>
                </a:moveTo>
                <a:lnTo>
                  <a:pt x="10564050" y="3022600"/>
                </a:lnTo>
                <a:lnTo>
                  <a:pt x="10574477" y="3009900"/>
                </a:lnTo>
                <a:lnTo>
                  <a:pt x="10584484" y="3009900"/>
                </a:lnTo>
                <a:lnTo>
                  <a:pt x="10594543" y="2997200"/>
                </a:lnTo>
                <a:lnTo>
                  <a:pt x="10612094" y="2997200"/>
                </a:lnTo>
                <a:lnTo>
                  <a:pt x="10602087" y="3009900"/>
                </a:lnTo>
                <a:lnTo>
                  <a:pt x="10591901" y="3022600"/>
                </a:lnTo>
                <a:close/>
              </a:path>
              <a:path w="10812780" h="3111500">
                <a:moveTo>
                  <a:pt x="269824" y="3035300"/>
                </a:moveTo>
                <a:lnTo>
                  <a:pt x="241808" y="3035300"/>
                </a:lnTo>
                <a:lnTo>
                  <a:pt x="231254" y="3022600"/>
                </a:lnTo>
                <a:lnTo>
                  <a:pt x="259067" y="3022600"/>
                </a:lnTo>
                <a:lnTo>
                  <a:pt x="269824" y="3035300"/>
                </a:lnTo>
                <a:close/>
              </a:path>
              <a:path w="10812780" h="3111500">
                <a:moveTo>
                  <a:pt x="10570972" y="3035300"/>
                </a:moveTo>
                <a:lnTo>
                  <a:pt x="10542955" y="3035300"/>
                </a:lnTo>
                <a:lnTo>
                  <a:pt x="10553712" y="3022600"/>
                </a:lnTo>
                <a:lnTo>
                  <a:pt x="10581525" y="3022600"/>
                </a:lnTo>
                <a:lnTo>
                  <a:pt x="10570972" y="3035300"/>
                </a:lnTo>
                <a:close/>
              </a:path>
              <a:path w="10812780" h="3111500">
                <a:moveTo>
                  <a:pt x="291592" y="3048000"/>
                </a:moveTo>
                <a:lnTo>
                  <a:pt x="263436" y="3048000"/>
                </a:lnTo>
                <a:lnTo>
                  <a:pt x="252526" y="3035300"/>
                </a:lnTo>
                <a:lnTo>
                  <a:pt x="280492" y="3035300"/>
                </a:lnTo>
                <a:lnTo>
                  <a:pt x="291592" y="3048000"/>
                </a:lnTo>
                <a:close/>
              </a:path>
              <a:path w="10812780" h="3111500">
                <a:moveTo>
                  <a:pt x="10549343" y="3048000"/>
                </a:moveTo>
                <a:lnTo>
                  <a:pt x="10521188" y="3048000"/>
                </a:lnTo>
                <a:lnTo>
                  <a:pt x="10532287" y="3035300"/>
                </a:lnTo>
                <a:lnTo>
                  <a:pt x="10560240" y="3035300"/>
                </a:lnTo>
                <a:lnTo>
                  <a:pt x="10549343" y="3048000"/>
                </a:lnTo>
                <a:close/>
              </a:path>
              <a:path w="10812780" h="3111500">
                <a:moveTo>
                  <a:pt x="313956" y="3060700"/>
                </a:moveTo>
                <a:lnTo>
                  <a:pt x="285724" y="3060700"/>
                </a:lnTo>
                <a:lnTo>
                  <a:pt x="274497" y="3048000"/>
                </a:lnTo>
                <a:lnTo>
                  <a:pt x="302564" y="3048000"/>
                </a:lnTo>
                <a:lnTo>
                  <a:pt x="313956" y="3060700"/>
                </a:lnTo>
                <a:close/>
              </a:path>
              <a:path w="10812780" h="3111500">
                <a:moveTo>
                  <a:pt x="10527055" y="3060700"/>
                </a:moveTo>
                <a:lnTo>
                  <a:pt x="10498823" y="3060700"/>
                </a:lnTo>
                <a:lnTo>
                  <a:pt x="10510215" y="3048000"/>
                </a:lnTo>
                <a:lnTo>
                  <a:pt x="10538282" y="3048000"/>
                </a:lnTo>
                <a:lnTo>
                  <a:pt x="10527055" y="3060700"/>
                </a:lnTo>
                <a:close/>
              </a:path>
              <a:path w="10812780" h="3111500">
                <a:moveTo>
                  <a:pt x="336918" y="3073400"/>
                </a:moveTo>
                <a:lnTo>
                  <a:pt x="308660" y="3073400"/>
                </a:lnTo>
                <a:lnTo>
                  <a:pt x="297116" y="3060700"/>
                </a:lnTo>
                <a:lnTo>
                  <a:pt x="325221" y="3060700"/>
                </a:lnTo>
                <a:lnTo>
                  <a:pt x="336918" y="3073400"/>
                </a:lnTo>
                <a:close/>
              </a:path>
              <a:path w="10812780" h="3111500">
                <a:moveTo>
                  <a:pt x="10504119" y="3073400"/>
                </a:moveTo>
                <a:lnTo>
                  <a:pt x="10475861" y="3073400"/>
                </a:lnTo>
                <a:lnTo>
                  <a:pt x="10487558" y="3060700"/>
                </a:lnTo>
                <a:lnTo>
                  <a:pt x="10515663" y="3060700"/>
                </a:lnTo>
                <a:lnTo>
                  <a:pt x="10504119" y="3073400"/>
                </a:lnTo>
                <a:close/>
              </a:path>
              <a:path w="10812780" h="3111500">
                <a:moveTo>
                  <a:pt x="384479" y="3086100"/>
                </a:moveTo>
                <a:lnTo>
                  <a:pt x="344170" y="3086100"/>
                </a:lnTo>
                <a:lnTo>
                  <a:pt x="332193" y="3073400"/>
                </a:lnTo>
                <a:lnTo>
                  <a:pt x="372237" y="3073400"/>
                </a:lnTo>
                <a:lnTo>
                  <a:pt x="384479" y="3086100"/>
                </a:lnTo>
                <a:close/>
              </a:path>
              <a:path w="10812780" h="3111500">
                <a:moveTo>
                  <a:pt x="10468610" y="3086100"/>
                </a:moveTo>
                <a:lnTo>
                  <a:pt x="10428300" y="3086100"/>
                </a:lnTo>
                <a:lnTo>
                  <a:pt x="10440543" y="3073400"/>
                </a:lnTo>
                <a:lnTo>
                  <a:pt x="10480586" y="3073400"/>
                </a:lnTo>
                <a:lnTo>
                  <a:pt x="10468610" y="3086100"/>
                </a:lnTo>
                <a:close/>
              </a:path>
              <a:path w="10812780" h="3111500">
                <a:moveTo>
                  <a:pt x="433984" y="3098800"/>
                </a:moveTo>
                <a:lnTo>
                  <a:pt x="380923" y="3098800"/>
                </a:lnTo>
                <a:lnTo>
                  <a:pt x="368541" y="3086100"/>
                </a:lnTo>
                <a:lnTo>
                  <a:pt x="421284" y="3086100"/>
                </a:lnTo>
                <a:lnTo>
                  <a:pt x="433984" y="3098800"/>
                </a:lnTo>
                <a:close/>
              </a:path>
              <a:path w="10812780" h="3111500">
                <a:moveTo>
                  <a:pt x="10431843" y="3098800"/>
                </a:moveTo>
                <a:lnTo>
                  <a:pt x="10378782" y="3098800"/>
                </a:lnTo>
                <a:lnTo>
                  <a:pt x="10391495" y="3086100"/>
                </a:lnTo>
                <a:lnTo>
                  <a:pt x="10444238" y="3086100"/>
                </a:lnTo>
                <a:lnTo>
                  <a:pt x="10431843" y="3098800"/>
                </a:lnTo>
                <a:close/>
              </a:path>
              <a:path w="10812780" h="3111500">
                <a:moveTo>
                  <a:pt x="10381094" y="3111500"/>
                </a:moveTo>
                <a:lnTo>
                  <a:pt x="431673" y="3111500"/>
                </a:lnTo>
                <a:lnTo>
                  <a:pt x="418820" y="3098800"/>
                </a:lnTo>
                <a:lnTo>
                  <a:pt x="10393959" y="3098800"/>
                </a:lnTo>
                <a:lnTo>
                  <a:pt x="10381094" y="31115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8625" marR="351155" indent="-28575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dirty="0" b="1">
                <a:latin typeface="宋体"/>
                <a:cs typeface="宋体"/>
              </a:rPr>
              <a:t>整型（</a:t>
            </a:r>
            <a:r>
              <a:rPr dirty="0" b="1">
                <a:latin typeface="宋体"/>
                <a:cs typeface="宋体"/>
              </a:rPr>
              <a:t>int</a:t>
            </a:r>
            <a:r>
              <a:rPr dirty="0" b="1">
                <a:latin typeface="宋体"/>
                <a:cs typeface="宋体"/>
              </a:rPr>
              <a:t>）</a:t>
            </a:r>
            <a:r>
              <a:rPr dirty="0"/>
              <a:t>：即整数，python可以处理任意大小的整数，包括负整数，在程序中的表示方法与 数学上一致，比如：1、2、100；</a:t>
            </a:r>
          </a:p>
          <a:p>
            <a:pPr marL="428625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dirty="0" b="1">
                <a:latin typeface="宋体"/>
                <a:cs typeface="宋体"/>
              </a:rPr>
              <a:t>浮点型（float）</a:t>
            </a:r>
            <a:r>
              <a:rPr dirty="0"/>
              <a:t>：即小数，比如：100.12，会计数据一般是保留两位小数的浮点数；</a:t>
            </a:r>
          </a:p>
          <a:p>
            <a:pPr marL="428625" marR="5080" indent="-285750">
              <a:lnSpc>
                <a:spcPct val="150000"/>
              </a:lnSpc>
              <a:buFont typeface="Arial"/>
              <a:buChar char="•"/>
              <a:tabLst>
                <a:tab pos="428625" algn="l"/>
                <a:tab pos="429259" algn="l"/>
              </a:tabLst>
            </a:pPr>
            <a:r>
              <a:rPr dirty="0" b="1">
                <a:latin typeface="宋体"/>
                <a:cs typeface="宋体"/>
              </a:rPr>
              <a:t>布尔值（</a:t>
            </a:r>
            <a:r>
              <a:rPr dirty="0" b="1">
                <a:latin typeface="宋体"/>
                <a:cs typeface="宋体"/>
              </a:rPr>
              <a:t>bool</a:t>
            </a:r>
            <a:r>
              <a:rPr dirty="0" b="1">
                <a:latin typeface="宋体"/>
                <a:cs typeface="宋体"/>
              </a:rPr>
              <a:t>）</a:t>
            </a:r>
            <a:r>
              <a:rPr dirty="0"/>
              <a:t>：只有True和False两个值，可以理解布尔值是特殊的整型（True=1，False=0）。 布尔值一般产生于成员运算符、比较运算符、逻辑运算符。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0"/>
            <a:ext cx="2857500" cy="1476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78943" y="2909912"/>
            <a:ext cx="3082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数值运</a:t>
            </a:r>
            <a:r>
              <a:rPr dirty="0" spc="-25" b="1">
                <a:solidFill>
                  <a:srgbClr val="2E5B50"/>
                </a:solidFill>
                <a:latin typeface="宋体"/>
                <a:cs typeface="宋体"/>
              </a:rPr>
              <a:t>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43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python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010"/>
                </a:lnTo>
                <a:lnTo>
                  <a:pt x="36390" y="718961"/>
                </a:lnTo>
                <a:lnTo>
                  <a:pt x="9598" y="678760"/>
                </a:lnTo>
                <a:lnTo>
                  <a:pt x="0" y="629411"/>
                </a:lnTo>
                <a:lnTo>
                  <a:pt x="0" y="126491"/>
                </a:lnTo>
                <a:lnTo>
                  <a:pt x="9598" y="77229"/>
                </a:lnTo>
                <a:lnTo>
                  <a:pt x="36390" y="37057"/>
                </a:lnTo>
                <a:lnTo>
                  <a:pt x="76229" y="9979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9979"/>
                </a:lnTo>
                <a:lnTo>
                  <a:pt x="10762673" y="37057"/>
                </a:lnTo>
                <a:lnTo>
                  <a:pt x="10789465" y="77229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5" y="678760"/>
                </a:lnTo>
                <a:lnTo>
                  <a:pt x="10762673" y="718961"/>
                </a:lnTo>
                <a:lnTo>
                  <a:pt x="10722834" y="746010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6800" y="1458988"/>
            <a:ext cx="459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Python语言支持多种运算符，具体如下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2781300"/>
            <a:ext cx="10799445" cy="3127375"/>
          </a:xfrm>
          <a:custGeom>
            <a:avLst/>
            <a:gdLst/>
            <a:ahLst/>
            <a:cxnLst/>
            <a:rect l="l" t="t" r="r" b="b"/>
            <a:pathLst>
              <a:path w="10799445" h="3127375">
                <a:moveTo>
                  <a:pt x="10277856" y="3127248"/>
                </a:moveTo>
                <a:lnTo>
                  <a:pt x="521207" y="3127248"/>
                </a:lnTo>
                <a:lnTo>
                  <a:pt x="473683" y="3125038"/>
                </a:lnTo>
                <a:lnTo>
                  <a:pt x="427362" y="3118701"/>
                </a:lnTo>
                <a:lnTo>
                  <a:pt x="382428" y="3108420"/>
                </a:lnTo>
                <a:lnTo>
                  <a:pt x="339066" y="3094379"/>
                </a:lnTo>
                <a:lnTo>
                  <a:pt x="297460" y="3076763"/>
                </a:lnTo>
                <a:lnTo>
                  <a:pt x="257793" y="3055755"/>
                </a:lnTo>
                <a:lnTo>
                  <a:pt x="220249" y="3031539"/>
                </a:lnTo>
                <a:lnTo>
                  <a:pt x="185012" y="3004299"/>
                </a:lnTo>
                <a:lnTo>
                  <a:pt x="152266" y="2974219"/>
                </a:lnTo>
                <a:lnTo>
                  <a:pt x="122195" y="2941483"/>
                </a:lnTo>
                <a:lnTo>
                  <a:pt x="94984" y="2906274"/>
                </a:lnTo>
                <a:lnTo>
                  <a:pt x="70815" y="2868777"/>
                </a:lnTo>
                <a:lnTo>
                  <a:pt x="49872" y="2829176"/>
                </a:lnTo>
                <a:lnTo>
                  <a:pt x="32341" y="2787654"/>
                </a:lnTo>
                <a:lnTo>
                  <a:pt x="18404" y="2744395"/>
                </a:lnTo>
                <a:lnTo>
                  <a:pt x="8245" y="2699584"/>
                </a:lnTo>
                <a:lnTo>
                  <a:pt x="2049" y="2653404"/>
                </a:lnTo>
                <a:lnTo>
                  <a:pt x="0" y="2606040"/>
                </a:lnTo>
                <a:lnTo>
                  <a:pt x="0" y="521208"/>
                </a:lnTo>
                <a:lnTo>
                  <a:pt x="2049" y="473763"/>
                </a:lnTo>
                <a:lnTo>
                  <a:pt x="8245" y="427512"/>
                </a:lnTo>
                <a:lnTo>
                  <a:pt x="18404" y="382640"/>
                </a:lnTo>
                <a:lnTo>
                  <a:pt x="32341" y="339330"/>
                </a:lnTo>
                <a:lnTo>
                  <a:pt x="49872" y="297766"/>
                </a:lnTo>
                <a:lnTo>
                  <a:pt x="70815" y="258131"/>
                </a:lnTo>
                <a:lnTo>
                  <a:pt x="94984" y="220611"/>
                </a:lnTo>
                <a:lnTo>
                  <a:pt x="122195" y="185388"/>
                </a:lnTo>
                <a:lnTo>
                  <a:pt x="152266" y="152647"/>
                </a:lnTo>
                <a:lnTo>
                  <a:pt x="185012" y="122572"/>
                </a:lnTo>
                <a:lnTo>
                  <a:pt x="220249" y="95346"/>
                </a:lnTo>
                <a:lnTo>
                  <a:pt x="257793" y="71153"/>
                </a:lnTo>
                <a:lnTo>
                  <a:pt x="297460" y="50178"/>
                </a:lnTo>
                <a:lnTo>
                  <a:pt x="339066" y="32604"/>
                </a:lnTo>
                <a:lnTo>
                  <a:pt x="382428" y="18616"/>
                </a:lnTo>
                <a:lnTo>
                  <a:pt x="427362" y="8396"/>
                </a:lnTo>
                <a:lnTo>
                  <a:pt x="473683" y="2129"/>
                </a:lnTo>
                <a:lnTo>
                  <a:pt x="521207" y="0"/>
                </a:lnTo>
                <a:lnTo>
                  <a:pt x="10277856" y="0"/>
                </a:lnTo>
                <a:lnTo>
                  <a:pt x="10325380" y="2129"/>
                </a:lnTo>
                <a:lnTo>
                  <a:pt x="10371701" y="8396"/>
                </a:lnTo>
                <a:lnTo>
                  <a:pt x="10416635" y="18616"/>
                </a:lnTo>
                <a:lnTo>
                  <a:pt x="10459997" y="32604"/>
                </a:lnTo>
                <a:lnTo>
                  <a:pt x="10501603" y="50178"/>
                </a:lnTo>
                <a:lnTo>
                  <a:pt x="10541270" y="71153"/>
                </a:lnTo>
                <a:lnTo>
                  <a:pt x="10578814" y="95346"/>
                </a:lnTo>
                <a:lnTo>
                  <a:pt x="10614051" y="122572"/>
                </a:lnTo>
                <a:lnTo>
                  <a:pt x="10646797" y="152647"/>
                </a:lnTo>
                <a:lnTo>
                  <a:pt x="10676868" y="185388"/>
                </a:lnTo>
                <a:lnTo>
                  <a:pt x="10704079" y="220611"/>
                </a:lnTo>
                <a:lnTo>
                  <a:pt x="10728248" y="258131"/>
                </a:lnTo>
                <a:lnTo>
                  <a:pt x="10749191" y="297766"/>
                </a:lnTo>
                <a:lnTo>
                  <a:pt x="10766722" y="339330"/>
                </a:lnTo>
                <a:lnTo>
                  <a:pt x="10780659" y="382640"/>
                </a:lnTo>
                <a:lnTo>
                  <a:pt x="10790818" y="427512"/>
                </a:lnTo>
                <a:lnTo>
                  <a:pt x="10797014" y="473763"/>
                </a:lnTo>
                <a:lnTo>
                  <a:pt x="10799064" y="521208"/>
                </a:lnTo>
                <a:lnTo>
                  <a:pt x="10799064" y="2606040"/>
                </a:lnTo>
                <a:lnTo>
                  <a:pt x="10797014" y="2653404"/>
                </a:lnTo>
                <a:lnTo>
                  <a:pt x="10790818" y="2699584"/>
                </a:lnTo>
                <a:lnTo>
                  <a:pt x="10780659" y="2744395"/>
                </a:lnTo>
                <a:lnTo>
                  <a:pt x="10766722" y="2787654"/>
                </a:lnTo>
                <a:lnTo>
                  <a:pt x="10749191" y="2829176"/>
                </a:lnTo>
                <a:lnTo>
                  <a:pt x="10728248" y="2868777"/>
                </a:lnTo>
                <a:lnTo>
                  <a:pt x="10704079" y="2906274"/>
                </a:lnTo>
                <a:lnTo>
                  <a:pt x="10676868" y="2941483"/>
                </a:lnTo>
                <a:lnTo>
                  <a:pt x="10646797" y="2974219"/>
                </a:lnTo>
                <a:lnTo>
                  <a:pt x="10614051" y="3004299"/>
                </a:lnTo>
                <a:lnTo>
                  <a:pt x="10578814" y="3031539"/>
                </a:lnTo>
                <a:lnTo>
                  <a:pt x="10541270" y="3055755"/>
                </a:lnTo>
                <a:lnTo>
                  <a:pt x="10501603" y="3076763"/>
                </a:lnTo>
                <a:lnTo>
                  <a:pt x="10459997" y="3094379"/>
                </a:lnTo>
                <a:lnTo>
                  <a:pt x="10416635" y="3108420"/>
                </a:lnTo>
                <a:lnTo>
                  <a:pt x="10371701" y="3118701"/>
                </a:lnTo>
                <a:lnTo>
                  <a:pt x="10325380" y="3125038"/>
                </a:lnTo>
                <a:lnTo>
                  <a:pt x="10277856" y="31272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09" y="2774950"/>
            <a:ext cx="10812780" cy="3136900"/>
          </a:xfrm>
          <a:custGeom>
            <a:avLst/>
            <a:gdLst/>
            <a:ahLst/>
            <a:cxnLst/>
            <a:rect l="l" t="t" r="r" b="b"/>
            <a:pathLst>
              <a:path w="10812780" h="3136900">
                <a:moveTo>
                  <a:pt x="10404411" y="12700"/>
                </a:moveTo>
                <a:lnTo>
                  <a:pt x="408368" y="12700"/>
                </a:lnTo>
                <a:lnTo>
                  <a:pt x="421182" y="0"/>
                </a:lnTo>
                <a:lnTo>
                  <a:pt x="10391597" y="0"/>
                </a:lnTo>
                <a:lnTo>
                  <a:pt x="10404411" y="12700"/>
                </a:lnTo>
                <a:close/>
              </a:path>
              <a:path w="10812780" h="3136900">
                <a:moveTo>
                  <a:pt x="411137" y="25400"/>
                </a:moveTo>
                <a:lnTo>
                  <a:pt x="358305" y="25400"/>
                </a:lnTo>
                <a:lnTo>
                  <a:pt x="370624" y="12700"/>
                </a:lnTo>
                <a:lnTo>
                  <a:pt x="423811" y="12700"/>
                </a:lnTo>
                <a:lnTo>
                  <a:pt x="411137" y="25400"/>
                </a:lnTo>
                <a:close/>
              </a:path>
              <a:path w="10812780" h="3136900">
                <a:moveTo>
                  <a:pt x="10454474" y="25400"/>
                </a:moveTo>
                <a:lnTo>
                  <a:pt x="10401630" y="25400"/>
                </a:lnTo>
                <a:lnTo>
                  <a:pt x="10388968" y="12700"/>
                </a:lnTo>
                <a:lnTo>
                  <a:pt x="10442155" y="12700"/>
                </a:lnTo>
                <a:lnTo>
                  <a:pt x="10454474" y="25400"/>
                </a:lnTo>
                <a:close/>
              </a:path>
              <a:path w="10812780" h="3136900">
                <a:moveTo>
                  <a:pt x="362305" y="38100"/>
                </a:moveTo>
                <a:lnTo>
                  <a:pt x="322160" y="38100"/>
                </a:lnTo>
                <a:lnTo>
                  <a:pt x="334073" y="25400"/>
                </a:lnTo>
                <a:lnTo>
                  <a:pt x="374472" y="25400"/>
                </a:lnTo>
                <a:lnTo>
                  <a:pt x="362305" y="38100"/>
                </a:lnTo>
                <a:close/>
              </a:path>
              <a:path w="10812780" h="3136900">
                <a:moveTo>
                  <a:pt x="10490619" y="38100"/>
                </a:moveTo>
                <a:lnTo>
                  <a:pt x="10450474" y="38100"/>
                </a:lnTo>
                <a:lnTo>
                  <a:pt x="10438307" y="25400"/>
                </a:lnTo>
                <a:lnTo>
                  <a:pt x="10478706" y="25400"/>
                </a:lnTo>
                <a:lnTo>
                  <a:pt x="10490619" y="38100"/>
                </a:lnTo>
                <a:close/>
              </a:path>
              <a:path w="10812780" h="3136900">
                <a:moveTo>
                  <a:pt x="327037" y="50800"/>
                </a:moveTo>
                <a:lnTo>
                  <a:pt x="298792" y="50800"/>
                </a:lnTo>
                <a:lnTo>
                  <a:pt x="310400" y="38100"/>
                </a:lnTo>
                <a:lnTo>
                  <a:pt x="338797" y="38100"/>
                </a:lnTo>
                <a:lnTo>
                  <a:pt x="327037" y="50800"/>
                </a:lnTo>
                <a:close/>
              </a:path>
              <a:path w="10812780" h="3136900">
                <a:moveTo>
                  <a:pt x="10513987" y="50800"/>
                </a:moveTo>
                <a:lnTo>
                  <a:pt x="10485742" y="50800"/>
                </a:lnTo>
                <a:lnTo>
                  <a:pt x="10473982" y="38100"/>
                </a:lnTo>
                <a:lnTo>
                  <a:pt x="10502379" y="38100"/>
                </a:lnTo>
                <a:lnTo>
                  <a:pt x="10513987" y="50800"/>
                </a:lnTo>
                <a:close/>
              </a:path>
              <a:path w="10812780" h="3136900">
                <a:moveTo>
                  <a:pt x="293065" y="63500"/>
                </a:moveTo>
                <a:lnTo>
                  <a:pt x="276047" y="63500"/>
                </a:lnTo>
                <a:lnTo>
                  <a:pt x="287337" y="50800"/>
                </a:lnTo>
                <a:lnTo>
                  <a:pt x="304380" y="50800"/>
                </a:lnTo>
                <a:lnTo>
                  <a:pt x="293065" y="63500"/>
                </a:lnTo>
                <a:close/>
              </a:path>
              <a:path w="10812780" h="3136900">
                <a:moveTo>
                  <a:pt x="10536732" y="63500"/>
                </a:moveTo>
                <a:lnTo>
                  <a:pt x="10519714" y="63500"/>
                </a:lnTo>
                <a:lnTo>
                  <a:pt x="10508399" y="50800"/>
                </a:lnTo>
                <a:lnTo>
                  <a:pt x="10525442" y="50800"/>
                </a:lnTo>
                <a:lnTo>
                  <a:pt x="10536732" y="63500"/>
                </a:lnTo>
                <a:close/>
              </a:path>
              <a:path w="10812780" h="3136900">
                <a:moveTo>
                  <a:pt x="271183" y="76200"/>
                </a:moveTo>
                <a:lnTo>
                  <a:pt x="253961" y="76200"/>
                </a:lnTo>
                <a:lnTo>
                  <a:pt x="264922" y="63500"/>
                </a:lnTo>
                <a:lnTo>
                  <a:pt x="282181" y="63500"/>
                </a:lnTo>
                <a:lnTo>
                  <a:pt x="271183" y="76200"/>
                </a:lnTo>
                <a:close/>
              </a:path>
              <a:path w="10812780" h="3136900">
                <a:moveTo>
                  <a:pt x="10558818" y="76200"/>
                </a:moveTo>
                <a:lnTo>
                  <a:pt x="10541596" y="76200"/>
                </a:lnTo>
                <a:lnTo>
                  <a:pt x="10530598" y="63500"/>
                </a:lnTo>
                <a:lnTo>
                  <a:pt x="10547858" y="63500"/>
                </a:lnTo>
                <a:lnTo>
                  <a:pt x="10558818" y="76200"/>
                </a:lnTo>
                <a:close/>
              </a:path>
              <a:path w="10812780" h="3136900">
                <a:moveTo>
                  <a:pt x="249961" y="88900"/>
                </a:moveTo>
                <a:lnTo>
                  <a:pt x="232562" y="88900"/>
                </a:lnTo>
                <a:lnTo>
                  <a:pt x="243166" y="76200"/>
                </a:lnTo>
                <a:lnTo>
                  <a:pt x="260616" y="76200"/>
                </a:lnTo>
                <a:lnTo>
                  <a:pt x="249961" y="88900"/>
                </a:lnTo>
                <a:close/>
              </a:path>
              <a:path w="10812780" h="3136900">
                <a:moveTo>
                  <a:pt x="10580217" y="88900"/>
                </a:moveTo>
                <a:lnTo>
                  <a:pt x="10562818" y="88900"/>
                </a:lnTo>
                <a:lnTo>
                  <a:pt x="10552163" y="76200"/>
                </a:lnTo>
                <a:lnTo>
                  <a:pt x="10569613" y="76200"/>
                </a:lnTo>
                <a:lnTo>
                  <a:pt x="10580217" y="88900"/>
                </a:lnTo>
                <a:close/>
              </a:path>
              <a:path w="10812780" h="3136900">
                <a:moveTo>
                  <a:pt x="229425" y="101600"/>
                </a:moveTo>
                <a:lnTo>
                  <a:pt x="211874" y="101600"/>
                </a:lnTo>
                <a:lnTo>
                  <a:pt x="222123" y="88900"/>
                </a:lnTo>
                <a:lnTo>
                  <a:pt x="239725" y="88900"/>
                </a:lnTo>
                <a:lnTo>
                  <a:pt x="229425" y="101600"/>
                </a:lnTo>
                <a:close/>
              </a:path>
              <a:path w="10812780" h="3136900">
                <a:moveTo>
                  <a:pt x="10600905" y="101600"/>
                </a:moveTo>
                <a:lnTo>
                  <a:pt x="10583354" y="101600"/>
                </a:lnTo>
                <a:lnTo>
                  <a:pt x="10573042" y="88900"/>
                </a:lnTo>
                <a:lnTo>
                  <a:pt x="10590657" y="88900"/>
                </a:lnTo>
                <a:lnTo>
                  <a:pt x="10600905" y="101600"/>
                </a:lnTo>
                <a:close/>
              </a:path>
              <a:path w="10812780" h="3136900">
                <a:moveTo>
                  <a:pt x="199974" y="127000"/>
                </a:moveTo>
                <a:lnTo>
                  <a:pt x="182283" y="127000"/>
                </a:lnTo>
                <a:lnTo>
                  <a:pt x="191947" y="114300"/>
                </a:lnTo>
                <a:lnTo>
                  <a:pt x="201815" y="101600"/>
                </a:lnTo>
                <a:lnTo>
                  <a:pt x="229552" y="101600"/>
                </a:lnTo>
                <a:lnTo>
                  <a:pt x="219417" y="114300"/>
                </a:lnTo>
                <a:lnTo>
                  <a:pt x="209727" y="114300"/>
                </a:lnTo>
                <a:lnTo>
                  <a:pt x="199974" y="127000"/>
                </a:lnTo>
                <a:close/>
              </a:path>
              <a:path w="10812780" h="3136900">
                <a:moveTo>
                  <a:pt x="10630496" y="127000"/>
                </a:moveTo>
                <a:lnTo>
                  <a:pt x="10612805" y="127000"/>
                </a:lnTo>
                <a:lnTo>
                  <a:pt x="10603052" y="114300"/>
                </a:lnTo>
                <a:lnTo>
                  <a:pt x="10593349" y="114300"/>
                </a:lnTo>
                <a:lnTo>
                  <a:pt x="10583227" y="101600"/>
                </a:lnTo>
                <a:lnTo>
                  <a:pt x="10610964" y="101600"/>
                </a:lnTo>
                <a:lnTo>
                  <a:pt x="10620832" y="114300"/>
                </a:lnTo>
                <a:lnTo>
                  <a:pt x="10630496" y="127000"/>
                </a:lnTo>
                <a:close/>
              </a:path>
              <a:path w="10812780" h="3136900">
                <a:moveTo>
                  <a:pt x="172262" y="152400"/>
                </a:moveTo>
                <a:lnTo>
                  <a:pt x="154495" y="152400"/>
                </a:lnTo>
                <a:lnTo>
                  <a:pt x="163550" y="139700"/>
                </a:lnTo>
                <a:lnTo>
                  <a:pt x="172808" y="127000"/>
                </a:lnTo>
                <a:lnTo>
                  <a:pt x="190652" y="127000"/>
                </a:lnTo>
                <a:lnTo>
                  <a:pt x="181305" y="139700"/>
                </a:lnTo>
                <a:lnTo>
                  <a:pt x="172262" y="152400"/>
                </a:lnTo>
                <a:close/>
              </a:path>
              <a:path w="10812780" h="3136900">
                <a:moveTo>
                  <a:pt x="10658284" y="152400"/>
                </a:moveTo>
                <a:lnTo>
                  <a:pt x="10640517" y="152400"/>
                </a:lnTo>
                <a:lnTo>
                  <a:pt x="10631373" y="139700"/>
                </a:lnTo>
                <a:lnTo>
                  <a:pt x="10622127" y="127000"/>
                </a:lnTo>
                <a:lnTo>
                  <a:pt x="10639971" y="127000"/>
                </a:lnTo>
                <a:lnTo>
                  <a:pt x="10649229" y="139700"/>
                </a:lnTo>
                <a:lnTo>
                  <a:pt x="10658284" y="152400"/>
                </a:lnTo>
                <a:close/>
              </a:path>
              <a:path w="10812780" h="3136900">
                <a:moveTo>
                  <a:pt x="138176" y="190500"/>
                </a:moveTo>
                <a:lnTo>
                  <a:pt x="120459" y="190500"/>
                </a:lnTo>
                <a:lnTo>
                  <a:pt x="128625" y="177800"/>
                </a:lnTo>
                <a:lnTo>
                  <a:pt x="137033" y="165100"/>
                </a:lnTo>
                <a:lnTo>
                  <a:pt x="145656" y="152400"/>
                </a:lnTo>
                <a:lnTo>
                  <a:pt x="163525" y="152400"/>
                </a:lnTo>
                <a:lnTo>
                  <a:pt x="154800" y="165100"/>
                </a:lnTo>
                <a:lnTo>
                  <a:pt x="146380" y="177800"/>
                </a:lnTo>
                <a:lnTo>
                  <a:pt x="138176" y="190500"/>
                </a:lnTo>
                <a:close/>
              </a:path>
              <a:path w="10812780" h="3136900">
                <a:moveTo>
                  <a:pt x="10692320" y="190500"/>
                </a:moveTo>
                <a:lnTo>
                  <a:pt x="10674604" y="190500"/>
                </a:lnTo>
                <a:lnTo>
                  <a:pt x="10666298" y="177800"/>
                </a:lnTo>
                <a:lnTo>
                  <a:pt x="10657878" y="165100"/>
                </a:lnTo>
                <a:lnTo>
                  <a:pt x="10649254" y="152400"/>
                </a:lnTo>
                <a:lnTo>
                  <a:pt x="10667123" y="152400"/>
                </a:lnTo>
                <a:lnTo>
                  <a:pt x="10675747" y="165100"/>
                </a:lnTo>
                <a:lnTo>
                  <a:pt x="10684154" y="177800"/>
                </a:lnTo>
                <a:lnTo>
                  <a:pt x="10692320" y="190500"/>
                </a:lnTo>
                <a:close/>
              </a:path>
              <a:path w="10812780" h="3136900">
                <a:moveTo>
                  <a:pt x="93751" y="241300"/>
                </a:moveTo>
                <a:lnTo>
                  <a:pt x="83108" y="241300"/>
                </a:lnTo>
                <a:lnTo>
                  <a:pt x="90093" y="228600"/>
                </a:lnTo>
                <a:lnTo>
                  <a:pt x="97320" y="215900"/>
                </a:lnTo>
                <a:lnTo>
                  <a:pt x="104800" y="203200"/>
                </a:lnTo>
                <a:lnTo>
                  <a:pt x="112509" y="190500"/>
                </a:lnTo>
                <a:lnTo>
                  <a:pt x="130302" y="190500"/>
                </a:lnTo>
                <a:lnTo>
                  <a:pt x="122440" y="203200"/>
                </a:lnTo>
                <a:lnTo>
                  <a:pt x="114922" y="215900"/>
                </a:lnTo>
                <a:lnTo>
                  <a:pt x="107632" y="228600"/>
                </a:lnTo>
                <a:lnTo>
                  <a:pt x="100660" y="228600"/>
                </a:lnTo>
                <a:lnTo>
                  <a:pt x="93751" y="241300"/>
                </a:lnTo>
                <a:close/>
              </a:path>
              <a:path w="10812780" h="3136900">
                <a:moveTo>
                  <a:pt x="10729671" y="241300"/>
                </a:moveTo>
                <a:lnTo>
                  <a:pt x="10719028" y="241300"/>
                </a:lnTo>
                <a:lnTo>
                  <a:pt x="10712119" y="228600"/>
                </a:lnTo>
                <a:lnTo>
                  <a:pt x="10705147" y="228600"/>
                </a:lnTo>
                <a:lnTo>
                  <a:pt x="10697768" y="215900"/>
                </a:lnTo>
                <a:lnTo>
                  <a:pt x="10690237" y="203200"/>
                </a:lnTo>
                <a:lnTo>
                  <a:pt x="10682478" y="190500"/>
                </a:lnTo>
                <a:lnTo>
                  <a:pt x="10700270" y="190500"/>
                </a:lnTo>
                <a:lnTo>
                  <a:pt x="10707979" y="203200"/>
                </a:lnTo>
                <a:lnTo>
                  <a:pt x="10715459" y="215900"/>
                </a:lnTo>
                <a:lnTo>
                  <a:pt x="10722686" y="228600"/>
                </a:lnTo>
                <a:lnTo>
                  <a:pt x="10729671" y="241300"/>
                </a:lnTo>
                <a:close/>
              </a:path>
              <a:path w="10812780" h="3136900">
                <a:moveTo>
                  <a:pt x="39776" y="2768600"/>
                </a:moveTo>
                <a:lnTo>
                  <a:pt x="23710" y="2768600"/>
                </a:lnTo>
                <a:lnTo>
                  <a:pt x="20015" y="2755900"/>
                </a:lnTo>
                <a:lnTo>
                  <a:pt x="10718" y="2717800"/>
                </a:lnTo>
                <a:lnTo>
                  <a:pt x="6070" y="2679700"/>
                </a:lnTo>
                <a:lnTo>
                  <a:pt x="4241" y="2667000"/>
                </a:lnTo>
                <a:lnTo>
                  <a:pt x="685" y="2628900"/>
                </a:lnTo>
                <a:lnTo>
                  <a:pt x="0" y="2603500"/>
                </a:lnTo>
                <a:lnTo>
                  <a:pt x="0" y="520700"/>
                </a:lnTo>
                <a:lnTo>
                  <a:pt x="1536" y="482600"/>
                </a:lnTo>
                <a:lnTo>
                  <a:pt x="6070" y="444500"/>
                </a:lnTo>
                <a:lnTo>
                  <a:pt x="13512" y="406400"/>
                </a:lnTo>
                <a:lnTo>
                  <a:pt x="23710" y="368300"/>
                </a:lnTo>
                <a:lnTo>
                  <a:pt x="36588" y="330200"/>
                </a:lnTo>
                <a:lnTo>
                  <a:pt x="52019" y="292100"/>
                </a:lnTo>
                <a:lnTo>
                  <a:pt x="69888" y="254000"/>
                </a:lnTo>
                <a:lnTo>
                  <a:pt x="76365" y="241300"/>
                </a:lnTo>
                <a:lnTo>
                  <a:pt x="93840" y="241300"/>
                </a:lnTo>
                <a:lnTo>
                  <a:pt x="87185" y="254000"/>
                </a:lnTo>
                <a:lnTo>
                  <a:pt x="80860" y="266700"/>
                </a:lnTo>
                <a:lnTo>
                  <a:pt x="74790" y="279400"/>
                </a:lnTo>
                <a:lnTo>
                  <a:pt x="68973" y="292100"/>
                </a:lnTo>
                <a:lnTo>
                  <a:pt x="63487" y="292100"/>
                </a:lnTo>
                <a:lnTo>
                  <a:pt x="58140" y="304800"/>
                </a:lnTo>
                <a:lnTo>
                  <a:pt x="53124" y="317500"/>
                </a:lnTo>
                <a:lnTo>
                  <a:pt x="48374" y="330200"/>
                </a:lnTo>
                <a:lnTo>
                  <a:pt x="43903" y="342900"/>
                </a:lnTo>
                <a:lnTo>
                  <a:pt x="39725" y="355600"/>
                </a:lnTo>
                <a:lnTo>
                  <a:pt x="35814" y="368300"/>
                </a:lnTo>
                <a:lnTo>
                  <a:pt x="32207" y="381000"/>
                </a:lnTo>
                <a:lnTo>
                  <a:pt x="28892" y="393700"/>
                </a:lnTo>
                <a:lnTo>
                  <a:pt x="25869" y="406400"/>
                </a:lnTo>
                <a:lnTo>
                  <a:pt x="23139" y="419100"/>
                </a:lnTo>
                <a:lnTo>
                  <a:pt x="20726" y="431800"/>
                </a:lnTo>
                <a:lnTo>
                  <a:pt x="18618" y="444500"/>
                </a:lnTo>
                <a:lnTo>
                  <a:pt x="16827" y="457200"/>
                </a:lnTo>
                <a:lnTo>
                  <a:pt x="15354" y="469900"/>
                </a:lnTo>
                <a:lnTo>
                  <a:pt x="14198" y="482600"/>
                </a:lnTo>
                <a:lnTo>
                  <a:pt x="13360" y="495300"/>
                </a:lnTo>
                <a:lnTo>
                  <a:pt x="12865" y="508000"/>
                </a:lnTo>
                <a:lnTo>
                  <a:pt x="12700" y="520700"/>
                </a:lnTo>
                <a:lnTo>
                  <a:pt x="12700" y="2603500"/>
                </a:lnTo>
                <a:lnTo>
                  <a:pt x="12865" y="2616200"/>
                </a:lnTo>
                <a:lnTo>
                  <a:pt x="13373" y="2628900"/>
                </a:lnTo>
                <a:lnTo>
                  <a:pt x="14211" y="2641600"/>
                </a:lnTo>
                <a:lnTo>
                  <a:pt x="15367" y="2654300"/>
                </a:lnTo>
                <a:lnTo>
                  <a:pt x="16840" y="2667000"/>
                </a:lnTo>
                <a:lnTo>
                  <a:pt x="18643" y="2679700"/>
                </a:lnTo>
                <a:lnTo>
                  <a:pt x="20751" y="2692400"/>
                </a:lnTo>
                <a:lnTo>
                  <a:pt x="23177" y="2705100"/>
                </a:lnTo>
                <a:lnTo>
                  <a:pt x="25895" y="2717800"/>
                </a:lnTo>
                <a:lnTo>
                  <a:pt x="28930" y="2730500"/>
                </a:lnTo>
                <a:lnTo>
                  <a:pt x="32245" y="2743200"/>
                </a:lnTo>
                <a:lnTo>
                  <a:pt x="35864" y="2755900"/>
                </a:lnTo>
                <a:lnTo>
                  <a:pt x="39776" y="2768600"/>
                </a:lnTo>
                <a:close/>
              </a:path>
              <a:path w="10812780" h="3136900">
                <a:moveTo>
                  <a:pt x="10789069" y="2768600"/>
                </a:moveTo>
                <a:lnTo>
                  <a:pt x="10773003" y="2768600"/>
                </a:lnTo>
                <a:lnTo>
                  <a:pt x="10776966" y="2755900"/>
                </a:lnTo>
                <a:lnTo>
                  <a:pt x="10780572" y="2743200"/>
                </a:lnTo>
                <a:lnTo>
                  <a:pt x="10783887" y="2730500"/>
                </a:lnTo>
                <a:lnTo>
                  <a:pt x="10786910" y="2717800"/>
                </a:lnTo>
                <a:lnTo>
                  <a:pt x="10789640" y="2705100"/>
                </a:lnTo>
                <a:lnTo>
                  <a:pt x="10792053" y="2692400"/>
                </a:lnTo>
                <a:lnTo>
                  <a:pt x="10794161" y="2679700"/>
                </a:lnTo>
                <a:lnTo>
                  <a:pt x="10795952" y="2667000"/>
                </a:lnTo>
                <a:lnTo>
                  <a:pt x="10797425" y="2654300"/>
                </a:lnTo>
                <a:lnTo>
                  <a:pt x="10798581" y="2641600"/>
                </a:lnTo>
                <a:lnTo>
                  <a:pt x="10799419" y="2628900"/>
                </a:lnTo>
                <a:lnTo>
                  <a:pt x="10799914" y="2616200"/>
                </a:lnTo>
                <a:lnTo>
                  <a:pt x="10800080" y="2603500"/>
                </a:lnTo>
                <a:lnTo>
                  <a:pt x="10800080" y="520700"/>
                </a:lnTo>
                <a:lnTo>
                  <a:pt x="10799914" y="508000"/>
                </a:lnTo>
                <a:lnTo>
                  <a:pt x="10799406" y="495300"/>
                </a:lnTo>
                <a:lnTo>
                  <a:pt x="10798568" y="482600"/>
                </a:lnTo>
                <a:lnTo>
                  <a:pt x="10797413" y="469900"/>
                </a:lnTo>
                <a:lnTo>
                  <a:pt x="10795927" y="457200"/>
                </a:lnTo>
                <a:lnTo>
                  <a:pt x="10794136" y="444500"/>
                </a:lnTo>
                <a:lnTo>
                  <a:pt x="10792028" y="431800"/>
                </a:lnTo>
                <a:lnTo>
                  <a:pt x="10789602" y="419100"/>
                </a:lnTo>
                <a:lnTo>
                  <a:pt x="10786884" y="406400"/>
                </a:lnTo>
                <a:lnTo>
                  <a:pt x="10783849" y="393700"/>
                </a:lnTo>
                <a:lnTo>
                  <a:pt x="10780534" y="381000"/>
                </a:lnTo>
                <a:lnTo>
                  <a:pt x="10776915" y="368300"/>
                </a:lnTo>
                <a:lnTo>
                  <a:pt x="10773003" y="355600"/>
                </a:lnTo>
                <a:lnTo>
                  <a:pt x="10768812" y="342900"/>
                </a:lnTo>
                <a:lnTo>
                  <a:pt x="10764342" y="330200"/>
                </a:lnTo>
                <a:lnTo>
                  <a:pt x="10759592" y="317500"/>
                </a:lnTo>
                <a:lnTo>
                  <a:pt x="10754575" y="304800"/>
                </a:lnTo>
                <a:lnTo>
                  <a:pt x="10749280" y="292100"/>
                </a:lnTo>
                <a:lnTo>
                  <a:pt x="10743806" y="292100"/>
                </a:lnTo>
                <a:lnTo>
                  <a:pt x="10737913" y="279400"/>
                </a:lnTo>
                <a:lnTo>
                  <a:pt x="10731842" y="266700"/>
                </a:lnTo>
                <a:lnTo>
                  <a:pt x="10725518" y="254000"/>
                </a:lnTo>
                <a:lnTo>
                  <a:pt x="10718939" y="241300"/>
                </a:lnTo>
                <a:lnTo>
                  <a:pt x="10736414" y="241300"/>
                </a:lnTo>
                <a:lnTo>
                  <a:pt x="10742891" y="254000"/>
                </a:lnTo>
                <a:lnTo>
                  <a:pt x="10760760" y="292100"/>
                </a:lnTo>
                <a:lnTo>
                  <a:pt x="10776191" y="330200"/>
                </a:lnTo>
                <a:lnTo>
                  <a:pt x="10789069" y="368300"/>
                </a:lnTo>
                <a:lnTo>
                  <a:pt x="10799267" y="406400"/>
                </a:lnTo>
                <a:lnTo>
                  <a:pt x="10806696" y="444500"/>
                </a:lnTo>
                <a:lnTo>
                  <a:pt x="10811243" y="482600"/>
                </a:lnTo>
                <a:lnTo>
                  <a:pt x="10812780" y="520700"/>
                </a:lnTo>
                <a:lnTo>
                  <a:pt x="10812780" y="2603500"/>
                </a:lnTo>
                <a:lnTo>
                  <a:pt x="10811243" y="2641600"/>
                </a:lnTo>
                <a:lnTo>
                  <a:pt x="10806696" y="2679700"/>
                </a:lnTo>
                <a:lnTo>
                  <a:pt x="10804537" y="2705100"/>
                </a:lnTo>
                <a:lnTo>
                  <a:pt x="10802061" y="2717800"/>
                </a:lnTo>
                <a:lnTo>
                  <a:pt x="10799267" y="2730500"/>
                </a:lnTo>
                <a:lnTo>
                  <a:pt x="10796168" y="2743200"/>
                </a:lnTo>
                <a:lnTo>
                  <a:pt x="10792764" y="2755900"/>
                </a:lnTo>
                <a:lnTo>
                  <a:pt x="10789069" y="2768600"/>
                </a:lnTo>
                <a:close/>
              </a:path>
              <a:path w="10812780" h="3136900">
                <a:moveTo>
                  <a:pt x="100660" y="2895600"/>
                </a:moveTo>
                <a:lnTo>
                  <a:pt x="83108" y="2895600"/>
                </a:lnTo>
                <a:lnTo>
                  <a:pt x="76365" y="2882900"/>
                </a:lnTo>
                <a:lnTo>
                  <a:pt x="57708" y="2844800"/>
                </a:lnTo>
                <a:lnTo>
                  <a:pt x="41452" y="2806700"/>
                </a:lnTo>
                <a:lnTo>
                  <a:pt x="27711" y="2768600"/>
                </a:lnTo>
                <a:lnTo>
                  <a:pt x="39725" y="2768600"/>
                </a:lnTo>
                <a:lnTo>
                  <a:pt x="43967" y="2781300"/>
                </a:lnTo>
                <a:lnTo>
                  <a:pt x="48437" y="2794000"/>
                </a:lnTo>
                <a:lnTo>
                  <a:pt x="53187" y="2806700"/>
                </a:lnTo>
                <a:lnTo>
                  <a:pt x="58204" y="2819400"/>
                </a:lnTo>
                <a:lnTo>
                  <a:pt x="63487" y="2832100"/>
                </a:lnTo>
                <a:lnTo>
                  <a:pt x="69049" y="2844800"/>
                </a:lnTo>
                <a:lnTo>
                  <a:pt x="74790" y="2844800"/>
                </a:lnTo>
                <a:lnTo>
                  <a:pt x="80937" y="2857500"/>
                </a:lnTo>
                <a:lnTo>
                  <a:pt x="87261" y="2870200"/>
                </a:lnTo>
                <a:lnTo>
                  <a:pt x="93840" y="2882900"/>
                </a:lnTo>
                <a:lnTo>
                  <a:pt x="100660" y="2895600"/>
                </a:lnTo>
                <a:close/>
              </a:path>
              <a:path w="10812780" h="3136900">
                <a:moveTo>
                  <a:pt x="10729671" y="2895600"/>
                </a:moveTo>
                <a:lnTo>
                  <a:pt x="10712119" y="2895600"/>
                </a:lnTo>
                <a:lnTo>
                  <a:pt x="10719028" y="2882900"/>
                </a:lnTo>
                <a:lnTo>
                  <a:pt x="10725594" y="2870200"/>
                </a:lnTo>
                <a:lnTo>
                  <a:pt x="10731919" y="2857500"/>
                </a:lnTo>
                <a:lnTo>
                  <a:pt x="10737989" y="2844800"/>
                </a:lnTo>
                <a:lnTo>
                  <a:pt x="10743730" y="2844800"/>
                </a:lnTo>
                <a:lnTo>
                  <a:pt x="10749356" y="2832100"/>
                </a:lnTo>
                <a:lnTo>
                  <a:pt x="10754639" y="2819400"/>
                </a:lnTo>
                <a:lnTo>
                  <a:pt x="10759655" y="2806700"/>
                </a:lnTo>
                <a:lnTo>
                  <a:pt x="10764405" y="2794000"/>
                </a:lnTo>
                <a:lnTo>
                  <a:pt x="10768876" y="2781300"/>
                </a:lnTo>
                <a:lnTo>
                  <a:pt x="10773054" y="2768600"/>
                </a:lnTo>
                <a:lnTo>
                  <a:pt x="10785068" y="2768600"/>
                </a:lnTo>
                <a:lnTo>
                  <a:pt x="10771327" y="2806700"/>
                </a:lnTo>
                <a:lnTo>
                  <a:pt x="10755071" y="2844800"/>
                </a:lnTo>
                <a:lnTo>
                  <a:pt x="10736414" y="2882900"/>
                </a:lnTo>
                <a:lnTo>
                  <a:pt x="10729671" y="2895600"/>
                </a:lnTo>
                <a:close/>
              </a:path>
              <a:path w="10812780" h="3136900">
                <a:moveTo>
                  <a:pt x="138277" y="2946400"/>
                </a:moveTo>
                <a:lnTo>
                  <a:pt x="120459" y="2946400"/>
                </a:lnTo>
                <a:lnTo>
                  <a:pt x="112509" y="2933700"/>
                </a:lnTo>
                <a:lnTo>
                  <a:pt x="104800" y="2921000"/>
                </a:lnTo>
                <a:lnTo>
                  <a:pt x="97320" y="2908300"/>
                </a:lnTo>
                <a:lnTo>
                  <a:pt x="90093" y="2895600"/>
                </a:lnTo>
                <a:lnTo>
                  <a:pt x="100571" y="2895600"/>
                </a:lnTo>
                <a:lnTo>
                  <a:pt x="107721" y="2908300"/>
                </a:lnTo>
                <a:lnTo>
                  <a:pt x="114922" y="2908300"/>
                </a:lnTo>
                <a:lnTo>
                  <a:pt x="122542" y="2921000"/>
                </a:lnTo>
                <a:lnTo>
                  <a:pt x="130302" y="2933700"/>
                </a:lnTo>
                <a:lnTo>
                  <a:pt x="138277" y="2946400"/>
                </a:lnTo>
                <a:close/>
              </a:path>
              <a:path w="10812780" h="3136900">
                <a:moveTo>
                  <a:pt x="10692320" y="2946400"/>
                </a:moveTo>
                <a:lnTo>
                  <a:pt x="10674502" y="2946400"/>
                </a:lnTo>
                <a:lnTo>
                  <a:pt x="10682579" y="2933700"/>
                </a:lnTo>
                <a:lnTo>
                  <a:pt x="10690339" y="2921000"/>
                </a:lnTo>
                <a:lnTo>
                  <a:pt x="10697857" y="2908300"/>
                </a:lnTo>
                <a:lnTo>
                  <a:pt x="10705058" y="2908300"/>
                </a:lnTo>
                <a:lnTo>
                  <a:pt x="10712208" y="2895600"/>
                </a:lnTo>
                <a:lnTo>
                  <a:pt x="10722686" y="2895600"/>
                </a:lnTo>
                <a:lnTo>
                  <a:pt x="10715459" y="2908300"/>
                </a:lnTo>
                <a:lnTo>
                  <a:pt x="10707979" y="2921000"/>
                </a:lnTo>
                <a:lnTo>
                  <a:pt x="10700270" y="2933700"/>
                </a:lnTo>
                <a:lnTo>
                  <a:pt x="10692320" y="2946400"/>
                </a:lnTo>
                <a:close/>
              </a:path>
              <a:path w="10812780" h="3136900">
                <a:moveTo>
                  <a:pt x="172364" y="2984500"/>
                </a:moveTo>
                <a:lnTo>
                  <a:pt x="154495" y="2984500"/>
                </a:lnTo>
                <a:lnTo>
                  <a:pt x="145656" y="2971800"/>
                </a:lnTo>
                <a:lnTo>
                  <a:pt x="137033" y="2959100"/>
                </a:lnTo>
                <a:lnTo>
                  <a:pt x="128625" y="2946400"/>
                </a:lnTo>
                <a:lnTo>
                  <a:pt x="146380" y="2946400"/>
                </a:lnTo>
                <a:lnTo>
                  <a:pt x="154901" y="2959100"/>
                </a:lnTo>
                <a:lnTo>
                  <a:pt x="163525" y="2971800"/>
                </a:lnTo>
                <a:lnTo>
                  <a:pt x="172364" y="2984500"/>
                </a:lnTo>
                <a:close/>
              </a:path>
              <a:path w="10812780" h="3136900">
                <a:moveTo>
                  <a:pt x="10658284" y="2984500"/>
                </a:moveTo>
                <a:lnTo>
                  <a:pt x="10640415" y="2984500"/>
                </a:lnTo>
                <a:lnTo>
                  <a:pt x="10649356" y="2971800"/>
                </a:lnTo>
                <a:lnTo>
                  <a:pt x="10657979" y="2959100"/>
                </a:lnTo>
                <a:lnTo>
                  <a:pt x="10666399" y="2946400"/>
                </a:lnTo>
                <a:lnTo>
                  <a:pt x="10684154" y="2946400"/>
                </a:lnTo>
                <a:lnTo>
                  <a:pt x="10675747" y="2959100"/>
                </a:lnTo>
                <a:lnTo>
                  <a:pt x="10667123" y="2971800"/>
                </a:lnTo>
                <a:lnTo>
                  <a:pt x="10658284" y="2984500"/>
                </a:lnTo>
                <a:close/>
              </a:path>
              <a:path w="10812780" h="3136900">
                <a:moveTo>
                  <a:pt x="209727" y="3009900"/>
                </a:moveTo>
                <a:lnTo>
                  <a:pt x="182283" y="3009900"/>
                </a:lnTo>
                <a:lnTo>
                  <a:pt x="172808" y="2997200"/>
                </a:lnTo>
                <a:lnTo>
                  <a:pt x="163550" y="2984500"/>
                </a:lnTo>
                <a:lnTo>
                  <a:pt x="181305" y="2984500"/>
                </a:lnTo>
                <a:lnTo>
                  <a:pt x="190652" y="2997200"/>
                </a:lnTo>
                <a:lnTo>
                  <a:pt x="199974" y="2997200"/>
                </a:lnTo>
                <a:lnTo>
                  <a:pt x="209727" y="3009900"/>
                </a:lnTo>
                <a:close/>
              </a:path>
              <a:path w="10812780" h="3136900">
                <a:moveTo>
                  <a:pt x="10630496" y="3009900"/>
                </a:moveTo>
                <a:lnTo>
                  <a:pt x="10603052" y="3009900"/>
                </a:lnTo>
                <a:lnTo>
                  <a:pt x="10612805" y="2997200"/>
                </a:lnTo>
                <a:lnTo>
                  <a:pt x="10622127" y="2997200"/>
                </a:lnTo>
                <a:lnTo>
                  <a:pt x="10631474" y="2984500"/>
                </a:lnTo>
                <a:lnTo>
                  <a:pt x="10649229" y="2984500"/>
                </a:lnTo>
                <a:lnTo>
                  <a:pt x="10639971" y="2997200"/>
                </a:lnTo>
                <a:lnTo>
                  <a:pt x="10630496" y="3009900"/>
                </a:lnTo>
                <a:close/>
              </a:path>
              <a:path w="10812780" h="3136900">
                <a:moveTo>
                  <a:pt x="219544" y="3022600"/>
                </a:moveTo>
                <a:lnTo>
                  <a:pt x="201815" y="3022600"/>
                </a:lnTo>
                <a:lnTo>
                  <a:pt x="191947" y="3009900"/>
                </a:lnTo>
                <a:lnTo>
                  <a:pt x="209600" y="3009900"/>
                </a:lnTo>
                <a:lnTo>
                  <a:pt x="219544" y="3022600"/>
                </a:lnTo>
                <a:close/>
              </a:path>
              <a:path w="10812780" h="3136900">
                <a:moveTo>
                  <a:pt x="10610964" y="3022600"/>
                </a:moveTo>
                <a:lnTo>
                  <a:pt x="10593235" y="3022600"/>
                </a:lnTo>
                <a:lnTo>
                  <a:pt x="10603179" y="3009900"/>
                </a:lnTo>
                <a:lnTo>
                  <a:pt x="10620832" y="3009900"/>
                </a:lnTo>
                <a:lnTo>
                  <a:pt x="10610964" y="3022600"/>
                </a:lnTo>
                <a:close/>
              </a:path>
              <a:path w="10812780" h="3136900">
                <a:moveTo>
                  <a:pt x="260616" y="3048000"/>
                </a:moveTo>
                <a:lnTo>
                  <a:pt x="232562" y="3048000"/>
                </a:lnTo>
                <a:lnTo>
                  <a:pt x="222123" y="3035300"/>
                </a:lnTo>
                <a:lnTo>
                  <a:pt x="211874" y="3022600"/>
                </a:lnTo>
                <a:lnTo>
                  <a:pt x="229425" y="3022600"/>
                </a:lnTo>
                <a:lnTo>
                  <a:pt x="239725" y="3035300"/>
                </a:lnTo>
                <a:lnTo>
                  <a:pt x="249961" y="3035300"/>
                </a:lnTo>
                <a:lnTo>
                  <a:pt x="260616" y="3048000"/>
                </a:lnTo>
                <a:close/>
              </a:path>
              <a:path w="10812780" h="3136900">
                <a:moveTo>
                  <a:pt x="10580217" y="3048000"/>
                </a:moveTo>
                <a:lnTo>
                  <a:pt x="10552163" y="3048000"/>
                </a:lnTo>
                <a:lnTo>
                  <a:pt x="10562818" y="3035300"/>
                </a:lnTo>
                <a:lnTo>
                  <a:pt x="10573042" y="3035300"/>
                </a:lnTo>
                <a:lnTo>
                  <a:pt x="10583354" y="3022600"/>
                </a:lnTo>
                <a:lnTo>
                  <a:pt x="10600905" y="3022600"/>
                </a:lnTo>
                <a:lnTo>
                  <a:pt x="10590657" y="3035300"/>
                </a:lnTo>
                <a:lnTo>
                  <a:pt x="10580217" y="3048000"/>
                </a:lnTo>
                <a:close/>
              </a:path>
              <a:path w="10812780" h="3136900">
                <a:moveTo>
                  <a:pt x="282181" y="3060700"/>
                </a:moveTo>
                <a:lnTo>
                  <a:pt x="253961" y="3060700"/>
                </a:lnTo>
                <a:lnTo>
                  <a:pt x="243166" y="3048000"/>
                </a:lnTo>
                <a:lnTo>
                  <a:pt x="271183" y="3048000"/>
                </a:lnTo>
                <a:lnTo>
                  <a:pt x="282181" y="3060700"/>
                </a:lnTo>
                <a:close/>
              </a:path>
              <a:path w="10812780" h="3136900">
                <a:moveTo>
                  <a:pt x="10558818" y="3060700"/>
                </a:moveTo>
                <a:lnTo>
                  <a:pt x="10530598" y="3060700"/>
                </a:lnTo>
                <a:lnTo>
                  <a:pt x="10541596" y="3048000"/>
                </a:lnTo>
                <a:lnTo>
                  <a:pt x="10569613" y="3048000"/>
                </a:lnTo>
                <a:lnTo>
                  <a:pt x="10558818" y="3060700"/>
                </a:lnTo>
                <a:close/>
              </a:path>
              <a:path w="10812780" h="3136900">
                <a:moveTo>
                  <a:pt x="304380" y="3073400"/>
                </a:moveTo>
                <a:lnTo>
                  <a:pt x="276047" y="3073400"/>
                </a:lnTo>
                <a:lnTo>
                  <a:pt x="264922" y="3060700"/>
                </a:lnTo>
                <a:lnTo>
                  <a:pt x="293065" y="3060700"/>
                </a:lnTo>
                <a:lnTo>
                  <a:pt x="304380" y="3073400"/>
                </a:lnTo>
                <a:close/>
              </a:path>
              <a:path w="10812780" h="3136900">
                <a:moveTo>
                  <a:pt x="10536732" y="3073400"/>
                </a:moveTo>
                <a:lnTo>
                  <a:pt x="10508399" y="3073400"/>
                </a:lnTo>
                <a:lnTo>
                  <a:pt x="10519714" y="3060700"/>
                </a:lnTo>
                <a:lnTo>
                  <a:pt x="10547858" y="3060700"/>
                </a:lnTo>
                <a:lnTo>
                  <a:pt x="10536732" y="3073400"/>
                </a:lnTo>
                <a:close/>
              </a:path>
              <a:path w="10812780" h="3136900">
                <a:moveTo>
                  <a:pt x="327177" y="3086100"/>
                </a:moveTo>
                <a:lnTo>
                  <a:pt x="298792" y="3086100"/>
                </a:lnTo>
                <a:lnTo>
                  <a:pt x="287337" y="3073400"/>
                </a:lnTo>
                <a:lnTo>
                  <a:pt x="315556" y="3073400"/>
                </a:lnTo>
                <a:lnTo>
                  <a:pt x="327177" y="3086100"/>
                </a:lnTo>
                <a:close/>
              </a:path>
              <a:path w="10812780" h="3136900">
                <a:moveTo>
                  <a:pt x="10513987" y="3086100"/>
                </a:moveTo>
                <a:lnTo>
                  <a:pt x="10485602" y="3086100"/>
                </a:lnTo>
                <a:lnTo>
                  <a:pt x="10497210" y="3073400"/>
                </a:lnTo>
                <a:lnTo>
                  <a:pt x="10525442" y="3073400"/>
                </a:lnTo>
                <a:lnTo>
                  <a:pt x="10513987" y="3086100"/>
                </a:lnTo>
                <a:close/>
              </a:path>
              <a:path w="10812780" h="3136900">
                <a:moveTo>
                  <a:pt x="362445" y="3098800"/>
                </a:moveTo>
                <a:lnTo>
                  <a:pt x="334073" y="3098800"/>
                </a:lnTo>
                <a:lnTo>
                  <a:pt x="322160" y="3086100"/>
                </a:lnTo>
                <a:lnTo>
                  <a:pt x="350405" y="3086100"/>
                </a:lnTo>
                <a:lnTo>
                  <a:pt x="362445" y="3098800"/>
                </a:lnTo>
                <a:close/>
              </a:path>
              <a:path w="10812780" h="3136900">
                <a:moveTo>
                  <a:pt x="10478706" y="3098800"/>
                </a:moveTo>
                <a:lnTo>
                  <a:pt x="10450334" y="3098800"/>
                </a:lnTo>
                <a:lnTo>
                  <a:pt x="10462374" y="3086100"/>
                </a:lnTo>
                <a:lnTo>
                  <a:pt x="10490619" y="3086100"/>
                </a:lnTo>
                <a:lnTo>
                  <a:pt x="10478706" y="3098800"/>
                </a:lnTo>
                <a:close/>
              </a:path>
              <a:path w="10812780" h="3136900">
                <a:moveTo>
                  <a:pt x="411302" y="3111500"/>
                </a:moveTo>
                <a:lnTo>
                  <a:pt x="358305" y="3111500"/>
                </a:lnTo>
                <a:lnTo>
                  <a:pt x="346113" y="3098800"/>
                </a:lnTo>
                <a:lnTo>
                  <a:pt x="398754" y="3098800"/>
                </a:lnTo>
                <a:lnTo>
                  <a:pt x="411302" y="3111500"/>
                </a:lnTo>
                <a:close/>
              </a:path>
              <a:path w="10812780" h="3136900">
                <a:moveTo>
                  <a:pt x="10454474" y="3111500"/>
                </a:moveTo>
                <a:lnTo>
                  <a:pt x="10401477" y="3111500"/>
                </a:lnTo>
                <a:lnTo>
                  <a:pt x="10414025" y="3098800"/>
                </a:lnTo>
                <a:lnTo>
                  <a:pt x="10466666" y="3098800"/>
                </a:lnTo>
                <a:lnTo>
                  <a:pt x="10454474" y="3111500"/>
                </a:lnTo>
                <a:close/>
              </a:path>
              <a:path w="10812780" h="3136900">
                <a:moveTo>
                  <a:pt x="487946" y="3124200"/>
                </a:moveTo>
                <a:lnTo>
                  <a:pt x="408368" y="3124200"/>
                </a:lnTo>
                <a:lnTo>
                  <a:pt x="395655" y="3111500"/>
                </a:lnTo>
                <a:lnTo>
                  <a:pt x="474764" y="3111500"/>
                </a:lnTo>
                <a:lnTo>
                  <a:pt x="487946" y="3124200"/>
                </a:lnTo>
                <a:close/>
              </a:path>
              <a:path w="10812780" h="3136900">
                <a:moveTo>
                  <a:pt x="10404411" y="3124200"/>
                </a:moveTo>
                <a:lnTo>
                  <a:pt x="10324833" y="3124200"/>
                </a:lnTo>
                <a:lnTo>
                  <a:pt x="10338015" y="3111500"/>
                </a:lnTo>
                <a:lnTo>
                  <a:pt x="10417111" y="3111500"/>
                </a:lnTo>
                <a:lnTo>
                  <a:pt x="10404411" y="3124200"/>
                </a:lnTo>
                <a:close/>
              </a:path>
              <a:path w="10812780" h="3136900">
                <a:moveTo>
                  <a:pt x="10325874" y="3136900"/>
                </a:moveTo>
                <a:lnTo>
                  <a:pt x="486905" y="3136900"/>
                </a:lnTo>
                <a:lnTo>
                  <a:pt x="473557" y="3124200"/>
                </a:lnTo>
                <a:lnTo>
                  <a:pt x="10339222" y="3124200"/>
                </a:lnTo>
                <a:lnTo>
                  <a:pt x="10325874" y="31369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14094" y="2961640"/>
            <a:ext cx="8890000" cy="249428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算术运算符</a:t>
            </a:r>
            <a:r>
              <a:rPr dirty="0" sz="1800">
                <a:latin typeface="宋体"/>
                <a:cs typeface="宋体"/>
              </a:rPr>
              <a:t>：完成基本算术运算的符号，比如加减乘除。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赋值运算符</a:t>
            </a:r>
            <a:r>
              <a:rPr dirty="0" sz="1800">
                <a:latin typeface="宋体"/>
                <a:cs typeface="宋体"/>
              </a:rPr>
              <a:t>：最基本的赋值运算符是“=”，用来将一个表达式的值赋给另一个变量。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比较运算符</a:t>
            </a:r>
            <a:r>
              <a:rPr dirty="0" sz="1800">
                <a:latin typeface="宋体"/>
                <a:cs typeface="宋体"/>
              </a:rPr>
              <a:t>：也称关系运算符，用于对常量、变量或表达式的结果进行大小比较。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逻辑运算符</a:t>
            </a:r>
            <a:r>
              <a:rPr dirty="0" sz="1800">
                <a:latin typeface="宋体"/>
                <a:cs typeface="宋体"/>
              </a:rPr>
              <a:t>：主要包括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and（与）、or（或）以及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not（非）。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成员运算符</a:t>
            </a:r>
            <a:r>
              <a:rPr dirty="0" sz="1800">
                <a:latin typeface="宋体"/>
                <a:cs typeface="宋体"/>
              </a:rPr>
              <a:t>：判断一个元素是否在某一个序列中。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b="1">
                <a:latin typeface="宋体"/>
                <a:cs typeface="宋体"/>
              </a:rPr>
              <a:t>身份运算符</a:t>
            </a:r>
            <a:r>
              <a:rPr dirty="0" sz="1800">
                <a:latin typeface="宋体"/>
                <a:cs typeface="宋体"/>
              </a:rPr>
              <a:t>：比较两个标识符是否引用自同一个对象。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算术运算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57300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4"/>
                </a:moveTo>
                <a:lnTo>
                  <a:pt x="124968" y="755904"/>
                </a:lnTo>
                <a:lnTo>
                  <a:pt x="76234" y="746432"/>
                </a:lnTo>
                <a:lnTo>
                  <a:pt x="36395" y="719680"/>
                </a:lnTo>
                <a:lnTo>
                  <a:pt x="9600" y="679798"/>
                </a:lnTo>
                <a:lnTo>
                  <a:pt x="0" y="630936"/>
                </a:lnTo>
                <a:lnTo>
                  <a:pt x="0" y="126491"/>
                </a:lnTo>
                <a:lnTo>
                  <a:pt x="9600" y="77520"/>
                </a:lnTo>
                <a:lnTo>
                  <a:pt x="36395" y="37442"/>
                </a:lnTo>
                <a:lnTo>
                  <a:pt x="76234" y="10266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266"/>
                </a:lnTo>
                <a:lnTo>
                  <a:pt x="10762668" y="37442"/>
                </a:lnTo>
                <a:lnTo>
                  <a:pt x="10789463" y="77520"/>
                </a:lnTo>
                <a:lnTo>
                  <a:pt x="10799064" y="126491"/>
                </a:lnTo>
                <a:lnTo>
                  <a:pt x="10799064" y="630936"/>
                </a:lnTo>
                <a:lnTo>
                  <a:pt x="10789463" y="679798"/>
                </a:lnTo>
                <a:lnTo>
                  <a:pt x="10762668" y="719680"/>
                </a:lnTo>
                <a:lnTo>
                  <a:pt x="10722829" y="746432"/>
                </a:lnTo>
                <a:lnTo>
                  <a:pt x="10674096" y="75590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2525" y="1511147"/>
            <a:ext cx="231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：a=2，b=5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1359" y="2661920"/>
          <a:ext cx="10819130" cy="3468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/>
                <a:gridCol w="6120129"/>
                <a:gridCol w="3599814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+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加：两个对象相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加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a+b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7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减：得到负数或一个数减去另一个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a-b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输出结果-3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乘：两个数相乘或是返回一个被重复若干次的字符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串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a*b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10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/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除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：x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除以y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b/a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2.5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%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取模：返回除法的余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b%a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**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幂：返回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y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次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幂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a**b</a:t>
                      </a:r>
                      <a:r>
                        <a:rPr dirty="0" sz="17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为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5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次方，输出结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32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//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取整除：返回商的整数部分（向下取整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b//a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输出结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果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算术运算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224280"/>
          </a:xfrm>
          <a:custGeom>
            <a:avLst/>
            <a:gdLst/>
            <a:ahLst/>
            <a:cxnLst/>
            <a:rect l="l" t="t" r="r" b="b"/>
            <a:pathLst>
              <a:path w="10799445" h="1224280">
                <a:moveTo>
                  <a:pt x="10594848" y="1223771"/>
                </a:moveTo>
                <a:lnTo>
                  <a:pt x="204215" y="1223771"/>
                </a:lnTo>
                <a:lnTo>
                  <a:pt x="157175" y="1218513"/>
                </a:lnTo>
                <a:lnTo>
                  <a:pt x="114055" y="1203249"/>
                </a:lnTo>
                <a:lnTo>
                  <a:pt x="76077" y="1179198"/>
                </a:lnTo>
                <a:lnTo>
                  <a:pt x="44461" y="1147582"/>
                </a:lnTo>
                <a:lnTo>
                  <a:pt x="20429" y="1109623"/>
                </a:lnTo>
                <a:lnTo>
                  <a:pt x="5202" y="1066540"/>
                </a:lnTo>
                <a:lnTo>
                  <a:pt x="0" y="1019555"/>
                </a:lnTo>
                <a:lnTo>
                  <a:pt x="0" y="204215"/>
                </a:lnTo>
                <a:lnTo>
                  <a:pt x="5202" y="157408"/>
                </a:lnTo>
                <a:lnTo>
                  <a:pt x="20429" y="114444"/>
                </a:lnTo>
                <a:lnTo>
                  <a:pt x="44461" y="76543"/>
                </a:lnTo>
                <a:lnTo>
                  <a:pt x="76077" y="44928"/>
                </a:lnTo>
                <a:lnTo>
                  <a:pt x="114055" y="20818"/>
                </a:lnTo>
                <a:lnTo>
                  <a:pt x="157175" y="5435"/>
                </a:lnTo>
                <a:lnTo>
                  <a:pt x="204215" y="0"/>
                </a:lnTo>
                <a:lnTo>
                  <a:pt x="10594848" y="0"/>
                </a:lnTo>
                <a:lnTo>
                  <a:pt x="10641888" y="5435"/>
                </a:lnTo>
                <a:lnTo>
                  <a:pt x="10685008" y="20818"/>
                </a:lnTo>
                <a:lnTo>
                  <a:pt x="10722986" y="44928"/>
                </a:lnTo>
                <a:lnTo>
                  <a:pt x="10754602" y="76543"/>
                </a:lnTo>
                <a:lnTo>
                  <a:pt x="10778634" y="114444"/>
                </a:lnTo>
                <a:lnTo>
                  <a:pt x="10793861" y="157408"/>
                </a:lnTo>
                <a:lnTo>
                  <a:pt x="10799064" y="204215"/>
                </a:lnTo>
                <a:lnTo>
                  <a:pt x="10799064" y="1019555"/>
                </a:lnTo>
                <a:lnTo>
                  <a:pt x="10793861" y="1066540"/>
                </a:lnTo>
                <a:lnTo>
                  <a:pt x="10778634" y="1109623"/>
                </a:lnTo>
                <a:lnTo>
                  <a:pt x="10754602" y="1147582"/>
                </a:lnTo>
                <a:lnTo>
                  <a:pt x="10722986" y="1179198"/>
                </a:lnTo>
                <a:lnTo>
                  <a:pt x="10685008" y="1203249"/>
                </a:lnTo>
                <a:lnTo>
                  <a:pt x="10641888" y="1218513"/>
                </a:lnTo>
                <a:lnTo>
                  <a:pt x="10594848" y="122377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309204"/>
            <a:ext cx="8410575" cy="9398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：本月营业收入为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120,000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元，营业成本为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80,000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：计算并打印本月毛利，通过变量赋值接收营业收入、营业成本金额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3371" y="4120896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5" y="950976"/>
                </a:moveTo>
                <a:lnTo>
                  <a:pt x="272795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2795" y="237743"/>
                </a:lnTo>
                <a:lnTo>
                  <a:pt x="272795" y="0"/>
                </a:lnTo>
                <a:lnTo>
                  <a:pt x="547115" y="475488"/>
                </a:lnTo>
                <a:lnTo>
                  <a:pt x="272795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36080" y="3814571"/>
            <a:ext cx="4399915" cy="1687195"/>
          </a:xfrm>
          <a:custGeom>
            <a:avLst/>
            <a:gdLst/>
            <a:ahLst/>
            <a:cxnLst/>
            <a:rect l="l" t="t" r="r" b="b"/>
            <a:pathLst>
              <a:path w="4399915" h="1687195">
                <a:moveTo>
                  <a:pt x="4117848" y="1687067"/>
                </a:moveTo>
                <a:lnTo>
                  <a:pt x="281940" y="1687067"/>
                </a:lnTo>
                <a:lnTo>
                  <a:pt x="236322" y="1683557"/>
                </a:lnTo>
                <a:lnTo>
                  <a:pt x="193040" y="1673033"/>
                </a:lnTo>
                <a:lnTo>
                  <a:pt x="152670" y="1656083"/>
                </a:lnTo>
                <a:lnTo>
                  <a:pt x="115786" y="1633291"/>
                </a:lnTo>
                <a:lnTo>
                  <a:pt x="82967" y="1605243"/>
                </a:lnTo>
                <a:lnTo>
                  <a:pt x="54788" y="1572524"/>
                </a:lnTo>
                <a:lnTo>
                  <a:pt x="31825" y="1535720"/>
                </a:lnTo>
                <a:lnTo>
                  <a:pt x="14656" y="1495417"/>
                </a:lnTo>
                <a:lnTo>
                  <a:pt x="3855" y="1452198"/>
                </a:lnTo>
                <a:lnTo>
                  <a:pt x="0" y="1406652"/>
                </a:lnTo>
                <a:lnTo>
                  <a:pt x="0" y="280415"/>
                </a:lnTo>
                <a:lnTo>
                  <a:pt x="3855" y="234834"/>
                </a:lnTo>
                <a:lnTo>
                  <a:pt x="14656" y="191589"/>
                </a:lnTo>
                <a:lnTo>
                  <a:pt x="31825" y="151267"/>
                </a:lnTo>
                <a:lnTo>
                  <a:pt x="54788" y="114451"/>
                </a:lnTo>
                <a:lnTo>
                  <a:pt x="82967" y="81729"/>
                </a:lnTo>
                <a:lnTo>
                  <a:pt x="115786" y="53685"/>
                </a:lnTo>
                <a:lnTo>
                  <a:pt x="152670" y="30904"/>
                </a:lnTo>
                <a:lnTo>
                  <a:pt x="193040" y="13973"/>
                </a:lnTo>
                <a:lnTo>
                  <a:pt x="236322" y="3476"/>
                </a:lnTo>
                <a:lnTo>
                  <a:pt x="281940" y="0"/>
                </a:lnTo>
                <a:lnTo>
                  <a:pt x="4117848" y="0"/>
                </a:lnTo>
                <a:lnTo>
                  <a:pt x="4163499" y="3476"/>
                </a:lnTo>
                <a:lnTo>
                  <a:pt x="4206808" y="13973"/>
                </a:lnTo>
                <a:lnTo>
                  <a:pt x="4247197" y="30904"/>
                </a:lnTo>
                <a:lnTo>
                  <a:pt x="4284092" y="53685"/>
                </a:lnTo>
                <a:lnTo>
                  <a:pt x="4316915" y="81729"/>
                </a:lnTo>
                <a:lnTo>
                  <a:pt x="4345091" y="114451"/>
                </a:lnTo>
                <a:lnTo>
                  <a:pt x="4368042" y="151267"/>
                </a:lnTo>
                <a:lnTo>
                  <a:pt x="4385192" y="191589"/>
                </a:lnTo>
                <a:lnTo>
                  <a:pt x="4395966" y="234834"/>
                </a:lnTo>
                <a:lnTo>
                  <a:pt x="4399788" y="280415"/>
                </a:lnTo>
                <a:lnTo>
                  <a:pt x="4399788" y="1406652"/>
                </a:lnTo>
                <a:lnTo>
                  <a:pt x="4395966" y="1452198"/>
                </a:lnTo>
                <a:lnTo>
                  <a:pt x="4385192" y="1495417"/>
                </a:lnTo>
                <a:lnTo>
                  <a:pt x="4368042" y="1535720"/>
                </a:lnTo>
                <a:lnTo>
                  <a:pt x="4345091" y="1572524"/>
                </a:lnTo>
                <a:lnTo>
                  <a:pt x="4316915" y="1605243"/>
                </a:lnTo>
                <a:lnTo>
                  <a:pt x="4284092" y="1633291"/>
                </a:lnTo>
                <a:lnTo>
                  <a:pt x="4247197" y="1656083"/>
                </a:lnTo>
                <a:lnTo>
                  <a:pt x="4206808" y="1673033"/>
                </a:lnTo>
                <a:lnTo>
                  <a:pt x="4163499" y="1683557"/>
                </a:lnTo>
                <a:lnTo>
                  <a:pt x="4117848" y="16870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059294" y="4243882"/>
            <a:ext cx="19558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419100">
              <a:lnSpc>
                <a:spcPct val="100000"/>
              </a:lnSpc>
              <a:spcBef>
                <a:spcPts val="960"/>
              </a:spcBef>
            </a:pPr>
            <a:r>
              <a:rPr dirty="0" sz="1600">
                <a:latin typeface="宋体"/>
                <a:cs typeface="宋体"/>
              </a:rPr>
              <a:t>本月毛利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40000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3105911"/>
            <a:ext cx="4634865" cy="3291840"/>
          </a:xfrm>
          <a:custGeom>
            <a:avLst/>
            <a:gdLst/>
            <a:ahLst/>
            <a:cxnLst/>
            <a:rect l="l" t="t" r="r" b="b"/>
            <a:pathLst>
              <a:path w="4634865" h="3291840">
                <a:moveTo>
                  <a:pt x="4085844" y="3291840"/>
                </a:moveTo>
                <a:lnTo>
                  <a:pt x="548640" y="3291840"/>
                </a:lnTo>
                <a:lnTo>
                  <a:pt x="501212" y="3289712"/>
                </a:lnTo>
                <a:lnTo>
                  <a:pt x="454913" y="3283681"/>
                </a:lnTo>
                <a:lnTo>
                  <a:pt x="409909" y="3273911"/>
                </a:lnTo>
                <a:lnTo>
                  <a:pt x="366363" y="3260565"/>
                </a:lnTo>
                <a:lnTo>
                  <a:pt x="324440" y="3243809"/>
                </a:lnTo>
                <a:lnTo>
                  <a:pt x="284304" y="3223807"/>
                </a:lnTo>
                <a:lnTo>
                  <a:pt x="246119" y="3200723"/>
                </a:lnTo>
                <a:lnTo>
                  <a:pt x="210051" y="3174722"/>
                </a:lnTo>
                <a:lnTo>
                  <a:pt x="176264" y="3145968"/>
                </a:lnTo>
                <a:lnTo>
                  <a:pt x="144921" y="3114625"/>
                </a:lnTo>
                <a:lnTo>
                  <a:pt x="116188" y="3080859"/>
                </a:lnTo>
                <a:lnTo>
                  <a:pt x="90229" y="3044833"/>
                </a:lnTo>
                <a:lnTo>
                  <a:pt x="67209" y="3006712"/>
                </a:lnTo>
                <a:lnTo>
                  <a:pt x="47291" y="2966661"/>
                </a:lnTo>
                <a:lnTo>
                  <a:pt x="30640" y="2924843"/>
                </a:lnTo>
                <a:lnTo>
                  <a:pt x="17421" y="2881424"/>
                </a:lnTo>
                <a:lnTo>
                  <a:pt x="7799" y="2836567"/>
                </a:lnTo>
                <a:lnTo>
                  <a:pt x="1937" y="2790437"/>
                </a:lnTo>
                <a:lnTo>
                  <a:pt x="0" y="2743200"/>
                </a:lnTo>
                <a:lnTo>
                  <a:pt x="0" y="548639"/>
                </a:lnTo>
                <a:lnTo>
                  <a:pt x="1937" y="501364"/>
                </a:lnTo>
                <a:lnTo>
                  <a:pt x="7799" y="455200"/>
                </a:lnTo>
                <a:lnTo>
                  <a:pt x="17421" y="410314"/>
                </a:lnTo>
                <a:lnTo>
                  <a:pt x="30640" y="366869"/>
                </a:lnTo>
                <a:lnTo>
                  <a:pt x="47291" y="325031"/>
                </a:lnTo>
                <a:lnTo>
                  <a:pt x="67209" y="284962"/>
                </a:lnTo>
                <a:lnTo>
                  <a:pt x="90229" y="246829"/>
                </a:lnTo>
                <a:lnTo>
                  <a:pt x="116188" y="210794"/>
                </a:lnTo>
                <a:lnTo>
                  <a:pt x="144921" y="177024"/>
                </a:lnTo>
                <a:lnTo>
                  <a:pt x="176264" y="145681"/>
                </a:lnTo>
                <a:lnTo>
                  <a:pt x="210051" y="116931"/>
                </a:lnTo>
                <a:lnTo>
                  <a:pt x="246119" y="90939"/>
                </a:lnTo>
                <a:lnTo>
                  <a:pt x="284304" y="67867"/>
                </a:lnTo>
                <a:lnTo>
                  <a:pt x="324440" y="47882"/>
                </a:lnTo>
                <a:lnTo>
                  <a:pt x="366363" y="31147"/>
                </a:lnTo>
                <a:lnTo>
                  <a:pt x="409909" y="17827"/>
                </a:lnTo>
                <a:lnTo>
                  <a:pt x="454913" y="8086"/>
                </a:lnTo>
                <a:lnTo>
                  <a:pt x="501212" y="2089"/>
                </a:lnTo>
                <a:lnTo>
                  <a:pt x="548640" y="0"/>
                </a:lnTo>
                <a:lnTo>
                  <a:pt x="4085844" y="0"/>
                </a:lnTo>
                <a:lnTo>
                  <a:pt x="4133081" y="2089"/>
                </a:lnTo>
                <a:lnTo>
                  <a:pt x="4179211" y="8086"/>
                </a:lnTo>
                <a:lnTo>
                  <a:pt x="4224068" y="17827"/>
                </a:lnTo>
                <a:lnTo>
                  <a:pt x="4267487" y="31147"/>
                </a:lnTo>
                <a:lnTo>
                  <a:pt x="4309305" y="47882"/>
                </a:lnTo>
                <a:lnTo>
                  <a:pt x="4349356" y="67867"/>
                </a:lnTo>
                <a:lnTo>
                  <a:pt x="4387477" y="90939"/>
                </a:lnTo>
                <a:lnTo>
                  <a:pt x="4423503" y="116931"/>
                </a:lnTo>
                <a:lnTo>
                  <a:pt x="4457269" y="145681"/>
                </a:lnTo>
                <a:lnTo>
                  <a:pt x="4488612" y="177024"/>
                </a:lnTo>
                <a:lnTo>
                  <a:pt x="4517366" y="210794"/>
                </a:lnTo>
                <a:lnTo>
                  <a:pt x="4543367" y="246829"/>
                </a:lnTo>
                <a:lnTo>
                  <a:pt x="4566451" y="284962"/>
                </a:lnTo>
                <a:lnTo>
                  <a:pt x="4586453" y="325031"/>
                </a:lnTo>
                <a:lnTo>
                  <a:pt x="4603209" y="366869"/>
                </a:lnTo>
                <a:lnTo>
                  <a:pt x="4616555" y="410314"/>
                </a:lnTo>
                <a:lnTo>
                  <a:pt x="4626325" y="455200"/>
                </a:lnTo>
                <a:lnTo>
                  <a:pt x="4632356" y="501364"/>
                </a:lnTo>
                <a:lnTo>
                  <a:pt x="4634483" y="548639"/>
                </a:lnTo>
                <a:lnTo>
                  <a:pt x="4634483" y="2743200"/>
                </a:lnTo>
                <a:lnTo>
                  <a:pt x="4632356" y="2790437"/>
                </a:lnTo>
                <a:lnTo>
                  <a:pt x="4626325" y="2836567"/>
                </a:lnTo>
                <a:lnTo>
                  <a:pt x="4616555" y="2881424"/>
                </a:lnTo>
                <a:lnTo>
                  <a:pt x="4603209" y="2924843"/>
                </a:lnTo>
                <a:lnTo>
                  <a:pt x="4586453" y="2966661"/>
                </a:lnTo>
                <a:lnTo>
                  <a:pt x="4566451" y="3006712"/>
                </a:lnTo>
                <a:lnTo>
                  <a:pt x="4543367" y="3044833"/>
                </a:lnTo>
                <a:lnTo>
                  <a:pt x="4517366" y="3080859"/>
                </a:lnTo>
                <a:lnTo>
                  <a:pt x="4488612" y="3114625"/>
                </a:lnTo>
                <a:lnTo>
                  <a:pt x="4457269" y="3145968"/>
                </a:lnTo>
                <a:lnTo>
                  <a:pt x="4423503" y="3174722"/>
                </a:lnTo>
                <a:lnTo>
                  <a:pt x="4387477" y="3200723"/>
                </a:lnTo>
                <a:lnTo>
                  <a:pt x="4349356" y="3223807"/>
                </a:lnTo>
                <a:lnTo>
                  <a:pt x="4309305" y="3243809"/>
                </a:lnTo>
                <a:lnTo>
                  <a:pt x="4267487" y="3260565"/>
                </a:lnTo>
                <a:lnTo>
                  <a:pt x="4224068" y="3273911"/>
                </a:lnTo>
                <a:lnTo>
                  <a:pt x="4179211" y="3283681"/>
                </a:lnTo>
                <a:lnTo>
                  <a:pt x="4133081" y="3289712"/>
                </a:lnTo>
                <a:lnTo>
                  <a:pt x="4085844" y="329184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9204" y="2961132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598" y="456930"/>
                </a:lnTo>
                <a:lnTo>
                  <a:pt x="22974" y="440226"/>
                </a:lnTo>
                <a:lnTo>
                  <a:pt x="6293" y="415625"/>
                </a:lnTo>
                <a:lnTo>
                  <a:pt x="0" y="385572"/>
                </a:lnTo>
                <a:lnTo>
                  <a:pt x="0" y="76200"/>
                </a:lnTo>
                <a:lnTo>
                  <a:pt x="6293" y="46312"/>
                </a:lnTo>
                <a:lnTo>
                  <a:pt x="22974" y="21926"/>
                </a:lnTo>
                <a:lnTo>
                  <a:pt x="47598" y="5626"/>
                </a:lnTo>
                <a:lnTo>
                  <a:pt x="77723" y="0"/>
                </a:lnTo>
                <a:lnTo>
                  <a:pt x="1085088" y="0"/>
                </a:lnTo>
                <a:lnTo>
                  <a:pt x="1115570" y="5626"/>
                </a:lnTo>
                <a:lnTo>
                  <a:pt x="1140313" y="21926"/>
                </a:lnTo>
                <a:lnTo>
                  <a:pt x="1156875" y="46312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875" y="415625"/>
                </a:lnTo>
                <a:lnTo>
                  <a:pt x="1140313" y="440226"/>
                </a:lnTo>
                <a:lnTo>
                  <a:pt x="1115570" y="456930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0481" y="3046501"/>
            <a:ext cx="3888104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 marR="5080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接收营业收入</a:t>
            </a:r>
            <a:r>
              <a:rPr dirty="0" sz="1600" spc="-5">
                <a:latin typeface="宋体"/>
                <a:cs typeface="宋体"/>
              </a:rPr>
              <a:t>值 income = 120000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9014" y="4177664"/>
            <a:ext cx="32759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cost</a:t>
            </a:r>
            <a:r>
              <a:rPr dirty="0" sz="1600">
                <a:latin typeface="宋体"/>
                <a:cs typeface="宋体"/>
              </a:rPr>
              <a:t>接收营业成本</a:t>
            </a:r>
            <a:r>
              <a:rPr dirty="0" sz="1600" spc="-5">
                <a:latin typeface="宋体"/>
                <a:cs typeface="宋体"/>
              </a:rPr>
              <a:t>值 cost = 80000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9014" y="4909184"/>
            <a:ext cx="307340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098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计 算 毛 利 </a:t>
            </a:r>
            <a:r>
              <a:rPr dirty="0" sz="1600" spc="-5">
                <a:latin typeface="宋体"/>
                <a:cs typeface="宋体"/>
              </a:rPr>
              <a:t>grossProfit  grossProfit = income -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cost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打印计算结</a:t>
            </a:r>
            <a:r>
              <a:rPr dirty="0" sz="1600" spc="-5">
                <a:latin typeface="宋体"/>
                <a:cs typeface="宋体"/>
              </a:rPr>
              <a:t>果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本月毛利</a:t>
            </a:r>
            <a:r>
              <a:rPr dirty="0" sz="1600" spc="-5">
                <a:latin typeface="宋体"/>
                <a:cs typeface="宋体"/>
              </a:rPr>
              <a:t>=',grossProfit)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赋值运算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123"/>
                </a:lnTo>
                <a:lnTo>
                  <a:pt x="36395" y="719108"/>
                </a:lnTo>
                <a:lnTo>
                  <a:pt x="9600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600" y="77234"/>
                </a:lnTo>
                <a:lnTo>
                  <a:pt x="36395" y="37061"/>
                </a:lnTo>
                <a:lnTo>
                  <a:pt x="76234" y="9981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9981"/>
                </a:lnTo>
                <a:lnTo>
                  <a:pt x="10762668" y="37061"/>
                </a:lnTo>
                <a:lnTo>
                  <a:pt x="10789463" y="77234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3" y="678869"/>
                </a:lnTo>
                <a:lnTo>
                  <a:pt x="10762668" y="719108"/>
                </a:lnTo>
                <a:lnTo>
                  <a:pt x="10722829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3192"/>
            <a:ext cx="13011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赋值运算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04850" y="2309495"/>
          <a:ext cx="10819130" cy="3900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70"/>
                <a:gridCol w="4319905"/>
                <a:gridCol w="4319905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24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简单的赋值运算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c=a+b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将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a+b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的运算结果赋值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为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c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+=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加法赋值运算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c+=a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c=c+a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-=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减法赋值运算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c-=a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c=c-a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乘法赋值运算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c*=a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c=c*a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/=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除法赋值运算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c/=a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c=c/a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%=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取模赋值运算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c%=a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c=c%a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**=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幂赋值运算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c**=a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c=c**a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//=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取整除赋值运算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c//=a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等效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于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c=c//a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赋值运算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224280"/>
          </a:xfrm>
          <a:custGeom>
            <a:avLst/>
            <a:gdLst/>
            <a:ahLst/>
            <a:cxnLst/>
            <a:rect l="l" t="t" r="r" b="b"/>
            <a:pathLst>
              <a:path w="10799445" h="1224280">
                <a:moveTo>
                  <a:pt x="10594848" y="1223771"/>
                </a:moveTo>
                <a:lnTo>
                  <a:pt x="204215" y="1223771"/>
                </a:lnTo>
                <a:lnTo>
                  <a:pt x="157175" y="1218513"/>
                </a:lnTo>
                <a:lnTo>
                  <a:pt x="114055" y="1203249"/>
                </a:lnTo>
                <a:lnTo>
                  <a:pt x="76077" y="1179198"/>
                </a:lnTo>
                <a:lnTo>
                  <a:pt x="44461" y="1147582"/>
                </a:lnTo>
                <a:lnTo>
                  <a:pt x="20429" y="1109623"/>
                </a:lnTo>
                <a:lnTo>
                  <a:pt x="5202" y="1066540"/>
                </a:lnTo>
                <a:lnTo>
                  <a:pt x="0" y="1019555"/>
                </a:lnTo>
                <a:lnTo>
                  <a:pt x="0" y="204215"/>
                </a:lnTo>
                <a:lnTo>
                  <a:pt x="5202" y="157408"/>
                </a:lnTo>
                <a:lnTo>
                  <a:pt x="20429" y="114444"/>
                </a:lnTo>
                <a:lnTo>
                  <a:pt x="44461" y="76543"/>
                </a:lnTo>
                <a:lnTo>
                  <a:pt x="76077" y="44928"/>
                </a:lnTo>
                <a:lnTo>
                  <a:pt x="114055" y="20818"/>
                </a:lnTo>
                <a:lnTo>
                  <a:pt x="157175" y="5435"/>
                </a:lnTo>
                <a:lnTo>
                  <a:pt x="204215" y="0"/>
                </a:lnTo>
                <a:lnTo>
                  <a:pt x="10594848" y="0"/>
                </a:lnTo>
                <a:lnTo>
                  <a:pt x="10641888" y="5435"/>
                </a:lnTo>
                <a:lnTo>
                  <a:pt x="10685008" y="20818"/>
                </a:lnTo>
                <a:lnTo>
                  <a:pt x="10722986" y="44928"/>
                </a:lnTo>
                <a:lnTo>
                  <a:pt x="10754602" y="76543"/>
                </a:lnTo>
                <a:lnTo>
                  <a:pt x="10778634" y="114444"/>
                </a:lnTo>
                <a:lnTo>
                  <a:pt x="10793861" y="157408"/>
                </a:lnTo>
                <a:lnTo>
                  <a:pt x="10799064" y="204215"/>
                </a:lnTo>
                <a:lnTo>
                  <a:pt x="10799064" y="1019555"/>
                </a:lnTo>
                <a:lnTo>
                  <a:pt x="10793861" y="1066540"/>
                </a:lnTo>
                <a:lnTo>
                  <a:pt x="10778634" y="1109623"/>
                </a:lnTo>
                <a:lnTo>
                  <a:pt x="10754602" y="1147582"/>
                </a:lnTo>
                <a:lnTo>
                  <a:pt x="10722986" y="1179198"/>
                </a:lnTo>
                <a:lnTo>
                  <a:pt x="10685008" y="1203249"/>
                </a:lnTo>
                <a:lnTo>
                  <a:pt x="10641888" y="1218513"/>
                </a:lnTo>
                <a:lnTo>
                  <a:pt x="10594848" y="122377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139" y="1328344"/>
            <a:ext cx="98075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：截止本年11月公司累计营业收入为880,000元，12月营业收入发生额为80,000元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。 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：使用赋值运算符计算累计营业收入，并打印本年累计营业收入值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86471" y="4181855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714231" y="3814571"/>
            <a:ext cx="2435860" cy="1687195"/>
          </a:xfrm>
          <a:custGeom>
            <a:avLst/>
            <a:gdLst/>
            <a:ahLst/>
            <a:cxnLst/>
            <a:rect l="l" t="t" r="r" b="b"/>
            <a:pathLst>
              <a:path w="2435859" h="1687195">
                <a:moveTo>
                  <a:pt x="2153412" y="1687067"/>
                </a:moveTo>
                <a:lnTo>
                  <a:pt x="280416" y="1687067"/>
                </a:lnTo>
                <a:lnTo>
                  <a:pt x="234834" y="1683557"/>
                </a:lnTo>
                <a:lnTo>
                  <a:pt x="191589" y="1673033"/>
                </a:lnTo>
                <a:lnTo>
                  <a:pt x="151267" y="1656083"/>
                </a:lnTo>
                <a:lnTo>
                  <a:pt x="114451" y="1633291"/>
                </a:lnTo>
                <a:lnTo>
                  <a:pt x="81729" y="1605243"/>
                </a:lnTo>
                <a:lnTo>
                  <a:pt x="53685" y="1572524"/>
                </a:lnTo>
                <a:lnTo>
                  <a:pt x="30904" y="1535720"/>
                </a:lnTo>
                <a:lnTo>
                  <a:pt x="13973" y="1495417"/>
                </a:lnTo>
                <a:lnTo>
                  <a:pt x="3476" y="1452198"/>
                </a:lnTo>
                <a:lnTo>
                  <a:pt x="0" y="1406652"/>
                </a:lnTo>
                <a:lnTo>
                  <a:pt x="0" y="280415"/>
                </a:lnTo>
                <a:lnTo>
                  <a:pt x="3476" y="234834"/>
                </a:lnTo>
                <a:lnTo>
                  <a:pt x="13973" y="191589"/>
                </a:lnTo>
                <a:lnTo>
                  <a:pt x="30904" y="151267"/>
                </a:lnTo>
                <a:lnTo>
                  <a:pt x="53685" y="114451"/>
                </a:lnTo>
                <a:lnTo>
                  <a:pt x="81729" y="81729"/>
                </a:lnTo>
                <a:lnTo>
                  <a:pt x="114451" y="53685"/>
                </a:lnTo>
                <a:lnTo>
                  <a:pt x="151267" y="30904"/>
                </a:lnTo>
                <a:lnTo>
                  <a:pt x="191589" y="13973"/>
                </a:lnTo>
                <a:lnTo>
                  <a:pt x="234834" y="3476"/>
                </a:lnTo>
                <a:lnTo>
                  <a:pt x="280416" y="0"/>
                </a:lnTo>
                <a:lnTo>
                  <a:pt x="2153412" y="0"/>
                </a:lnTo>
                <a:lnTo>
                  <a:pt x="2199131" y="3476"/>
                </a:lnTo>
                <a:lnTo>
                  <a:pt x="2242494" y="13973"/>
                </a:lnTo>
                <a:lnTo>
                  <a:pt x="2282922" y="30904"/>
                </a:lnTo>
                <a:lnTo>
                  <a:pt x="2319839" y="53685"/>
                </a:lnTo>
                <a:lnTo>
                  <a:pt x="2352670" y="81729"/>
                </a:lnTo>
                <a:lnTo>
                  <a:pt x="2380837" y="114451"/>
                </a:lnTo>
                <a:lnTo>
                  <a:pt x="2403766" y="151267"/>
                </a:lnTo>
                <a:lnTo>
                  <a:pt x="2420878" y="191589"/>
                </a:lnTo>
                <a:lnTo>
                  <a:pt x="2431599" y="234834"/>
                </a:lnTo>
                <a:lnTo>
                  <a:pt x="2435352" y="280415"/>
                </a:lnTo>
                <a:lnTo>
                  <a:pt x="2435352" y="1406652"/>
                </a:lnTo>
                <a:lnTo>
                  <a:pt x="2431599" y="1452198"/>
                </a:lnTo>
                <a:lnTo>
                  <a:pt x="2420878" y="1495417"/>
                </a:lnTo>
                <a:lnTo>
                  <a:pt x="2403766" y="1535720"/>
                </a:lnTo>
                <a:lnTo>
                  <a:pt x="2380837" y="1572524"/>
                </a:lnTo>
                <a:lnTo>
                  <a:pt x="2352670" y="1605243"/>
                </a:lnTo>
                <a:lnTo>
                  <a:pt x="2319839" y="1633291"/>
                </a:lnTo>
                <a:lnTo>
                  <a:pt x="2282922" y="1656083"/>
                </a:lnTo>
                <a:lnTo>
                  <a:pt x="2242494" y="1673033"/>
                </a:lnTo>
                <a:lnTo>
                  <a:pt x="2199131" y="1683557"/>
                </a:lnTo>
                <a:lnTo>
                  <a:pt x="2153412" y="16870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105010" y="4551768"/>
            <a:ext cx="1651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</a:t>
            </a:r>
            <a:r>
              <a:rPr dirty="0" sz="1600" spc="-5">
                <a:latin typeface="宋体"/>
                <a:cs typeface="宋体"/>
              </a:rPr>
              <a:t>960000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2930651"/>
            <a:ext cx="5960745" cy="3601720"/>
          </a:xfrm>
          <a:custGeom>
            <a:avLst/>
            <a:gdLst/>
            <a:ahLst/>
            <a:cxnLst/>
            <a:rect l="l" t="t" r="r" b="b"/>
            <a:pathLst>
              <a:path w="5960745" h="3601720">
                <a:moveTo>
                  <a:pt x="5359908" y="3601212"/>
                </a:moveTo>
                <a:lnTo>
                  <a:pt x="598932" y="3601212"/>
                </a:lnTo>
                <a:lnTo>
                  <a:pt x="552130" y="3599371"/>
                </a:lnTo>
                <a:lnTo>
                  <a:pt x="506306" y="3594011"/>
                </a:lnTo>
                <a:lnTo>
                  <a:pt x="461594" y="3585266"/>
                </a:lnTo>
                <a:lnTo>
                  <a:pt x="418129" y="3573267"/>
                </a:lnTo>
                <a:lnTo>
                  <a:pt x="376044" y="3558149"/>
                </a:lnTo>
                <a:lnTo>
                  <a:pt x="335474" y="3540045"/>
                </a:lnTo>
                <a:lnTo>
                  <a:pt x="296553" y="3519088"/>
                </a:lnTo>
                <a:lnTo>
                  <a:pt x="259415" y="3495411"/>
                </a:lnTo>
                <a:lnTo>
                  <a:pt x="224195" y="3469147"/>
                </a:lnTo>
                <a:lnTo>
                  <a:pt x="191027" y="3440431"/>
                </a:lnTo>
                <a:lnTo>
                  <a:pt x="160045" y="3409394"/>
                </a:lnTo>
                <a:lnTo>
                  <a:pt x="131384" y="3376171"/>
                </a:lnTo>
                <a:lnTo>
                  <a:pt x="105177" y="3340895"/>
                </a:lnTo>
                <a:lnTo>
                  <a:pt x="81559" y="3303698"/>
                </a:lnTo>
                <a:lnTo>
                  <a:pt x="60664" y="3264715"/>
                </a:lnTo>
                <a:lnTo>
                  <a:pt x="42627" y="3224078"/>
                </a:lnTo>
                <a:lnTo>
                  <a:pt x="27581" y="3181921"/>
                </a:lnTo>
                <a:lnTo>
                  <a:pt x="15661" y="3138377"/>
                </a:lnTo>
                <a:lnTo>
                  <a:pt x="7001" y="3093579"/>
                </a:lnTo>
                <a:lnTo>
                  <a:pt x="1736" y="3047661"/>
                </a:lnTo>
                <a:lnTo>
                  <a:pt x="0" y="3000756"/>
                </a:lnTo>
                <a:lnTo>
                  <a:pt x="0" y="600456"/>
                </a:lnTo>
                <a:lnTo>
                  <a:pt x="1736" y="553498"/>
                </a:lnTo>
                <a:lnTo>
                  <a:pt x="7001" y="507533"/>
                </a:lnTo>
                <a:lnTo>
                  <a:pt x="15661" y="462694"/>
                </a:lnTo>
                <a:lnTo>
                  <a:pt x="27581" y="419114"/>
                </a:lnTo>
                <a:lnTo>
                  <a:pt x="42627" y="376925"/>
                </a:lnTo>
                <a:lnTo>
                  <a:pt x="60664" y="336263"/>
                </a:lnTo>
                <a:lnTo>
                  <a:pt x="81559" y="297259"/>
                </a:lnTo>
                <a:lnTo>
                  <a:pt x="105177" y="260046"/>
                </a:lnTo>
                <a:lnTo>
                  <a:pt x="131384" y="224760"/>
                </a:lnTo>
                <a:lnTo>
                  <a:pt x="160045" y="191532"/>
                </a:lnTo>
                <a:lnTo>
                  <a:pt x="191027" y="160495"/>
                </a:lnTo>
                <a:lnTo>
                  <a:pt x="224195" y="131784"/>
                </a:lnTo>
                <a:lnTo>
                  <a:pt x="259415" y="105531"/>
                </a:lnTo>
                <a:lnTo>
                  <a:pt x="296553" y="81869"/>
                </a:lnTo>
                <a:lnTo>
                  <a:pt x="335474" y="60933"/>
                </a:lnTo>
                <a:lnTo>
                  <a:pt x="376044" y="42854"/>
                </a:lnTo>
                <a:lnTo>
                  <a:pt x="418129" y="27768"/>
                </a:lnTo>
                <a:lnTo>
                  <a:pt x="461594" y="15805"/>
                </a:lnTo>
                <a:lnTo>
                  <a:pt x="506306" y="7101"/>
                </a:lnTo>
                <a:lnTo>
                  <a:pt x="552130" y="1788"/>
                </a:lnTo>
                <a:lnTo>
                  <a:pt x="598932" y="0"/>
                </a:lnTo>
                <a:lnTo>
                  <a:pt x="5359908" y="0"/>
                </a:lnTo>
                <a:lnTo>
                  <a:pt x="5406830" y="1788"/>
                </a:lnTo>
                <a:lnTo>
                  <a:pt x="5452764" y="7101"/>
                </a:lnTo>
                <a:lnTo>
                  <a:pt x="5497576" y="15805"/>
                </a:lnTo>
                <a:lnTo>
                  <a:pt x="5541132" y="27768"/>
                </a:lnTo>
                <a:lnTo>
                  <a:pt x="5583299" y="42854"/>
                </a:lnTo>
                <a:lnTo>
                  <a:pt x="5623945" y="60933"/>
                </a:lnTo>
                <a:lnTo>
                  <a:pt x="5662935" y="81869"/>
                </a:lnTo>
                <a:lnTo>
                  <a:pt x="5700137" y="105531"/>
                </a:lnTo>
                <a:lnTo>
                  <a:pt x="5735417" y="131784"/>
                </a:lnTo>
                <a:lnTo>
                  <a:pt x="5768641" y="160495"/>
                </a:lnTo>
                <a:lnTo>
                  <a:pt x="5799678" y="191532"/>
                </a:lnTo>
                <a:lnTo>
                  <a:pt x="5828393" y="224760"/>
                </a:lnTo>
                <a:lnTo>
                  <a:pt x="5854653" y="260046"/>
                </a:lnTo>
                <a:lnTo>
                  <a:pt x="5878324" y="297259"/>
                </a:lnTo>
                <a:lnTo>
                  <a:pt x="5899275" y="336263"/>
                </a:lnTo>
                <a:lnTo>
                  <a:pt x="5917370" y="376925"/>
                </a:lnTo>
                <a:lnTo>
                  <a:pt x="5932478" y="419114"/>
                </a:lnTo>
                <a:lnTo>
                  <a:pt x="5944464" y="462694"/>
                </a:lnTo>
                <a:lnTo>
                  <a:pt x="5953196" y="507533"/>
                </a:lnTo>
                <a:lnTo>
                  <a:pt x="5958540" y="553498"/>
                </a:lnTo>
                <a:lnTo>
                  <a:pt x="5960363" y="600456"/>
                </a:lnTo>
                <a:lnTo>
                  <a:pt x="5960363" y="3000756"/>
                </a:lnTo>
                <a:lnTo>
                  <a:pt x="5958540" y="3047661"/>
                </a:lnTo>
                <a:lnTo>
                  <a:pt x="5953196" y="3093579"/>
                </a:lnTo>
                <a:lnTo>
                  <a:pt x="5944464" y="3138377"/>
                </a:lnTo>
                <a:lnTo>
                  <a:pt x="5932478" y="3181921"/>
                </a:lnTo>
                <a:lnTo>
                  <a:pt x="5917370" y="3224078"/>
                </a:lnTo>
                <a:lnTo>
                  <a:pt x="5899275" y="3264715"/>
                </a:lnTo>
                <a:lnTo>
                  <a:pt x="5878324" y="3303698"/>
                </a:lnTo>
                <a:lnTo>
                  <a:pt x="5854653" y="3340895"/>
                </a:lnTo>
                <a:lnTo>
                  <a:pt x="5828393" y="3376171"/>
                </a:lnTo>
                <a:lnTo>
                  <a:pt x="5799678" y="3409394"/>
                </a:lnTo>
                <a:lnTo>
                  <a:pt x="5768641" y="3440431"/>
                </a:lnTo>
                <a:lnTo>
                  <a:pt x="5735417" y="3469147"/>
                </a:lnTo>
                <a:lnTo>
                  <a:pt x="5700137" y="3495411"/>
                </a:lnTo>
                <a:lnTo>
                  <a:pt x="5662935" y="3519088"/>
                </a:lnTo>
                <a:lnTo>
                  <a:pt x="5623945" y="3540045"/>
                </a:lnTo>
                <a:lnTo>
                  <a:pt x="5583299" y="3558149"/>
                </a:lnTo>
                <a:lnTo>
                  <a:pt x="5541132" y="3573267"/>
                </a:lnTo>
                <a:lnTo>
                  <a:pt x="5497576" y="3585266"/>
                </a:lnTo>
                <a:lnTo>
                  <a:pt x="5452764" y="3594011"/>
                </a:lnTo>
                <a:lnTo>
                  <a:pt x="5406830" y="3599371"/>
                </a:lnTo>
                <a:lnTo>
                  <a:pt x="5359908" y="360121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9204" y="2784348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3" y="463295"/>
                </a:lnTo>
                <a:lnTo>
                  <a:pt x="47598" y="457454"/>
                </a:lnTo>
                <a:lnTo>
                  <a:pt x="22974" y="441083"/>
                </a:lnTo>
                <a:lnTo>
                  <a:pt x="6293" y="416768"/>
                </a:lnTo>
                <a:lnTo>
                  <a:pt x="0" y="387095"/>
                </a:lnTo>
                <a:lnTo>
                  <a:pt x="0" y="77724"/>
                </a:lnTo>
                <a:lnTo>
                  <a:pt x="6293" y="47455"/>
                </a:lnTo>
                <a:lnTo>
                  <a:pt x="22974" y="22783"/>
                </a:lnTo>
                <a:lnTo>
                  <a:pt x="47598" y="6150"/>
                </a:lnTo>
                <a:lnTo>
                  <a:pt x="77723" y="0"/>
                </a:lnTo>
                <a:lnTo>
                  <a:pt x="1085088" y="0"/>
                </a:lnTo>
                <a:lnTo>
                  <a:pt x="1115570" y="6150"/>
                </a:lnTo>
                <a:lnTo>
                  <a:pt x="1140313" y="22783"/>
                </a:lnTo>
                <a:lnTo>
                  <a:pt x="1156875" y="47455"/>
                </a:lnTo>
                <a:lnTo>
                  <a:pt x="1162812" y="77724"/>
                </a:lnTo>
                <a:lnTo>
                  <a:pt x="1162812" y="387095"/>
                </a:lnTo>
                <a:lnTo>
                  <a:pt x="1156875" y="416768"/>
                </a:lnTo>
                <a:lnTo>
                  <a:pt x="1140313" y="441083"/>
                </a:lnTo>
                <a:lnTo>
                  <a:pt x="1115570" y="457454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0481" y="2870606"/>
            <a:ext cx="4294505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 marR="5080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</a:t>
            </a:r>
            <a:r>
              <a:rPr dirty="0" sz="1600" spc="-5">
                <a:latin typeface="宋体"/>
                <a:cs typeface="宋体"/>
              </a:rPr>
              <a:t>12</a:t>
            </a:r>
            <a:r>
              <a:rPr dirty="0" sz="1600">
                <a:latin typeface="宋体"/>
                <a:cs typeface="宋体"/>
              </a:rPr>
              <a:t>月营业收入</a:t>
            </a:r>
            <a:r>
              <a:rPr dirty="0" sz="1600" spc="-5">
                <a:latin typeface="宋体"/>
                <a:cs typeface="宋体"/>
              </a:rPr>
              <a:t>值 income = 80000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9014" y="4001770"/>
            <a:ext cx="500316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accumulatedIncome</a:t>
            </a:r>
            <a:r>
              <a:rPr dirty="0" sz="1600">
                <a:latin typeface="宋体"/>
                <a:cs typeface="宋体"/>
              </a:rPr>
              <a:t>接收截止</a:t>
            </a:r>
            <a:r>
              <a:rPr dirty="0" sz="1600" spc="-5">
                <a:latin typeface="宋体"/>
                <a:cs typeface="宋体"/>
              </a:rPr>
              <a:t>11</a:t>
            </a:r>
            <a:r>
              <a:rPr dirty="0" sz="1600">
                <a:latin typeface="宋体"/>
                <a:cs typeface="宋体"/>
              </a:rPr>
              <a:t>月累计</a:t>
            </a:r>
            <a:r>
              <a:rPr dirty="0" sz="1600" spc="-5">
                <a:latin typeface="宋体"/>
                <a:cs typeface="宋体"/>
              </a:rPr>
              <a:t>营 </a:t>
            </a:r>
            <a:r>
              <a:rPr dirty="0" sz="1600">
                <a:latin typeface="宋体"/>
                <a:cs typeface="宋体"/>
              </a:rPr>
              <a:t>业收入值</a:t>
            </a:r>
            <a:r>
              <a:rPr dirty="0" sz="1600" spc="-5">
                <a:latin typeface="宋体"/>
                <a:cs typeface="宋体"/>
              </a:rPr>
              <a:t>（accumulatedIncome</a:t>
            </a:r>
            <a:r>
              <a:rPr dirty="0" sz="1600">
                <a:latin typeface="宋体"/>
                <a:cs typeface="宋体"/>
              </a:rPr>
              <a:t>第一次赋值</a:t>
            </a:r>
            <a:r>
              <a:rPr dirty="0" sz="1600" spc="-5">
                <a:latin typeface="宋体"/>
                <a:cs typeface="宋体"/>
              </a:rPr>
              <a:t>）  accumulatedIncome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880000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9014" y="4977129"/>
            <a:ext cx="5003165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计算累计营业收入</a:t>
            </a:r>
            <a:r>
              <a:rPr dirty="0" sz="1600" spc="-5">
                <a:latin typeface="宋体"/>
                <a:cs typeface="宋体"/>
              </a:rPr>
              <a:t>（accumulatedIncome</a:t>
            </a:r>
            <a:r>
              <a:rPr dirty="0" sz="1600">
                <a:latin typeface="宋体"/>
                <a:cs typeface="宋体"/>
              </a:rPr>
              <a:t>第二次赋值</a:t>
            </a:r>
            <a:r>
              <a:rPr dirty="0" sz="1600" spc="-5">
                <a:latin typeface="宋体"/>
                <a:cs typeface="宋体"/>
              </a:rPr>
              <a:t>）  accumulatedIncome +=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income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254444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打印本年累计营业收入</a:t>
            </a:r>
            <a:r>
              <a:rPr dirty="0" sz="1600" spc="-5">
                <a:latin typeface="宋体"/>
                <a:cs typeface="宋体"/>
              </a:rPr>
              <a:t>值 print(accumulatedIncome)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比较运算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123"/>
                </a:lnTo>
                <a:lnTo>
                  <a:pt x="36395" y="719108"/>
                </a:lnTo>
                <a:lnTo>
                  <a:pt x="9600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600" y="77234"/>
                </a:lnTo>
                <a:lnTo>
                  <a:pt x="36395" y="37061"/>
                </a:lnTo>
                <a:lnTo>
                  <a:pt x="76234" y="9981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9981"/>
                </a:lnTo>
                <a:lnTo>
                  <a:pt x="10762668" y="37061"/>
                </a:lnTo>
                <a:lnTo>
                  <a:pt x="10789463" y="77234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3" y="678869"/>
                </a:lnTo>
                <a:lnTo>
                  <a:pt x="10762668" y="719108"/>
                </a:lnTo>
                <a:lnTo>
                  <a:pt x="10722829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3192"/>
            <a:ext cx="23260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：a=2，b=5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9609" y="2408554"/>
          <a:ext cx="10819130" cy="3035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270"/>
                <a:gridCol w="4319905"/>
                <a:gridCol w="4319905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==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等于：比较对象是否相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(a==b)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!=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不等于：比较两个对象是否不相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等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(a!=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&gt;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大于：返回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是否大于y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(a&gt;b)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&lt;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小于：返回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是否小于y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(a&lt;b)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&gt;=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大于等于：返回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是否大于等于y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(a&gt;=b)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&lt;=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小于等于：返回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是否小于等于y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(a&lt;=b)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比较运算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7" y="1724469"/>
                </a:lnTo>
                <a:lnTo>
                  <a:pt x="196749" y="1713573"/>
                </a:lnTo>
                <a:lnTo>
                  <a:pt x="155345" y="1696119"/>
                </a:lnTo>
                <a:lnTo>
                  <a:pt x="117558" y="1672702"/>
                </a:lnTo>
                <a:lnTo>
                  <a:pt x="83981" y="1643914"/>
                </a:lnTo>
                <a:lnTo>
                  <a:pt x="55207" y="1610349"/>
                </a:lnTo>
                <a:lnTo>
                  <a:pt x="31829" y="1572600"/>
                </a:lnTo>
                <a:lnTo>
                  <a:pt x="14440" y="1531260"/>
                </a:lnTo>
                <a:lnTo>
                  <a:pt x="3632" y="1486922"/>
                </a:lnTo>
                <a:lnTo>
                  <a:pt x="0" y="1440179"/>
                </a:lnTo>
                <a:lnTo>
                  <a:pt x="0" y="288035"/>
                </a:lnTo>
                <a:lnTo>
                  <a:pt x="3632" y="241348"/>
                </a:lnTo>
                <a:lnTo>
                  <a:pt x="14440" y="197054"/>
                </a:lnTo>
                <a:lnTo>
                  <a:pt x="31829" y="155745"/>
                </a:lnTo>
                <a:lnTo>
                  <a:pt x="55207" y="118016"/>
                </a:lnTo>
                <a:lnTo>
                  <a:pt x="83981" y="84458"/>
                </a:lnTo>
                <a:lnTo>
                  <a:pt x="117558" y="55665"/>
                </a:lnTo>
                <a:lnTo>
                  <a:pt x="155345" y="32229"/>
                </a:lnTo>
                <a:lnTo>
                  <a:pt x="196749" y="14745"/>
                </a:lnTo>
                <a:lnTo>
                  <a:pt x="241177" y="3804"/>
                </a:lnTo>
                <a:lnTo>
                  <a:pt x="288035" y="0"/>
                </a:lnTo>
                <a:lnTo>
                  <a:pt x="10511028" y="0"/>
                </a:lnTo>
                <a:lnTo>
                  <a:pt x="10557886" y="3804"/>
                </a:lnTo>
                <a:lnTo>
                  <a:pt x="10602314" y="14745"/>
                </a:lnTo>
                <a:lnTo>
                  <a:pt x="10643718" y="32229"/>
                </a:lnTo>
                <a:lnTo>
                  <a:pt x="10681505" y="55665"/>
                </a:lnTo>
                <a:lnTo>
                  <a:pt x="10715082" y="84458"/>
                </a:lnTo>
                <a:lnTo>
                  <a:pt x="10743856" y="118016"/>
                </a:lnTo>
                <a:lnTo>
                  <a:pt x="10767234" y="155745"/>
                </a:lnTo>
                <a:lnTo>
                  <a:pt x="10784623" y="197054"/>
                </a:lnTo>
                <a:lnTo>
                  <a:pt x="10795431" y="241348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1" y="1486922"/>
                </a:lnTo>
                <a:lnTo>
                  <a:pt x="10784623" y="1531260"/>
                </a:lnTo>
                <a:lnTo>
                  <a:pt x="10767234" y="1572600"/>
                </a:lnTo>
                <a:lnTo>
                  <a:pt x="10743856" y="1610349"/>
                </a:lnTo>
                <a:lnTo>
                  <a:pt x="10715082" y="1643914"/>
                </a:lnTo>
                <a:lnTo>
                  <a:pt x="10681505" y="1672702"/>
                </a:lnTo>
                <a:lnTo>
                  <a:pt x="10643718" y="1696119"/>
                </a:lnTo>
                <a:lnTo>
                  <a:pt x="10602314" y="1713573"/>
                </a:lnTo>
                <a:lnTo>
                  <a:pt x="10557886" y="1724469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139" y="1328597"/>
            <a:ext cx="98075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：第1季度营业收入为450,000元、毛利率为20%，第2季度营业收入为500,000元、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毛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利率为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18%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：采用比较运算符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"&gt;"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判断第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季度毛利是否大于第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季度毛利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16823" y="4396740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7116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60180" y="4027932"/>
            <a:ext cx="2435860" cy="1689100"/>
          </a:xfrm>
          <a:custGeom>
            <a:avLst/>
            <a:gdLst/>
            <a:ahLst/>
            <a:cxnLst/>
            <a:rect l="l" t="t" r="r" b="b"/>
            <a:pathLst>
              <a:path w="2435859" h="1689100">
                <a:moveTo>
                  <a:pt x="2154936" y="1688591"/>
                </a:moveTo>
                <a:lnTo>
                  <a:pt x="281940" y="1688591"/>
                </a:lnTo>
                <a:lnTo>
                  <a:pt x="236151" y="1684839"/>
                </a:lnTo>
                <a:lnTo>
                  <a:pt x="192736" y="1674118"/>
                </a:lnTo>
                <a:lnTo>
                  <a:pt x="152269" y="1657006"/>
                </a:lnTo>
                <a:lnTo>
                  <a:pt x="115329" y="1634077"/>
                </a:lnTo>
                <a:lnTo>
                  <a:pt x="82491" y="1605910"/>
                </a:lnTo>
                <a:lnTo>
                  <a:pt x="54331" y="1573079"/>
                </a:lnTo>
                <a:lnTo>
                  <a:pt x="31425" y="1536162"/>
                </a:lnTo>
                <a:lnTo>
                  <a:pt x="14351" y="1495734"/>
                </a:lnTo>
                <a:lnTo>
                  <a:pt x="3683" y="1452371"/>
                </a:lnTo>
                <a:lnTo>
                  <a:pt x="0" y="1406652"/>
                </a:lnTo>
                <a:lnTo>
                  <a:pt x="0" y="281939"/>
                </a:lnTo>
                <a:lnTo>
                  <a:pt x="3683" y="236117"/>
                </a:lnTo>
                <a:lnTo>
                  <a:pt x="14351" y="192675"/>
                </a:lnTo>
                <a:lnTo>
                  <a:pt x="31425" y="152189"/>
                </a:lnTo>
                <a:lnTo>
                  <a:pt x="54331" y="115238"/>
                </a:lnTo>
                <a:lnTo>
                  <a:pt x="82491" y="82396"/>
                </a:lnTo>
                <a:lnTo>
                  <a:pt x="115329" y="54239"/>
                </a:lnTo>
                <a:lnTo>
                  <a:pt x="152269" y="31345"/>
                </a:lnTo>
                <a:lnTo>
                  <a:pt x="192736" y="14290"/>
                </a:lnTo>
                <a:lnTo>
                  <a:pt x="236151" y="3649"/>
                </a:lnTo>
                <a:lnTo>
                  <a:pt x="281940" y="0"/>
                </a:lnTo>
                <a:lnTo>
                  <a:pt x="2154936" y="0"/>
                </a:lnTo>
                <a:lnTo>
                  <a:pt x="2200448" y="3649"/>
                </a:lnTo>
                <a:lnTo>
                  <a:pt x="2243640" y="14290"/>
                </a:lnTo>
                <a:lnTo>
                  <a:pt x="2283924" y="31345"/>
                </a:lnTo>
                <a:lnTo>
                  <a:pt x="2320717" y="54239"/>
                </a:lnTo>
                <a:lnTo>
                  <a:pt x="2353432" y="82396"/>
                </a:lnTo>
                <a:lnTo>
                  <a:pt x="2381484" y="115238"/>
                </a:lnTo>
                <a:lnTo>
                  <a:pt x="2404287" y="152189"/>
                </a:lnTo>
                <a:lnTo>
                  <a:pt x="2421256" y="192675"/>
                </a:lnTo>
                <a:lnTo>
                  <a:pt x="2431806" y="236117"/>
                </a:lnTo>
                <a:lnTo>
                  <a:pt x="2435352" y="281939"/>
                </a:lnTo>
                <a:lnTo>
                  <a:pt x="2435352" y="1406652"/>
                </a:lnTo>
                <a:lnTo>
                  <a:pt x="2431806" y="1452371"/>
                </a:lnTo>
                <a:lnTo>
                  <a:pt x="2421256" y="1495734"/>
                </a:lnTo>
                <a:lnTo>
                  <a:pt x="2404287" y="1536162"/>
                </a:lnTo>
                <a:lnTo>
                  <a:pt x="2381484" y="1573079"/>
                </a:lnTo>
                <a:lnTo>
                  <a:pt x="2353432" y="1605910"/>
                </a:lnTo>
                <a:lnTo>
                  <a:pt x="2320717" y="1634077"/>
                </a:lnTo>
                <a:lnTo>
                  <a:pt x="2283924" y="1657006"/>
                </a:lnTo>
                <a:lnTo>
                  <a:pt x="2243640" y="1674118"/>
                </a:lnTo>
                <a:lnTo>
                  <a:pt x="2200448" y="1684839"/>
                </a:lnTo>
                <a:lnTo>
                  <a:pt x="2154936" y="16885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502520" y="4765763"/>
            <a:ext cx="1549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</a:t>
            </a:r>
            <a:r>
              <a:rPr dirty="0" sz="1600" spc="-5">
                <a:latin typeface="宋体"/>
                <a:cs typeface="宋体"/>
              </a:rPr>
              <a:t>False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9536" y="3593591"/>
            <a:ext cx="6445250" cy="2557780"/>
          </a:xfrm>
          <a:custGeom>
            <a:avLst/>
            <a:gdLst/>
            <a:ahLst/>
            <a:cxnLst/>
            <a:rect l="l" t="t" r="r" b="b"/>
            <a:pathLst>
              <a:path w="6445250" h="2557779">
                <a:moveTo>
                  <a:pt x="6019799" y="2557272"/>
                </a:moveTo>
                <a:lnTo>
                  <a:pt x="425195" y="2557272"/>
                </a:lnTo>
                <a:lnTo>
                  <a:pt x="378882" y="2554722"/>
                </a:lnTo>
                <a:lnTo>
                  <a:pt x="334000" y="2547350"/>
                </a:lnTo>
                <a:lnTo>
                  <a:pt x="290810" y="2535412"/>
                </a:lnTo>
                <a:lnTo>
                  <a:pt x="249576" y="2519170"/>
                </a:lnTo>
                <a:lnTo>
                  <a:pt x="210560" y="2498883"/>
                </a:lnTo>
                <a:lnTo>
                  <a:pt x="174023" y="2474808"/>
                </a:lnTo>
                <a:lnTo>
                  <a:pt x="140227" y="2447207"/>
                </a:lnTo>
                <a:lnTo>
                  <a:pt x="109435" y="2416339"/>
                </a:lnTo>
                <a:lnTo>
                  <a:pt x="81908" y="2382462"/>
                </a:lnTo>
                <a:lnTo>
                  <a:pt x="57909" y="2345836"/>
                </a:lnTo>
                <a:lnTo>
                  <a:pt x="37699" y="2306721"/>
                </a:lnTo>
                <a:lnTo>
                  <a:pt x="21542" y="2265376"/>
                </a:lnTo>
                <a:lnTo>
                  <a:pt x="9698" y="2222059"/>
                </a:lnTo>
                <a:lnTo>
                  <a:pt x="2430" y="2177031"/>
                </a:lnTo>
                <a:lnTo>
                  <a:pt x="0" y="2130552"/>
                </a:lnTo>
                <a:lnTo>
                  <a:pt x="0" y="425196"/>
                </a:lnTo>
                <a:lnTo>
                  <a:pt x="2430" y="378811"/>
                </a:lnTo>
                <a:lnTo>
                  <a:pt x="9698" y="333868"/>
                </a:lnTo>
                <a:lnTo>
                  <a:pt x="21542" y="290628"/>
                </a:lnTo>
                <a:lnTo>
                  <a:pt x="37699" y="249353"/>
                </a:lnTo>
                <a:lnTo>
                  <a:pt x="57909" y="210306"/>
                </a:lnTo>
                <a:lnTo>
                  <a:pt x="81908" y="173748"/>
                </a:lnTo>
                <a:lnTo>
                  <a:pt x="109435" y="139942"/>
                </a:lnTo>
                <a:lnTo>
                  <a:pt x="140227" y="109150"/>
                </a:lnTo>
                <a:lnTo>
                  <a:pt x="174023" y="81633"/>
                </a:lnTo>
                <a:lnTo>
                  <a:pt x="210560" y="57655"/>
                </a:lnTo>
                <a:lnTo>
                  <a:pt x="249576" y="37476"/>
                </a:lnTo>
                <a:lnTo>
                  <a:pt x="290810" y="21359"/>
                </a:lnTo>
                <a:lnTo>
                  <a:pt x="334000" y="9566"/>
                </a:lnTo>
                <a:lnTo>
                  <a:pt x="378882" y="2358"/>
                </a:lnTo>
                <a:lnTo>
                  <a:pt x="425195" y="0"/>
                </a:lnTo>
                <a:lnTo>
                  <a:pt x="6019799" y="0"/>
                </a:lnTo>
                <a:lnTo>
                  <a:pt x="6066137" y="2358"/>
                </a:lnTo>
                <a:lnTo>
                  <a:pt x="6111039" y="9566"/>
                </a:lnTo>
                <a:lnTo>
                  <a:pt x="6154246" y="21359"/>
                </a:lnTo>
                <a:lnTo>
                  <a:pt x="6195493" y="37476"/>
                </a:lnTo>
                <a:lnTo>
                  <a:pt x="6234520" y="57655"/>
                </a:lnTo>
                <a:lnTo>
                  <a:pt x="6271064" y="81633"/>
                </a:lnTo>
                <a:lnTo>
                  <a:pt x="6304863" y="109150"/>
                </a:lnTo>
                <a:lnTo>
                  <a:pt x="6335655" y="139942"/>
                </a:lnTo>
                <a:lnTo>
                  <a:pt x="6363179" y="173748"/>
                </a:lnTo>
                <a:lnTo>
                  <a:pt x="6387171" y="210306"/>
                </a:lnTo>
                <a:lnTo>
                  <a:pt x="6407370" y="249353"/>
                </a:lnTo>
                <a:lnTo>
                  <a:pt x="6423514" y="290628"/>
                </a:lnTo>
                <a:lnTo>
                  <a:pt x="6435341" y="333868"/>
                </a:lnTo>
                <a:lnTo>
                  <a:pt x="6442589" y="378811"/>
                </a:lnTo>
                <a:lnTo>
                  <a:pt x="6444995" y="425196"/>
                </a:lnTo>
                <a:lnTo>
                  <a:pt x="6444995" y="2130552"/>
                </a:lnTo>
                <a:lnTo>
                  <a:pt x="6442589" y="2177031"/>
                </a:lnTo>
                <a:lnTo>
                  <a:pt x="6435341" y="2222059"/>
                </a:lnTo>
                <a:lnTo>
                  <a:pt x="6423514" y="2265376"/>
                </a:lnTo>
                <a:lnTo>
                  <a:pt x="6407370" y="2306721"/>
                </a:lnTo>
                <a:lnTo>
                  <a:pt x="6387171" y="2345836"/>
                </a:lnTo>
                <a:lnTo>
                  <a:pt x="6363179" y="2382462"/>
                </a:lnTo>
                <a:lnTo>
                  <a:pt x="6335655" y="2416339"/>
                </a:lnTo>
                <a:lnTo>
                  <a:pt x="6304863" y="2447207"/>
                </a:lnTo>
                <a:lnTo>
                  <a:pt x="6271064" y="2474808"/>
                </a:lnTo>
                <a:lnTo>
                  <a:pt x="6234520" y="2498883"/>
                </a:lnTo>
                <a:lnTo>
                  <a:pt x="6195493" y="2519170"/>
                </a:lnTo>
                <a:lnTo>
                  <a:pt x="6154246" y="2535412"/>
                </a:lnTo>
                <a:lnTo>
                  <a:pt x="6111039" y="2547350"/>
                </a:lnTo>
                <a:lnTo>
                  <a:pt x="6066137" y="2554722"/>
                </a:lnTo>
                <a:lnTo>
                  <a:pt x="6019799" y="255727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2272" y="3430523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6611" y="463296"/>
                </a:moveTo>
                <a:lnTo>
                  <a:pt x="77723" y="463296"/>
                </a:lnTo>
                <a:lnTo>
                  <a:pt x="47670" y="457597"/>
                </a:lnTo>
                <a:lnTo>
                  <a:pt x="23069" y="441274"/>
                </a:lnTo>
                <a:lnTo>
                  <a:pt x="6365" y="416911"/>
                </a:lnTo>
                <a:lnTo>
                  <a:pt x="0" y="387096"/>
                </a:lnTo>
                <a:lnTo>
                  <a:pt x="0" y="77724"/>
                </a:lnTo>
                <a:lnTo>
                  <a:pt x="6365" y="47598"/>
                </a:lnTo>
                <a:lnTo>
                  <a:pt x="23069" y="22974"/>
                </a:lnTo>
                <a:lnTo>
                  <a:pt x="47670" y="6293"/>
                </a:lnTo>
                <a:lnTo>
                  <a:pt x="77723" y="0"/>
                </a:lnTo>
                <a:lnTo>
                  <a:pt x="1086611" y="0"/>
                </a:lnTo>
                <a:lnTo>
                  <a:pt x="1116284" y="6293"/>
                </a:lnTo>
                <a:lnTo>
                  <a:pt x="1140599" y="22974"/>
                </a:lnTo>
                <a:lnTo>
                  <a:pt x="1156970" y="47598"/>
                </a:lnTo>
                <a:lnTo>
                  <a:pt x="1162811" y="77724"/>
                </a:lnTo>
                <a:lnTo>
                  <a:pt x="1162811" y="387096"/>
                </a:lnTo>
                <a:lnTo>
                  <a:pt x="1156970" y="416911"/>
                </a:lnTo>
                <a:lnTo>
                  <a:pt x="1140599" y="441274"/>
                </a:lnTo>
                <a:lnTo>
                  <a:pt x="1116284" y="457597"/>
                </a:lnTo>
                <a:lnTo>
                  <a:pt x="1086611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63676" y="3517036"/>
            <a:ext cx="4802505" cy="912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21005" marR="5080">
              <a:lnSpc>
                <a:spcPct val="100000"/>
              </a:lnSpc>
              <a:spcBef>
                <a:spcPts val="122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6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grossProfit1</a:t>
            </a:r>
            <a:r>
              <a:rPr dirty="0" sz="1600">
                <a:latin typeface="宋体"/>
                <a:cs typeface="宋体"/>
              </a:rPr>
              <a:t>接收第</a:t>
            </a:r>
            <a:r>
              <a:rPr dirty="0" sz="1600" spc="-5">
                <a:latin typeface="宋体"/>
                <a:cs typeface="宋体"/>
              </a:rPr>
              <a:t>1</a:t>
            </a:r>
            <a:r>
              <a:rPr dirty="0" sz="1600">
                <a:latin typeface="宋体"/>
                <a:cs typeface="宋体"/>
              </a:rPr>
              <a:t>季度毛利</a:t>
            </a:r>
            <a:r>
              <a:rPr dirty="0" sz="1600" spc="-5">
                <a:latin typeface="宋体"/>
                <a:cs typeface="宋体"/>
              </a:rPr>
              <a:t>值 grossProfit1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450000*0.2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2210" y="4648200"/>
            <a:ext cx="43935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6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grossProfit2</a:t>
            </a:r>
            <a:r>
              <a:rPr dirty="0" sz="1600">
                <a:latin typeface="宋体"/>
                <a:cs typeface="宋体"/>
              </a:rPr>
              <a:t>接收第</a:t>
            </a:r>
            <a:r>
              <a:rPr dirty="0" sz="1600" spc="-5">
                <a:latin typeface="宋体"/>
                <a:cs typeface="宋体"/>
              </a:rPr>
              <a:t>2</a:t>
            </a:r>
            <a:r>
              <a:rPr dirty="0" sz="1600">
                <a:latin typeface="宋体"/>
                <a:cs typeface="宋体"/>
              </a:rPr>
              <a:t>季度毛利</a:t>
            </a:r>
            <a:r>
              <a:rPr dirty="0" sz="1600" spc="-5">
                <a:latin typeface="宋体"/>
                <a:cs typeface="宋体"/>
              </a:rPr>
              <a:t>值 grossProfit2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500000*0.18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2210" y="5379720"/>
            <a:ext cx="55111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比较</a:t>
            </a:r>
            <a:r>
              <a:rPr dirty="0" sz="1600" spc="-5">
                <a:latin typeface="宋体"/>
                <a:cs typeface="宋体"/>
              </a:rPr>
              <a:t>grossProfit1</a:t>
            </a:r>
            <a:r>
              <a:rPr dirty="0" sz="1600">
                <a:latin typeface="宋体"/>
                <a:cs typeface="宋体"/>
              </a:rPr>
              <a:t>是否大于</a:t>
            </a:r>
            <a:r>
              <a:rPr dirty="0" sz="1600" spc="-5">
                <a:latin typeface="宋体"/>
                <a:cs typeface="宋体"/>
              </a:rPr>
              <a:t>grossProfit2，</a:t>
            </a:r>
            <a:r>
              <a:rPr dirty="0" sz="1600">
                <a:latin typeface="宋体"/>
                <a:cs typeface="宋体"/>
              </a:rPr>
              <a:t>并输出比较结</a:t>
            </a:r>
            <a:r>
              <a:rPr dirty="0" sz="1600" spc="-5">
                <a:latin typeface="宋体"/>
                <a:cs typeface="宋体"/>
              </a:rPr>
              <a:t>果 print(grossProfit1&gt;grossProfit2)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逻辑运算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123"/>
                </a:lnTo>
                <a:lnTo>
                  <a:pt x="36395" y="719108"/>
                </a:lnTo>
                <a:lnTo>
                  <a:pt x="9600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600" y="77234"/>
                </a:lnTo>
                <a:lnTo>
                  <a:pt x="36395" y="37061"/>
                </a:lnTo>
                <a:lnTo>
                  <a:pt x="76234" y="9981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9981"/>
                </a:lnTo>
                <a:lnTo>
                  <a:pt x="10762668" y="37061"/>
                </a:lnTo>
                <a:lnTo>
                  <a:pt x="10789463" y="77234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3" y="678869"/>
                </a:lnTo>
                <a:lnTo>
                  <a:pt x="10762668" y="719108"/>
                </a:lnTo>
                <a:lnTo>
                  <a:pt x="10722829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3192"/>
            <a:ext cx="102025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假设变量：a=2，b=5，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在逻辑运算中：数字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代表假，即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Fasle,</a:t>
            </a:r>
            <a:r>
              <a:rPr dirty="0" sz="2000" spc="-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其他数字代表真，即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True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584" y="5333809"/>
            <a:ext cx="83311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x </a:t>
            </a:r>
            <a:r>
              <a:rPr dirty="0" sz="1800" spc="-5" b="1">
                <a:latin typeface="宋体"/>
                <a:cs typeface="宋体"/>
              </a:rPr>
              <a:t>and</a:t>
            </a:r>
            <a:r>
              <a:rPr dirty="0" sz="1800" spc="-50" b="1">
                <a:latin typeface="宋体"/>
                <a:cs typeface="宋体"/>
              </a:rPr>
              <a:t> </a:t>
            </a:r>
            <a:r>
              <a:rPr dirty="0" sz="1800" spc="-10" b="1">
                <a:latin typeface="宋体"/>
                <a:cs typeface="宋体"/>
              </a:rPr>
              <a:t>y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254" y="4773929"/>
            <a:ext cx="3247796" cy="1443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58529" y="4856289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x为0，返回0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8529" y="5811329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x非0，返回y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2444" y="5333809"/>
            <a:ext cx="717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x </a:t>
            </a:r>
            <a:r>
              <a:rPr dirty="0" sz="1800" spc="-5" b="1">
                <a:latin typeface="宋体"/>
                <a:cs typeface="宋体"/>
              </a:rPr>
              <a:t>or</a:t>
            </a:r>
            <a:r>
              <a:rPr dirty="0" sz="1800" spc="-55" b="1">
                <a:latin typeface="宋体"/>
                <a:cs typeface="宋体"/>
              </a:rPr>
              <a:t> </a:t>
            </a:r>
            <a:r>
              <a:rPr dirty="0" sz="1800" spc="-10" b="1">
                <a:latin typeface="宋体"/>
                <a:cs typeface="宋体"/>
              </a:rPr>
              <a:t>y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87329" y="4773929"/>
            <a:ext cx="3247796" cy="1443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06604" y="4856289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x非0，返回x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06604" y="5811329"/>
            <a:ext cx="1282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x为0，返回y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78304" y="5333809"/>
            <a:ext cx="601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宋体"/>
                <a:cs typeface="宋体"/>
              </a:rPr>
              <a:t>not</a:t>
            </a:r>
            <a:r>
              <a:rPr dirty="0" sz="1800" spc="-65" b="1">
                <a:latin typeface="宋体"/>
                <a:cs typeface="宋体"/>
              </a:rPr>
              <a:t> </a:t>
            </a:r>
            <a:r>
              <a:rPr dirty="0" sz="1800" spc="-10" b="1">
                <a:latin typeface="宋体"/>
                <a:cs typeface="宋体"/>
              </a:rPr>
              <a:t>x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35404" y="4773929"/>
            <a:ext cx="3466871" cy="14439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89609" y="2292985"/>
          <a:ext cx="10819130" cy="191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965"/>
                <a:gridCol w="1311274"/>
                <a:gridCol w="6441440"/>
                <a:gridCol w="2057400"/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逻辑表达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式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and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x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and</a:t>
                      </a:r>
                      <a:r>
                        <a:rPr dirty="0" sz="1700" spc="-5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布尔“与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”：x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y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均为真则返回真，否则返回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假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(a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and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b)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baseline="3086" sz="27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返回</a:t>
                      </a:r>
                      <a:r>
                        <a:rPr dirty="0" baseline="3086" sz="2700" spc="-15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5</a:t>
                      </a:r>
                      <a:endParaRPr baseline="3086" sz="2700">
                        <a:latin typeface="宋体"/>
                        <a:cs typeface="宋体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or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x or</a:t>
                      </a:r>
                      <a:r>
                        <a:rPr dirty="0" sz="1700" spc="-5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布尔“或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”：x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y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只要有一个为真则返回真，否则返回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假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55"/>
                        </a:spcBef>
                        <a:tabLst>
                          <a:tab pos="1169670" algn="l"/>
                        </a:tabLst>
                      </a:pPr>
                      <a:r>
                        <a:rPr dirty="0" baseline="1633" sz="2550">
                          <a:latin typeface="宋体"/>
                          <a:cs typeface="宋体"/>
                        </a:rPr>
                        <a:t>(a</a:t>
                      </a:r>
                      <a:r>
                        <a:rPr dirty="0" baseline="1633" sz="2550" spc="-7">
                          <a:latin typeface="宋体"/>
                          <a:cs typeface="宋体"/>
                        </a:rPr>
                        <a:t> </a:t>
                      </a:r>
                      <a:r>
                        <a:rPr dirty="0" baseline="1633" sz="2550">
                          <a:latin typeface="宋体"/>
                          <a:cs typeface="宋体"/>
                        </a:rPr>
                        <a:t>or</a:t>
                      </a:r>
                      <a:r>
                        <a:rPr dirty="0" baseline="1633" sz="2550" spc="-7">
                          <a:latin typeface="宋体"/>
                          <a:cs typeface="宋体"/>
                        </a:rPr>
                        <a:t> </a:t>
                      </a:r>
                      <a:r>
                        <a:rPr dirty="0" baseline="1633" sz="2550">
                          <a:latin typeface="宋体"/>
                          <a:cs typeface="宋体"/>
                        </a:rPr>
                        <a:t>b)	</a:t>
                      </a:r>
                      <a:r>
                        <a:rPr dirty="0" sz="18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返回</a:t>
                      </a:r>
                      <a:r>
                        <a:rPr dirty="0" sz="1800" spc="-1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x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布尔“非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”：x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为真，返回假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，x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为假，返回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真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not(a and</a:t>
                      </a:r>
                      <a:r>
                        <a:rPr dirty="0" sz="17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b)</a:t>
                      </a:r>
                      <a:endParaRPr sz="1700">
                        <a:latin typeface="宋体"/>
                        <a:cs typeface="宋体"/>
                      </a:endParaRPr>
                    </a:p>
                    <a:p>
                      <a:pPr marL="1879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 b="1">
                          <a:solidFill>
                            <a:srgbClr val="FF0000"/>
                          </a:solidFill>
                          <a:latin typeface="宋体"/>
                          <a:cs typeface="宋体"/>
                        </a:rPr>
                        <a:t>返回False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9693084" y="4856289"/>
            <a:ext cx="1625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x为0，返回True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35934" y="5811329"/>
            <a:ext cx="1739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x非0，返回False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逻辑运算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2087880"/>
          </a:xfrm>
          <a:custGeom>
            <a:avLst/>
            <a:gdLst/>
            <a:ahLst/>
            <a:cxnLst/>
            <a:rect l="l" t="t" r="r" b="b"/>
            <a:pathLst>
              <a:path w="10799445" h="2087879">
                <a:moveTo>
                  <a:pt x="10451591" y="2087879"/>
                </a:moveTo>
                <a:lnTo>
                  <a:pt x="347472" y="2087879"/>
                </a:lnTo>
                <a:lnTo>
                  <a:pt x="300252" y="2084689"/>
                </a:lnTo>
                <a:lnTo>
                  <a:pt x="254965" y="2075426"/>
                </a:lnTo>
                <a:lnTo>
                  <a:pt x="212028" y="2060506"/>
                </a:lnTo>
                <a:lnTo>
                  <a:pt x="171856" y="2040348"/>
                </a:lnTo>
                <a:lnTo>
                  <a:pt x="134866" y="2015365"/>
                </a:lnTo>
                <a:lnTo>
                  <a:pt x="101474" y="1985976"/>
                </a:lnTo>
                <a:lnTo>
                  <a:pt x="72097" y="1952596"/>
                </a:lnTo>
                <a:lnTo>
                  <a:pt x="47150" y="1915642"/>
                </a:lnTo>
                <a:lnTo>
                  <a:pt x="27051" y="1875530"/>
                </a:lnTo>
                <a:lnTo>
                  <a:pt x="12215" y="1832676"/>
                </a:lnTo>
                <a:lnTo>
                  <a:pt x="3059" y="1787496"/>
                </a:lnTo>
                <a:lnTo>
                  <a:pt x="0" y="1740407"/>
                </a:lnTo>
                <a:lnTo>
                  <a:pt x="0" y="347471"/>
                </a:lnTo>
                <a:lnTo>
                  <a:pt x="3059" y="300397"/>
                </a:lnTo>
                <a:lnTo>
                  <a:pt x="12215" y="255230"/>
                </a:lnTo>
                <a:lnTo>
                  <a:pt x="27051" y="212385"/>
                </a:lnTo>
                <a:lnTo>
                  <a:pt x="47150" y="172279"/>
                </a:lnTo>
                <a:lnTo>
                  <a:pt x="72097" y="135329"/>
                </a:lnTo>
                <a:lnTo>
                  <a:pt x="101474" y="101950"/>
                </a:lnTo>
                <a:lnTo>
                  <a:pt x="134866" y="72560"/>
                </a:lnTo>
                <a:lnTo>
                  <a:pt x="171856" y="47574"/>
                </a:lnTo>
                <a:lnTo>
                  <a:pt x="212028" y="27408"/>
                </a:lnTo>
                <a:lnTo>
                  <a:pt x="254965" y="12480"/>
                </a:lnTo>
                <a:lnTo>
                  <a:pt x="300252" y="3205"/>
                </a:lnTo>
                <a:lnTo>
                  <a:pt x="347472" y="0"/>
                </a:lnTo>
                <a:lnTo>
                  <a:pt x="10451591" y="0"/>
                </a:lnTo>
                <a:lnTo>
                  <a:pt x="10498811" y="3205"/>
                </a:lnTo>
                <a:lnTo>
                  <a:pt x="10544098" y="12480"/>
                </a:lnTo>
                <a:lnTo>
                  <a:pt x="10587035" y="27408"/>
                </a:lnTo>
                <a:lnTo>
                  <a:pt x="10627207" y="47574"/>
                </a:lnTo>
                <a:lnTo>
                  <a:pt x="10664197" y="72560"/>
                </a:lnTo>
                <a:lnTo>
                  <a:pt x="10697589" y="101950"/>
                </a:lnTo>
                <a:lnTo>
                  <a:pt x="10726966" y="135329"/>
                </a:lnTo>
                <a:lnTo>
                  <a:pt x="10751913" y="172279"/>
                </a:lnTo>
                <a:lnTo>
                  <a:pt x="10772012" y="212385"/>
                </a:lnTo>
                <a:lnTo>
                  <a:pt x="10786848" y="255230"/>
                </a:lnTo>
                <a:lnTo>
                  <a:pt x="10796004" y="300397"/>
                </a:lnTo>
                <a:lnTo>
                  <a:pt x="10799064" y="347471"/>
                </a:lnTo>
                <a:lnTo>
                  <a:pt x="10799064" y="1740407"/>
                </a:lnTo>
                <a:lnTo>
                  <a:pt x="10796004" y="1787496"/>
                </a:lnTo>
                <a:lnTo>
                  <a:pt x="10786848" y="1832676"/>
                </a:lnTo>
                <a:lnTo>
                  <a:pt x="10772012" y="1875530"/>
                </a:lnTo>
                <a:lnTo>
                  <a:pt x="10751913" y="1915642"/>
                </a:lnTo>
                <a:lnTo>
                  <a:pt x="10726966" y="1952596"/>
                </a:lnTo>
                <a:lnTo>
                  <a:pt x="10697589" y="1985976"/>
                </a:lnTo>
                <a:lnTo>
                  <a:pt x="10664197" y="2015365"/>
                </a:lnTo>
                <a:lnTo>
                  <a:pt x="10627207" y="2040348"/>
                </a:lnTo>
                <a:lnTo>
                  <a:pt x="10587035" y="2060506"/>
                </a:lnTo>
                <a:lnTo>
                  <a:pt x="10544098" y="2075426"/>
                </a:lnTo>
                <a:lnTo>
                  <a:pt x="10498811" y="2084689"/>
                </a:lnTo>
                <a:lnTo>
                  <a:pt x="10451591" y="2087879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02780" y="4395215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36992" y="4027932"/>
            <a:ext cx="2437130" cy="1687195"/>
          </a:xfrm>
          <a:custGeom>
            <a:avLst/>
            <a:gdLst/>
            <a:ahLst/>
            <a:cxnLst/>
            <a:rect l="l" t="t" r="r" b="b"/>
            <a:pathLst>
              <a:path w="2437129" h="1687195">
                <a:moveTo>
                  <a:pt x="2154935" y="1687067"/>
                </a:moveTo>
                <a:lnTo>
                  <a:pt x="281939" y="1687067"/>
                </a:lnTo>
                <a:lnTo>
                  <a:pt x="236288" y="1683557"/>
                </a:lnTo>
                <a:lnTo>
                  <a:pt x="192979" y="1673033"/>
                </a:lnTo>
                <a:lnTo>
                  <a:pt x="152590" y="1656083"/>
                </a:lnTo>
                <a:lnTo>
                  <a:pt x="115695" y="1633291"/>
                </a:lnTo>
                <a:lnTo>
                  <a:pt x="82872" y="1605243"/>
                </a:lnTo>
                <a:lnTo>
                  <a:pt x="54696" y="1572524"/>
                </a:lnTo>
                <a:lnTo>
                  <a:pt x="31745" y="1535720"/>
                </a:lnTo>
                <a:lnTo>
                  <a:pt x="14595" y="1495417"/>
                </a:lnTo>
                <a:lnTo>
                  <a:pt x="3821" y="1452198"/>
                </a:lnTo>
                <a:lnTo>
                  <a:pt x="0" y="1406652"/>
                </a:lnTo>
                <a:lnTo>
                  <a:pt x="0" y="280415"/>
                </a:lnTo>
                <a:lnTo>
                  <a:pt x="3821" y="234834"/>
                </a:lnTo>
                <a:lnTo>
                  <a:pt x="14595" y="191589"/>
                </a:lnTo>
                <a:lnTo>
                  <a:pt x="31745" y="151267"/>
                </a:lnTo>
                <a:lnTo>
                  <a:pt x="54696" y="114451"/>
                </a:lnTo>
                <a:lnTo>
                  <a:pt x="82872" y="81729"/>
                </a:lnTo>
                <a:lnTo>
                  <a:pt x="115695" y="53685"/>
                </a:lnTo>
                <a:lnTo>
                  <a:pt x="152590" y="30904"/>
                </a:lnTo>
                <a:lnTo>
                  <a:pt x="192979" y="13973"/>
                </a:lnTo>
                <a:lnTo>
                  <a:pt x="236288" y="3476"/>
                </a:lnTo>
                <a:lnTo>
                  <a:pt x="281939" y="0"/>
                </a:lnTo>
                <a:lnTo>
                  <a:pt x="2154935" y="0"/>
                </a:lnTo>
                <a:lnTo>
                  <a:pt x="2200587" y="3476"/>
                </a:lnTo>
                <a:lnTo>
                  <a:pt x="2243896" y="13973"/>
                </a:lnTo>
                <a:lnTo>
                  <a:pt x="2284285" y="30904"/>
                </a:lnTo>
                <a:lnTo>
                  <a:pt x="2321180" y="53685"/>
                </a:lnTo>
                <a:lnTo>
                  <a:pt x="2354003" y="81729"/>
                </a:lnTo>
                <a:lnTo>
                  <a:pt x="2382179" y="114451"/>
                </a:lnTo>
                <a:lnTo>
                  <a:pt x="2405130" y="151267"/>
                </a:lnTo>
                <a:lnTo>
                  <a:pt x="2422280" y="191589"/>
                </a:lnTo>
                <a:lnTo>
                  <a:pt x="2433054" y="234834"/>
                </a:lnTo>
                <a:lnTo>
                  <a:pt x="2436876" y="280415"/>
                </a:lnTo>
                <a:lnTo>
                  <a:pt x="2436876" y="1406652"/>
                </a:lnTo>
                <a:lnTo>
                  <a:pt x="2433054" y="1452198"/>
                </a:lnTo>
                <a:lnTo>
                  <a:pt x="2422280" y="1495417"/>
                </a:lnTo>
                <a:lnTo>
                  <a:pt x="2405130" y="1535720"/>
                </a:lnTo>
                <a:lnTo>
                  <a:pt x="2382179" y="1572524"/>
                </a:lnTo>
                <a:lnTo>
                  <a:pt x="2354003" y="1605243"/>
                </a:lnTo>
                <a:lnTo>
                  <a:pt x="2321180" y="1633291"/>
                </a:lnTo>
                <a:lnTo>
                  <a:pt x="2284285" y="1656083"/>
                </a:lnTo>
                <a:lnTo>
                  <a:pt x="2243896" y="1673033"/>
                </a:lnTo>
                <a:lnTo>
                  <a:pt x="2200587" y="1683557"/>
                </a:lnTo>
                <a:lnTo>
                  <a:pt x="2154935" y="16870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379841" y="4765128"/>
            <a:ext cx="15494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</a:t>
            </a:r>
            <a:r>
              <a:rPr dirty="0" sz="1600" spc="-5">
                <a:latin typeface="宋体"/>
                <a:cs typeface="宋体"/>
              </a:rPr>
              <a:t>False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3252" y="3592067"/>
            <a:ext cx="5317490" cy="2895600"/>
          </a:xfrm>
          <a:custGeom>
            <a:avLst/>
            <a:gdLst/>
            <a:ahLst/>
            <a:cxnLst/>
            <a:rect l="l" t="t" r="r" b="b"/>
            <a:pathLst>
              <a:path w="5317490" h="2895600">
                <a:moveTo>
                  <a:pt x="4834128" y="2895600"/>
                </a:moveTo>
                <a:lnTo>
                  <a:pt x="483107" y="2895600"/>
                </a:lnTo>
                <a:lnTo>
                  <a:pt x="436631" y="2893411"/>
                </a:lnTo>
                <a:lnTo>
                  <a:pt x="391404" y="2886936"/>
                </a:lnTo>
                <a:lnTo>
                  <a:pt x="347628" y="2876375"/>
                </a:lnTo>
                <a:lnTo>
                  <a:pt x="305504" y="2861931"/>
                </a:lnTo>
                <a:lnTo>
                  <a:pt x="265233" y="2843804"/>
                </a:lnTo>
                <a:lnTo>
                  <a:pt x="227018" y="2822197"/>
                </a:lnTo>
                <a:lnTo>
                  <a:pt x="191061" y="2797312"/>
                </a:lnTo>
                <a:lnTo>
                  <a:pt x="157562" y="2769349"/>
                </a:lnTo>
                <a:lnTo>
                  <a:pt x="126724" y="2738511"/>
                </a:lnTo>
                <a:lnTo>
                  <a:pt x="98749" y="2704999"/>
                </a:lnTo>
                <a:lnTo>
                  <a:pt x="73837" y="2669016"/>
                </a:lnTo>
                <a:lnTo>
                  <a:pt x="52190" y="2630761"/>
                </a:lnTo>
                <a:lnTo>
                  <a:pt x="34011" y="2590438"/>
                </a:lnTo>
                <a:lnTo>
                  <a:pt x="19501" y="2548248"/>
                </a:lnTo>
                <a:lnTo>
                  <a:pt x="8861" y="2504392"/>
                </a:lnTo>
                <a:lnTo>
                  <a:pt x="2293" y="2459073"/>
                </a:lnTo>
                <a:lnTo>
                  <a:pt x="0" y="2412492"/>
                </a:lnTo>
                <a:lnTo>
                  <a:pt x="0" y="483108"/>
                </a:lnTo>
                <a:lnTo>
                  <a:pt x="2293" y="436566"/>
                </a:lnTo>
                <a:lnTo>
                  <a:pt x="8861" y="391282"/>
                </a:lnTo>
                <a:lnTo>
                  <a:pt x="19501" y="347457"/>
                </a:lnTo>
                <a:lnTo>
                  <a:pt x="34011" y="305293"/>
                </a:lnTo>
                <a:lnTo>
                  <a:pt x="52190" y="264990"/>
                </a:lnTo>
                <a:lnTo>
                  <a:pt x="73837" y="226752"/>
                </a:lnTo>
                <a:lnTo>
                  <a:pt x="98749" y="190779"/>
                </a:lnTo>
                <a:lnTo>
                  <a:pt x="126724" y="157273"/>
                </a:lnTo>
                <a:lnTo>
                  <a:pt x="157562" y="126435"/>
                </a:lnTo>
                <a:lnTo>
                  <a:pt x="191061" y="98468"/>
                </a:lnTo>
                <a:lnTo>
                  <a:pt x="227018" y="73572"/>
                </a:lnTo>
                <a:lnTo>
                  <a:pt x="265233" y="51951"/>
                </a:lnTo>
                <a:lnTo>
                  <a:pt x="305504" y="33804"/>
                </a:lnTo>
                <a:lnTo>
                  <a:pt x="347628" y="19334"/>
                </a:lnTo>
                <a:lnTo>
                  <a:pt x="391404" y="8742"/>
                </a:lnTo>
                <a:lnTo>
                  <a:pt x="436631" y="2230"/>
                </a:lnTo>
                <a:lnTo>
                  <a:pt x="483107" y="0"/>
                </a:lnTo>
                <a:lnTo>
                  <a:pt x="4834128" y="0"/>
                </a:lnTo>
                <a:lnTo>
                  <a:pt x="4880604" y="2230"/>
                </a:lnTo>
                <a:lnTo>
                  <a:pt x="4925831" y="8742"/>
                </a:lnTo>
                <a:lnTo>
                  <a:pt x="4969607" y="19334"/>
                </a:lnTo>
                <a:lnTo>
                  <a:pt x="5011731" y="33804"/>
                </a:lnTo>
                <a:lnTo>
                  <a:pt x="5052002" y="51951"/>
                </a:lnTo>
                <a:lnTo>
                  <a:pt x="5090217" y="73572"/>
                </a:lnTo>
                <a:lnTo>
                  <a:pt x="5126174" y="98468"/>
                </a:lnTo>
                <a:lnTo>
                  <a:pt x="5159673" y="126435"/>
                </a:lnTo>
                <a:lnTo>
                  <a:pt x="5190511" y="157273"/>
                </a:lnTo>
                <a:lnTo>
                  <a:pt x="5218486" y="190779"/>
                </a:lnTo>
                <a:lnTo>
                  <a:pt x="5243398" y="226752"/>
                </a:lnTo>
                <a:lnTo>
                  <a:pt x="5265045" y="264990"/>
                </a:lnTo>
                <a:lnTo>
                  <a:pt x="5283224" y="305293"/>
                </a:lnTo>
                <a:lnTo>
                  <a:pt x="5297734" y="347457"/>
                </a:lnTo>
                <a:lnTo>
                  <a:pt x="5308374" y="391282"/>
                </a:lnTo>
                <a:lnTo>
                  <a:pt x="5314942" y="436566"/>
                </a:lnTo>
                <a:lnTo>
                  <a:pt x="5317236" y="483108"/>
                </a:lnTo>
                <a:lnTo>
                  <a:pt x="5317236" y="2412492"/>
                </a:lnTo>
                <a:lnTo>
                  <a:pt x="5314942" y="2459073"/>
                </a:lnTo>
                <a:lnTo>
                  <a:pt x="5308374" y="2504392"/>
                </a:lnTo>
                <a:lnTo>
                  <a:pt x="5297734" y="2548248"/>
                </a:lnTo>
                <a:lnTo>
                  <a:pt x="5283224" y="2590438"/>
                </a:lnTo>
                <a:lnTo>
                  <a:pt x="5265045" y="2630761"/>
                </a:lnTo>
                <a:lnTo>
                  <a:pt x="5243398" y="2669016"/>
                </a:lnTo>
                <a:lnTo>
                  <a:pt x="5218486" y="2704999"/>
                </a:lnTo>
                <a:lnTo>
                  <a:pt x="5190511" y="2738511"/>
                </a:lnTo>
                <a:lnTo>
                  <a:pt x="5159673" y="2769349"/>
                </a:lnTo>
                <a:lnTo>
                  <a:pt x="5126174" y="2797312"/>
                </a:lnTo>
                <a:lnTo>
                  <a:pt x="5090217" y="2822197"/>
                </a:lnTo>
                <a:lnTo>
                  <a:pt x="5052002" y="2843804"/>
                </a:lnTo>
                <a:lnTo>
                  <a:pt x="5011731" y="2861931"/>
                </a:lnTo>
                <a:lnTo>
                  <a:pt x="4969607" y="2876375"/>
                </a:lnTo>
                <a:lnTo>
                  <a:pt x="4925831" y="2886936"/>
                </a:lnTo>
                <a:lnTo>
                  <a:pt x="4880604" y="2893411"/>
                </a:lnTo>
                <a:lnTo>
                  <a:pt x="4834128" y="289560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52272" y="3430523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6611" y="463296"/>
                </a:moveTo>
                <a:lnTo>
                  <a:pt x="77723" y="463296"/>
                </a:lnTo>
                <a:lnTo>
                  <a:pt x="47670" y="457597"/>
                </a:lnTo>
                <a:lnTo>
                  <a:pt x="23069" y="441274"/>
                </a:lnTo>
                <a:lnTo>
                  <a:pt x="6365" y="416911"/>
                </a:lnTo>
                <a:lnTo>
                  <a:pt x="0" y="387096"/>
                </a:lnTo>
                <a:lnTo>
                  <a:pt x="0" y="77724"/>
                </a:lnTo>
                <a:lnTo>
                  <a:pt x="6365" y="47598"/>
                </a:lnTo>
                <a:lnTo>
                  <a:pt x="23069" y="22974"/>
                </a:lnTo>
                <a:lnTo>
                  <a:pt x="47670" y="6293"/>
                </a:lnTo>
                <a:lnTo>
                  <a:pt x="77723" y="0"/>
                </a:lnTo>
                <a:lnTo>
                  <a:pt x="1086611" y="0"/>
                </a:lnTo>
                <a:lnTo>
                  <a:pt x="1116284" y="6293"/>
                </a:lnTo>
                <a:lnTo>
                  <a:pt x="1140599" y="22974"/>
                </a:lnTo>
                <a:lnTo>
                  <a:pt x="1156970" y="47598"/>
                </a:lnTo>
                <a:lnTo>
                  <a:pt x="1162811" y="77724"/>
                </a:lnTo>
                <a:lnTo>
                  <a:pt x="1162811" y="387096"/>
                </a:lnTo>
                <a:lnTo>
                  <a:pt x="1156970" y="416911"/>
                </a:lnTo>
                <a:lnTo>
                  <a:pt x="1140599" y="441274"/>
                </a:lnTo>
                <a:lnTo>
                  <a:pt x="1116284" y="457597"/>
                </a:lnTo>
                <a:lnTo>
                  <a:pt x="1086611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63676" y="1298333"/>
            <a:ext cx="9273540" cy="324612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36957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：甲公司绩效考核指标有：权益净利率、收入额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131570" marR="5080">
              <a:lnSpc>
                <a:spcPct val="150000"/>
              </a:lnSpc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公司年度经营目标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权益净利率超过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18%，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并且收入超过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20,000,000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本年度各指标实际执行情况：权益净利率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=20%，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=18,000,000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6957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：采用逻辑运算符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“and”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判断甲公司是否完成经营目标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431165" marR="487235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ROE</a:t>
            </a:r>
            <a:r>
              <a:rPr dirty="0" sz="1600">
                <a:latin typeface="宋体"/>
                <a:cs typeface="宋体"/>
              </a:rPr>
              <a:t>接收本年实际权益净利</a:t>
            </a:r>
            <a:r>
              <a:rPr dirty="0" sz="1600" spc="-5">
                <a:latin typeface="宋体"/>
                <a:cs typeface="宋体"/>
              </a:rPr>
              <a:t>率 ROE = 0.2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2369" y="4763134"/>
            <a:ext cx="38855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创建一个变量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接收本年实际收入</a:t>
            </a:r>
            <a:r>
              <a:rPr dirty="0" sz="1600" spc="-5">
                <a:latin typeface="宋体"/>
                <a:cs typeface="宋体"/>
              </a:rPr>
              <a:t>额 income = 18000000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2369" y="5494654"/>
            <a:ext cx="44951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判断甲公司是否实现年度经营目标，并输出结</a:t>
            </a:r>
            <a:r>
              <a:rPr dirty="0" sz="1600" spc="-5">
                <a:latin typeface="宋体"/>
                <a:cs typeface="宋体"/>
              </a:rPr>
              <a:t>果 print(ROE&gt;0.18 and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income&gt;20000000)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成员运算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31391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6"/>
                </a:moveTo>
                <a:lnTo>
                  <a:pt x="288035" y="1728216"/>
                </a:lnTo>
                <a:lnTo>
                  <a:pt x="241168" y="1724436"/>
                </a:lnTo>
                <a:lnTo>
                  <a:pt x="196734" y="1713517"/>
                </a:lnTo>
                <a:lnTo>
                  <a:pt x="155329" y="1696049"/>
                </a:lnTo>
                <a:lnTo>
                  <a:pt x="117542" y="1672625"/>
                </a:lnTo>
                <a:lnTo>
                  <a:pt x="83967" y="1643838"/>
                </a:lnTo>
                <a:lnTo>
                  <a:pt x="55196" y="1610280"/>
                </a:lnTo>
                <a:lnTo>
                  <a:pt x="31822" y="1572542"/>
                </a:lnTo>
                <a:lnTo>
                  <a:pt x="14436" y="1531218"/>
                </a:lnTo>
                <a:lnTo>
                  <a:pt x="3631" y="1486900"/>
                </a:lnTo>
                <a:lnTo>
                  <a:pt x="0" y="1440180"/>
                </a:lnTo>
                <a:lnTo>
                  <a:pt x="0" y="288036"/>
                </a:lnTo>
                <a:lnTo>
                  <a:pt x="3631" y="241442"/>
                </a:lnTo>
                <a:lnTo>
                  <a:pt x="14436" y="197222"/>
                </a:lnTo>
                <a:lnTo>
                  <a:pt x="31822" y="155969"/>
                </a:lnTo>
                <a:lnTo>
                  <a:pt x="55196" y="118273"/>
                </a:lnTo>
                <a:lnTo>
                  <a:pt x="83967" y="84729"/>
                </a:lnTo>
                <a:lnTo>
                  <a:pt x="117542" y="55928"/>
                </a:lnTo>
                <a:lnTo>
                  <a:pt x="155329" y="32462"/>
                </a:lnTo>
                <a:lnTo>
                  <a:pt x="196734" y="14924"/>
                </a:lnTo>
                <a:lnTo>
                  <a:pt x="241168" y="3905"/>
                </a:lnTo>
                <a:lnTo>
                  <a:pt x="288035" y="0"/>
                </a:lnTo>
                <a:lnTo>
                  <a:pt x="10511028" y="0"/>
                </a:lnTo>
                <a:lnTo>
                  <a:pt x="10557895" y="3905"/>
                </a:lnTo>
                <a:lnTo>
                  <a:pt x="10602329" y="14924"/>
                </a:lnTo>
                <a:lnTo>
                  <a:pt x="10643734" y="32462"/>
                </a:lnTo>
                <a:lnTo>
                  <a:pt x="10681521" y="55928"/>
                </a:lnTo>
                <a:lnTo>
                  <a:pt x="10715096" y="84729"/>
                </a:lnTo>
                <a:lnTo>
                  <a:pt x="10743867" y="118273"/>
                </a:lnTo>
                <a:lnTo>
                  <a:pt x="10767241" y="155969"/>
                </a:lnTo>
                <a:lnTo>
                  <a:pt x="10784627" y="197222"/>
                </a:lnTo>
                <a:lnTo>
                  <a:pt x="10795432" y="241442"/>
                </a:lnTo>
                <a:lnTo>
                  <a:pt x="10799064" y="288036"/>
                </a:lnTo>
                <a:lnTo>
                  <a:pt x="10799064" y="1440180"/>
                </a:lnTo>
                <a:lnTo>
                  <a:pt x="10795432" y="1486900"/>
                </a:lnTo>
                <a:lnTo>
                  <a:pt x="10784627" y="1531218"/>
                </a:lnTo>
                <a:lnTo>
                  <a:pt x="10767241" y="1572542"/>
                </a:lnTo>
                <a:lnTo>
                  <a:pt x="10743867" y="1610280"/>
                </a:lnTo>
                <a:lnTo>
                  <a:pt x="10715096" y="1643838"/>
                </a:lnTo>
                <a:lnTo>
                  <a:pt x="10681521" y="1672625"/>
                </a:lnTo>
                <a:lnTo>
                  <a:pt x="10643734" y="1696049"/>
                </a:lnTo>
                <a:lnTo>
                  <a:pt x="10602329" y="1713517"/>
                </a:lnTo>
                <a:lnTo>
                  <a:pt x="10557895" y="1724436"/>
                </a:lnTo>
                <a:lnTo>
                  <a:pt x="10511028" y="1728216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313459"/>
            <a:ext cx="4111625" cy="1397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假设变量：a='利润表和资产负债表</a:t>
            </a:r>
            <a:r>
              <a:rPr dirty="0" sz="2000" spc="-10" b="1">
                <a:solidFill>
                  <a:srgbClr val="FFFFFF"/>
                </a:solidFill>
                <a:latin typeface="宋体"/>
                <a:cs typeface="宋体"/>
              </a:rPr>
              <a:t>'</a:t>
            </a:r>
            <a:endParaRPr sz="2000">
              <a:latin typeface="宋体"/>
              <a:cs typeface="宋体"/>
            </a:endParaRPr>
          </a:p>
          <a:p>
            <a:pPr marL="1294765" marR="1020444">
              <a:lnSpc>
                <a:spcPct val="150000"/>
              </a:lnSpc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b='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利润表</a:t>
            </a:r>
            <a:r>
              <a:rPr dirty="0" sz="2000" spc="-10" b="1">
                <a:solidFill>
                  <a:srgbClr val="FFFFFF"/>
                </a:solidFill>
                <a:latin typeface="宋体"/>
                <a:cs typeface="宋体"/>
              </a:rPr>
              <a:t>'  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c='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现金流量表</a:t>
            </a:r>
            <a:r>
              <a:rPr dirty="0" sz="2000" spc="-10" b="1">
                <a:solidFill>
                  <a:srgbClr val="FFFFFF"/>
                </a:solidFill>
                <a:latin typeface="宋体"/>
                <a:cs typeface="宋体"/>
              </a:rPr>
              <a:t>'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9284" y="3604259"/>
          <a:ext cx="10838180" cy="1667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4679950"/>
                <a:gridCol w="612775"/>
                <a:gridCol w="387350"/>
                <a:gridCol w="333375"/>
                <a:gridCol w="701675"/>
                <a:gridCol w="539750"/>
                <a:gridCol w="2123439"/>
              </a:tblGrid>
              <a:tr h="435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1908175" marR="119380" indent="-1781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如果在指定的序列中找到值返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9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True，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否则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返 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31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(b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a)</a:t>
                      </a:r>
                      <a:r>
                        <a:rPr dirty="0" sz="1700" spc="-10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：b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5">
                          <a:latin typeface="宋体"/>
                          <a:cs typeface="宋体"/>
                        </a:rPr>
                        <a:t>在</a:t>
                      </a:r>
                      <a:r>
                        <a:rPr dirty="0" sz="1700" spc="-7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a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中，返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2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1692275" marR="119380" indent="-15652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如果在指定的序列中没有找到值返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9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True，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否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则返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(c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i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a)：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c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不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在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a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中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1700" spc="-2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身份运算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123"/>
                </a:lnTo>
                <a:lnTo>
                  <a:pt x="36395" y="719108"/>
                </a:lnTo>
                <a:lnTo>
                  <a:pt x="9600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600" y="77234"/>
                </a:lnTo>
                <a:lnTo>
                  <a:pt x="36395" y="37061"/>
                </a:lnTo>
                <a:lnTo>
                  <a:pt x="76234" y="9981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9981"/>
                </a:lnTo>
                <a:lnTo>
                  <a:pt x="10762668" y="37061"/>
                </a:lnTo>
                <a:lnTo>
                  <a:pt x="10789463" y="77234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3" y="678869"/>
                </a:lnTo>
                <a:lnTo>
                  <a:pt x="10762668" y="719108"/>
                </a:lnTo>
                <a:lnTo>
                  <a:pt x="10722829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3192"/>
            <a:ext cx="34791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假设变量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：a=800，b=a，c=800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8975" y="2338704"/>
          <a:ext cx="10819130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7605"/>
                <a:gridCol w="4933950"/>
                <a:gridCol w="4708525"/>
              </a:tblGrid>
              <a:tr h="435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例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4356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3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是判断两个标识符是不是引用自一个对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象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(a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True；(a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c)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3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85"/>
                        </a:spcBef>
                        <a:tabLst>
                          <a:tab pos="863600" algn="l"/>
                        </a:tabLst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is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	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是判断两个标识符是不是引用自不同对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象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marL="1922145" marR="187960" indent="-1727200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2353310" algn="l"/>
                        </a:tabLst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(a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b)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返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回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False；(a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c)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返 回	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True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194617" y="406622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a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9724" y="4072013"/>
            <a:ext cx="485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80</a:t>
            </a:r>
            <a:r>
              <a:rPr dirty="0" sz="2400" spc="-10" b="1">
                <a:latin typeface="宋体"/>
                <a:cs typeface="宋体"/>
              </a:rPr>
              <a:t>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94617" y="4886642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b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39724" y="5632843"/>
            <a:ext cx="4851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80</a:t>
            </a:r>
            <a:r>
              <a:rPr dirty="0" sz="2400" spc="-10" b="1">
                <a:latin typeface="宋体"/>
                <a:cs typeface="宋体"/>
              </a:rPr>
              <a:t>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24044" y="5609844"/>
            <a:ext cx="721360" cy="539750"/>
          </a:xfrm>
          <a:custGeom>
            <a:avLst/>
            <a:gdLst/>
            <a:ahLst/>
            <a:cxnLst/>
            <a:rect l="l" t="t" r="r" b="b"/>
            <a:pathLst>
              <a:path w="721360" h="539750">
                <a:moveTo>
                  <a:pt x="630935" y="539495"/>
                </a:moveTo>
                <a:lnTo>
                  <a:pt x="89915" y="539495"/>
                </a:lnTo>
                <a:lnTo>
                  <a:pt x="55137" y="532785"/>
                </a:lnTo>
                <a:lnTo>
                  <a:pt x="26627" y="513630"/>
                </a:lnTo>
                <a:lnTo>
                  <a:pt x="7282" y="484930"/>
                </a:lnTo>
                <a:lnTo>
                  <a:pt x="0" y="449579"/>
                </a:lnTo>
                <a:lnTo>
                  <a:pt x="0" y="89915"/>
                </a:lnTo>
                <a:lnTo>
                  <a:pt x="7282" y="55137"/>
                </a:lnTo>
                <a:lnTo>
                  <a:pt x="26627" y="26627"/>
                </a:lnTo>
                <a:lnTo>
                  <a:pt x="55137" y="7282"/>
                </a:lnTo>
                <a:lnTo>
                  <a:pt x="89915" y="0"/>
                </a:lnTo>
                <a:lnTo>
                  <a:pt x="630935" y="0"/>
                </a:lnTo>
                <a:lnTo>
                  <a:pt x="665714" y="7282"/>
                </a:lnTo>
                <a:lnTo>
                  <a:pt x="694224" y="26627"/>
                </a:lnTo>
                <a:lnTo>
                  <a:pt x="713569" y="55137"/>
                </a:lnTo>
                <a:lnTo>
                  <a:pt x="720851" y="89915"/>
                </a:lnTo>
                <a:lnTo>
                  <a:pt x="720851" y="449579"/>
                </a:lnTo>
                <a:lnTo>
                  <a:pt x="713569" y="484930"/>
                </a:lnTo>
                <a:lnTo>
                  <a:pt x="694224" y="513630"/>
                </a:lnTo>
                <a:lnTo>
                  <a:pt x="665714" y="532785"/>
                </a:lnTo>
                <a:lnTo>
                  <a:pt x="630935" y="539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18202" y="5603875"/>
            <a:ext cx="732790" cy="552450"/>
          </a:xfrm>
          <a:custGeom>
            <a:avLst/>
            <a:gdLst/>
            <a:ahLst/>
            <a:cxnLst/>
            <a:rect l="l" t="t" r="r" b="b"/>
            <a:pathLst>
              <a:path w="732789" h="552450">
                <a:moveTo>
                  <a:pt x="651014" y="551179"/>
                </a:moveTo>
                <a:lnTo>
                  <a:pt x="81521" y="551179"/>
                </a:lnTo>
                <a:lnTo>
                  <a:pt x="72123" y="548639"/>
                </a:lnTo>
                <a:lnTo>
                  <a:pt x="58686" y="544829"/>
                </a:lnTo>
                <a:lnTo>
                  <a:pt x="54419" y="542289"/>
                </a:lnTo>
                <a:lnTo>
                  <a:pt x="50266" y="539750"/>
                </a:lnTo>
                <a:lnTo>
                  <a:pt x="46240" y="538479"/>
                </a:lnTo>
                <a:lnTo>
                  <a:pt x="42329" y="535939"/>
                </a:lnTo>
                <a:lnTo>
                  <a:pt x="38557" y="532129"/>
                </a:lnTo>
                <a:lnTo>
                  <a:pt x="34912" y="529589"/>
                </a:lnTo>
                <a:lnTo>
                  <a:pt x="31419" y="527050"/>
                </a:lnTo>
                <a:lnTo>
                  <a:pt x="28079" y="523239"/>
                </a:lnTo>
                <a:lnTo>
                  <a:pt x="24892" y="520700"/>
                </a:lnTo>
                <a:lnTo>
                  <a:pt x="7442" y="492760"/>
                </a:lnTo>
                <a:lnTo>
                  <a:pt x="5714" y="488950"/>
                </a:lnTo>
                <a:lnTo>
                  <a:pt x="4203" y="483870"/>
                </a:lnTo>
                <a:lnTo>
                  <a:pt x="2908" y="480060"/>
                </a:lnTo>
                <a:lnTo>
                  <a:pt x="1828" y="474979"/>
                </a:lnTo>
                <a:lnTo>
                  <a:pt x="977" y="469900"/>
                </a:lnTo>
                <a:lnTo>
                  <a:pt x="368" y="464820"/>
                </a:lnTo>
                <a:lnTo>
                  <a:pt x="0" y="461010"/>
                </a:lnTo>
                <a:lnTo>
                  <a:pt x="0" y="90170"/>
                </a:lnTo>
                <a:lnTo>
                  <a:pt x="4203" y="67310"/>
                </a:lnTo>
                <a:lnTo>
                  <a:pt x="5714" y="62229"/>
                </a:lnTo>
                <a:lnTo>
                  <a:pt x="7442" y="58420"/>
                </a:lnTo>
                <a:lnTo>
                  <a:pt x="9372" y="53339"/>
                </a:lnTo>
                <a:lnTo>
                  <a:pt x="11493" y="49529"/>
                </a:lnTo>
                <a:lnTo>
                  <a:pt x="28079" y="27939"/>
                </a:lnTo>
                <a:lnTo>
                  <a:pt x="31419" y="24129"/>
                </a:lnTo>
                <a:lnTo>
                  <a:pt x="34912" y="21589"/>
                </a:lnTo>
                <a:lnTo>
                  <a:pt x="38557" y="19050"/>
                </a:lnTo>
                <a:lnTo>
                  <a:pt x="42329" y="15239"/>
                </a:lnTo>
                <a:lnTo>
                  <a:pt x="46240" y="12700"/>
                </a:lnTo>
                <a:lnTo>
                  <a:pt x="50266" y="11429"/>
                </a:lnTo>
                <a:lnTo>
                  <a:pt x="54419" y="8889"/>
                </a:lnTo>
                <a:lnTo>
                  <a:pt x="58686" y="6350"/>
                </a:lnTo>
                <a:lnTo>
                  <a:pt x="72123" y="2539"/>
                </a:lnTo>
                <a:lnTo>
                  <a:pt x="81521" y="0"/>
                </a:lnTo>
                <a:lnTo>
                  <a:pt x="651014" y="0"/>
                </a:lnTo>
                <a:lnTo>
                  <a:pt x="660412" y="2539"/>
                </a:lnTo>
                <a:lnTo>
                  <a:pt x="673849" y="6350"/>
                </a:lnTo>
                <a:lnTo>
                  <a:pt x="678116" y="8889"/>
                </a:lnTo>
                <a:lnTo>
                  <a:pt x="682269" y="11429"/>
                </a:lnTo>
                <a:lnTo>
                  <a:pt x="686295" y="12700"/>
                </a:lnTo>
                <a:lnTo>
                  <a:pt x="83604" y="12700"/>
                </a:lnTo>
                <a:lnTo>
                  <a:pt x="79171" y="13970"/>
                </a:lnTo>
                <a:lnTo>
                  <a:pt x="79476" y="13970"/>
                </a:lnTo>
                <a:lnTo>
                  <a:pt x="75133" y="15239"/>
                </a:lnTo>
                <a:lnTo>
                  <a:pt x="71462" y="15239"/>
                </a:lnTo>
                <a:lnTo>
                  <a:pt x="69373" y="16510"/>
                </a:lnTo>
                <a:lnTo>
                  <a:pt x="67576" y="16510"/>
                </a:lnTo>
                <a:lnTo>
                  <a:pt x="63500" y="19050"/>
                </a:lnTo>
                <a:lnTo>
                  <a:pt x="63779" y="19050"/>
                </a:lnTo>
                <a:lnTo>
                  <a:pt x="59791" y="20320"/>
                </a:lnTo>
                <a:lnTo>
                  <a:pt x="60071" y="20320"/>
                </a:lnTo>
                <a:lnTo>
                  <a:pt x="58134" y="21589"/>
                </a:lnTo>
                <a:lnTo>
                  <a:pt x="56464" y="21589"/>
                </a:lnTo>
                <a:lnTo>
                  <a:pt x="52705" y="24129"/>
                </a:lnTo>
                <a:lnTo>
                  <a:pt x="52959" y="24129"/>
                </a:lnTo>
                <a:lnTo>
                  <a:pt x="49314" y="26670"/>
                </a:lnTo>
                <a:lnTo>
                  <a:pt x="49568" y="26670"/>
                </a:lnTo>
                <a:lnTo>
                  <a:pt x="46037" y="29210"/>
                </a:lnTo>
                <a:lnTo>
                  <a:pt x="46278" y="29210"/>
                </a:lnTo>
                <a:lnTo>
                  <a:pt x="44583" y="30479"/>
                </a:lnTo>
                <a:lnTo>
                  <a:pt x="43116" y="30479"/>
                </a:lnTo>
                <a:lnTo>
                  <a:pt x="39852" y="34289"/>
                </a:lnTo>
                <a:lnTo>
                  <a:pt x="40081" y="34289"/>
                </a:lnTo>
                <a:lnTo>
                  <a:pt x="36957" y="36829"/>
                </a:lnTo>
                <a:lnTo>
                  <a:pt x="37172" y="36829"/>
                </a:lnTo>
                <a:lnTo>
                  <a:pt x="34188" y="39370"/>
                </a:lnTo>
                <a:lnTo>
                  <a:pt x="34391" y="39370"/>
                </a:lnTo>
                <a:lnTo>
                  <a:pt x="32503" y="41910"/>
                </a:lnTo>
                <a:lnTo>
                  <a:pt x="31762" y="41910"/>
                </a:lnTo>
                <a:lnTo>
                  <a:pt x="29083" y="45720"/>
                </a:lnTo>
                <a:lnTo>
                  <a:pt x="29273" y="45720"/>
                </a:lnTo>
                <a:lnTo>
                  <a:pt x="27597" y="48260"/>
                </a:lnTo>
                <a:lnTo>
                  <a:pt x="26936" y="48260"/>
                </a:lnTo>
                <a:lnTo>
                  <a:pt x="24587" y="52070"/>
                </a:lnTo>
                <a:lnTo>
                  <a:pt x="24752" y="52070"/>
                </a:lnTo>
                <a:lnTo>
                  <a:pt x="22580" y="55879"/>
                </a:lnTo>
                <a:lnTo>
                  <a:pt x="22733" y="55879"/>
                </a:lnTo>
                <a:lnTo>
                  <a:pt x="20751" y="59689"/>
                </a:lnTo>
                <a:lnTo>
                  <a:pt x="19075" y="63500"/>
                </a:lnTo>
                <a:lnTo>
                  <a:pt x="17589" y="67310"/>
                </a:lnTo>
                <a:lnTo>
                  <a:pt x="16281" y="71120"/>
                </a:lnTo>
                <a:lnTo>
                  <a:pt x="15163" y="74929"/>
                </a:lnTo>
                <a:lnTo>
                  <a:pt x="14236" y="78739"/>
                </a:lnTo>
                <a:lnTo>
                  <a:pt x="13512" y="82550"/>
                </a:lnTo>
                <a:lnTo>
                  <a:pt x="13134" y="86360"/>
                </a:lnTo>
                <a:lnTo>
                  <a:pt x="12687" y="91439"/>
                </a:lnTo>
                <a:lnTo>
                  <a:pt x="12674" y="459739"/>
                </a:lnTo>
                <a:lnTo>
                  <a:pt x="13017" y="464820"/>
                </a:lnTo>
                <a:lnTo>
                  <a:pt x="13563" y="468629"/>
                </a:lnTo>
                <a:lnTo>
                  <a:pt x="14300" y="472439"/>
                </a:lnTo>
                <a:lnTo>
                  <a:pt x="15239" y="476250"/>
                </a:lnTo>
                <a:lnTo>
                  <a:pt x="16370" y="480060"/>
                </a:lnTo>
                <a:lnTo>
                  <a:pt x="17691" y="483870"/>
                </a:lnTo>
                <a:lnTo>
                  <a:pt x="19202" y="487679"/>
                </a:lnTo>
                <a:lnTo>
                  <a:pt x="20878" y="491489"/>
                </a:lnTo>
                <a:lnTo>
                  <a:pt x="22733" y="495300"/>
                </a:lnTo>
                <a:lnTo>
                  <a:pt x="22580" y="495300"/>
                </a:lnTo>
                <a:lnTo>
                  <a:pt x="24752" y="499110"/>
                </a:lnTo>
                <a:lnTo>
                  <a:pt x="24587" y="499110"/>
                </a:lnTo>
                <a:lnTo>
                  <a:pt x="26936" y="502920"/>
                </a:lnTo>
                <a:lnTo>
                  <a:pt x="27597" y="502920"/>
                </a:lnTo>
                <a:lnTo>
                  <a:pt x="29273" y="505460"/>
                </a:lnTo>
                <a:lnTo>
                  <a:pt x="29083" y="505460"/>
                </a:lnTo>
                <a:lnTo>
                  <a:pt x="31762" y="509270"/>
                </a:lnTo>
                <a:lnTo>
                  <a:pt x="32503" y="509270"/>
                </a:lnTo>
                <a:lnTo>
                  <a:pt x="34391" y="511810"/>
                </a:lnTo>
                <a:lnTo>
                  <a:pt x="34188" y="511810"/>
                </a:lnTo>
                <a:lnTo>
                  <a:pt x="37172" y="514350"/>
                </a:lnTo>
                <a:lnTo>
                  <a:pt x="36957" y="514350"/>
                </a:lnTo>
                <a:lnTo>
                  <a:pt x="40081" y="516889"/>
                </a:lnTo>
                <a:lnTo>
                  <a:pt x="39852" y="516889"/>
                </a:lnTo>
                <a:lnTo>
                  <a:pt x="43116" y="520700"/>
                </a:lnTo>
                <a:lnTo>
                  <a:pt x="44583" y="520700"/>
                </a:lnTo>
                <a:lnTo>
                  <a:pt x="46278" y="521970"/>
                </a:lnTo>
                <a:lnTo>
                  <a:pt x="46037" y="521970"/>
                </a:lnTo>
                <a:lnTo>
                  <a:pt x="49568" y="524510"/>
                </a:lnTo>
                <a:lnTo>
                  <a:pt x="49314" y="524510"/>
                </a:lnTo>
                <a:lnTo>
                  <a:pt x="52959" y="527050"/>
                </a:lnTo>
                <a:lnTo>
                  <a:pt x="52705" y="527050"/>
                </a:lnTo>
                <a:lnTo>
                  <a:pt x="56464" y="529589"/>
                </a:lnTo>
                <a:lnTo>
                  <a:pt x="58134" y="529589"/>
                </a:lnTo>
                <a:lnTo>
                  <a:pt x="60071" y="530860"/>
                </a:lnTo>
                <a:lnTo>
                  <a:pt x="59791" y="530860"/>
                </a:lnTo>
                <a:lnTo>
                  <a:pt x="63779" y="532129"/>
                </a:lnTo>
                <a:lnTo>
                  <a:pt x="63500" y="532129"/>
                </a:lnTo>
                <a:lnTo>
                  <a:pt x="67576" y="534670"/>
                </a:lnTo>
                <a:lnTo>
                  <a:pt x="69373" y="534670"/>
                </a:lnTo>
                <a:lnTo>
                  <a:pt x="71462" y="535939"/>
                </a:lnTo>
                <a:lnTo>
                  <a:pt x="75133" y="535939"/>
                </a:lnTo>
                <a:lnTo>
                  <a:pt x="79476" y="537210"/>
                </a:lnTo>
                <a:lnTo>
                  <a:pt x="79171" y="537210"/>
                </a:lnTo>
                <a:lnTo>
                  <a:pt x="83604" y="538479"/>
                </a:lnTo>
                <a:lnTo>
                  <a:pt x="91719" y="538479"/>
                </a:lnTo>
                <a:lnTo>
                  <a:pt x="96342" y="539750"/>
                </a:lnTo>
                <a:lnTo>
                  <a:pt x="682269" y="539750"/>
                </a:lnTo>
                <a:lnTo>
                  <a:pt x="678116" y="542289"/>
                </a:lnTo>
                <a:lnTo>
                  <a:pt x="673849" y="544829"/>
                </a:lnTo>
                <a:lnTo>
                  <a:pt x="660412" y="548639"/>
                </a:lnTo>
                <a:lnTo>
                  <a:pt x="651014" y="551179"/>
                </a:lnTo>
                <a:close/>
              </a:path>
              <a:path w="732789" h="552450">
                <a:moveTo>
                  <a:pt x="665251" y="17779"/>
                </a:moveTo>
                <a:lnTo>
                  <a:pt x="661073" y="15239"/>
                </a:lnTo>
                <a:lnTo>
                  <a:pt x="657402" y="15239"/>
                </a:lnTo>
                <a:lnTo>
                  <a:pt x="653059" y="13970"/>
                </a:lnTo>
                <a:lnTo>
                  <a:pt x="653364" y="13970"/>
                </a:lnTo>
                <a:lnTo>
                  <a:pt x="648931" y="12700"/>
                </a:lnTo>
                <a:lnTo>
                  <a:pt x="686295" y="12700"/>
                </a:lnTo>
                <a:lnTo>
                  <a:pt x="690206" y="15239"/>
                </a:lnTo>
                <a:lnTo>
                  <a:pt x="691464" y="16510"/>
                </a:lnTo>
                <a:lnTo>
                  <a:pt x="664959" y="16510"/>
                </a:lnTo>
                <a:lnTo>
                  <a:pt x="665251" y="17779"/>
                </a:lnTo>
                <a:close/>
              </a:path>
              <a:path w="732789" h="552450">
                <a:moveTo>
                  <a:pt x="67284" y="17779"/>
                </a:moveTo>
                <a:lnTo>
                  <a:pt x="67576" y="16510"/>
                </a:lnTo>
                <a:lnTo>
                  <a:pt x="69373" y="16510"/>
                </a:lnTo>
                <a:lnTo>
                  <a:pt x="67284" y="17779"/>
                </a:lnTo>
                <a:close/>
              </a:path>
              <a:path w="732789" h="552450">
                <a:moveTo>
                  <a:pt x="676338" y="22860"/>
                </a:moveTo>
                <a:lnTo>
                  <a:pt x="672464" y="20320"/>
                </a:lnTo>
                <a:lnTo>
                  <a:pt x="672744" y="20320"/>
                </a:lnTo>
                <a:lnTo>
                  <a:pt x="668756" y="19050"/>
                </a:lnTo>
                <a:lnTo>
                  <a:pt x="669036" y="19050"/>
                </a:lnTo>
                <a:lnTo>
                  <a:pt x="664959" y="16510"/>
                </a:lnTo>
                <a:lnTo>
                  <a:pt x="691464" y="16510"/>
                </a:lnTo>
                <a:lnTo>
                  <a:pt x="693978" y="19050"/>
                </a:lnTo>
                <a:lnTo>
                  <a:pt x="697623" y="21589"/>
                </a:lnTo>
                <a:lnTo>
                  <a:pt x="676071" y="21589"/>
                </a:lnTo>
                <a:lnTo>
                  <a:pt x="676338" y="22860"/>
                </a:lnTo>
                <a:close/>
              </a:path>
              <a:path w="732789" h="552450">
                <a:moveTo>
                  <a:pt x="56197" y="22860"/>
                </a:moveTo>
                <a:lnTo>
                  <a:pt x="56464" y="21589"/>
                </a:lnTo>
                <a:lnTo>
                  <a:pt x="58134" y="21589"/>
                </a:lnTo>
                <a:lnTo>
                  <a:pt x="56197" y="22860"/>
                </a:lnTo>
                <a:close/>
              </a:path>
              <a:path w="732789" h="552450">
                <a:moveTo>
                  <a:pt x="689648" y="31750"/>
                </a:moveTo>
                <a:lnTo>
                  <a:pt x="686257" y="29210"/>
                </a:lnTo>
                <a:lnTo>
                  <a:pt x="686498" y="29210"/>
                </a:lnTo>
                <a:lnTo>
                  <a:pt x="682967" y="26670"/>
                </a:lnTo>
                <a:lnTo>
                  <a:pt x="683221" y="26670"/>
                </a:lnTo>
                <a:lnTo>
                  <a:pt x="679576" y="24129"/>
                </a:lnTo>
                <a:lnTo>
                  <a:pt x="679831" y="24129"/>
                </a:lnTo>
                <a:lnTo>
                  <a:pt x="676071" y="21589"/>
                </a:lnTo>
                <a:lnTo>
                  <a:pt x="697623" y="21589"/>
                </a:lnTo>
                <a:lnTo>
                  <a:pt x="701116" y="24129"/>
                </a:lnTo>
                <a:lnTo>
                  <a:pt x="704456" y="27939"/>
                </a:lnTo>
                <a:lnTo>
                  <a:pt x="707644" y="30479"/>
                </a:lnTo>
                <a:lnTo>
                  <a:pt x="689419" y="30479"/>
                </a:lnTo>
                <a:lnTo>
                  <a:pt x="689648" y="31750"/>
                </a:lnTo>
                <a:close/>
              </a:path>
              <a:path w="732789" h="552450">
                <a:moveTo>
                  <a:pt x="42887" y="31750"/>
                </a:moveTo>
                <a:lnTo>
                  <a:pt x="43116" y="30479"/>
                </a:lnTo>
                <a:lnTo>
                  <a:pt x="44583" y="30479"/>
                </a:lnTo>
                <a:lnTo>
                  <a:pt x="42887" y="31750"/>
                </a:lnTo>
                <a:close/>
              </a:path>
              <a:path w="732789" h="552450">
                <a:moveTo>
                  <a:pt x="700976" y="43179"/>
                </a:moveTo>
                <a:lnTo>
                  <a:pt x="698144" y="39370"/>
                </a:lnTo>
                <a:lnTo>
                  <a:pt x="698347" y="39370"/>
                </a:lnTo>
                <a:lnTo>
                  <a:pt x="695363" y="36829"/>
                </a:lnTo>
                <a:lnTo>
                  <a:pt x="695578" y="36829"/>
                </a:lnTo>
                <a:lnTo>
                  <a:pt x="692454" y="34289"/>
                </a:lnTo>
                <a:lnTo>
                  <a:pt x="692683" y="34289"/>
                </a:lnTo>
                <a:lnTo>
                  <a:pt x="689419" y="30479"/>
                </a:lnTo>
                <a:lnTo>
                  <a:pt x="707644" y="30479"/>
                </a:lnTo>
                <a:lnTo>
                  <a:pt x="710666" y="34289"/>
                </a:lnTo>
                <a:lnTo>
                  <a:pt x="713524" y="38100"/>
                </a:lnTo>
                <a:lnTo>
                  <a:pt x="716216" y="41910"/>
                </a:lnTo>
                <a:lnTo>
                  <a:pt x="700773" y="41910"/>
                </a:lnTo>
                <a:lnTo>
                  <a:pt x="700976" y="43179"/>
                </a:lnTo>
                <a:close/>
              </a:path>
              <a:path w="732789" h="552450">
                <a:moveTo>
                  <a:pt x="31559" y="43179"/>
                </a:moveTo>
                <a:lnTo>
                  <a:pt x="31762" y="41910"/>
                </a:lnTo>
                <a:lnTo>
                  <a:pt x="32503" y="41910"/>
                </a:lnTo>
                <a:lnTo>
                  <a:pt x="31559" y="43179"/>
                </a:lnTo>
                <a:close/>
              </a:path>
              <a:path w="732789" h="552450">
                <a:moveTo>
                  <a:pt x="705777" y="49529"/>
                </a:moveTo>
                <a:lnTo>
                  <a:pt x="703262" y="45720"/>
                </a:lnTo>
                <a:lnTo>
                  <a:pt x="703452" y="45720"/>
                </a:lnTo>
                <a:lnTo>
                  <a:pt x="700773" y="41910"/>
                </a:lnTo>
                <a:lnTo>
                  <a:pt x="716216" y="41910"/>
                </a:lnTo>
                <a:lnTo>
                  <a:pt x="718718" y="45720"/>
                </a:lnTo>
                <a:lnTo>
                  <a:pt x="720267" y="48260"/>
                </a:lnTo>
                <a:lnTo>
                  <a:pt x="705599" y="48260"/>
                </a:lnTo>
                <a:lnTo>
                  <a:pt x="705777" y="49529"/>
                </a:lnTo>
                <a:close/>
              </a:path>
              <a:path w="732789" h="552450">
                <a:moveTo>
                  <a:pt x="26758" y="49529"/>
                </a:moveTo>
                <a:lnTo>
                  <a:pt x="26936" y="48260"/>
                </a:lnTo>
                <a:lnTo>
                  <a:pt x="27597" y="48260"/>
                </a:lnTo>
                <a:lnTo>
                  <a:pt x="26758" y="49529"/>
                </a:lnTo>
                <a:close/>
              </a:path>
              <a:path w="732789" h="552450">
                <a:moveTo>
                  <a:pt x="732167" y="464820"/>
                </a:moveTo>
                <a:lnTo>
                  <a:pt x="719518" y="464820"/>
                </a:lnTo>
                <a:lnTo>
                  <a:pt x="719861" y="459739"/>
                </a:lnTo>
                <a:lnTo>
                  <a:pt x="719848" y="91439"/>
                </a:lnTo>
                <a:lnTo>
                  <a:pt x="719518" y="86360"/>
                </a:lnTo>
                <a:lnTo>
                  <a:pt x="718972" y="82550"/>
                </a:lnTo>
                <a:lnTo>
                  <a:pt x="718235" y="78739"/>
                </a:lnTo>
                <a:lnTo>
                  <a:pt x="717296" y="74929"/>
                </a:lnTo>
                <a:lnTo>
                  <a:pt x="716165" y="71120"/>
                </a:lnTo>
                <a:lnTo>
                  <a:pt x="714844" y="67310"/>
                </a:lnTo>
                <a:lnTo>
                  <a:pt x="713333" y="63500"/>
                </a:lnTo>
                <a:lnTo>
                  <a:pt x="711657" y="59689"/>
                </a:lnTo>
                <a:lnTo>
                  <a:pt x="709802" y="55879"/>
                </a:lnTo>
                <a:lnTo>
                  <a:pt x="709955" y="55879"/>
                </a:lnTo>
                <a:lnTo>
                  <a:pt x="707783" y="52070"/>
                </a:lnTo>
                <a:lnTo>
                  <a:pt x="707948" y="52070"/>
                </a:lnTo>
                <a:lnTo>
                  <a:pt x="705599" y="48260"/>
                </a:lnTo>
                <a:lnTo>
                  <a:pt x="720267" y="48260"/>
                </a:lnTo>
                <a:lnTo>
                  <a:pt x="721042" y="49529"/>
                </a:lnTo>
                <a:lnTo>
                  <a:pt x="723163" y="53339"/>
                </a:lnTo>
                <a:lnTo>
                  <a:pt x="725093" y="58420"/>
                </a:lnTo>
                <a:lnTo>
                  <a:pt x="726821" y="62229"/>
                </a:lnTo>
                <a:lnTo>
                  <a:pt x="728332" y="67310"/>
                </a:lnTo>
                <a:lnTo>
                  <a:pt x="729627" y="71120"/>
                </a:lnTo>
                <a:lnTo>
                  <a:pt x="730707" y="76200"/>
                </a:lnTo>
                <a:lnTo>
                  <a:pt x="731558" y="81279"/>
                </a:lnTo>
                <a:lnTo>
                  <a:pt x="732167" y="86360"/>
                </a:lnTo>
                <a:lnTo>
                  <a:pt x="732536" y="90170"/>
                </a:lnTo>
                <a:lnTo>
                  <a:pt x="732536" y="461010"/>
                </a:lnTo>
                <a:lnTo>
                  <a:pt x="732167" y="464820"/>
                </a:lnTo>
                <a:close/>
              </a:path>
              <a:path w="732789" h="552450">
                <a:moveTo>
                  <a:pt x="12992" y="87629"/>
                </a:moveTo>
                <a:lnTo>
                  <a:pt x="13017" y="86360"/>
                </a:lnTo>
                <a:lnTo>
                  <a:pt x="12992" y="87629"/>
                </a:lnTo>
                <a:close/>
              </a:path>
              <a:path w="732789" h="552450">
                <a:moveTo>
                  <a:pt x="719543" y="87629"/>
                </a:moveTo>
                <a:lnTo>
                  <a:pt x="719401" y="86360"/>
                </a:lnTo>
                <a:lnTo>
                  <a:pt x="719543" y="87629"/>
                </a:lnTo>
                <a:close/>
              </a:path>
              <a:path w="732789" h="552450">
                <a:moveTo>
                  <a:pt x="13134" y="464820"/>
                </a:moveTo>
                <a:lnTo>
                  <a:pt x="12992" y="463550"/>
                </a:lnTo>
                <a:lnTo>
                  <a:pt x="13134" y="464820"/>
                </a:lnTo>
                <a:close/>
              </a:path>
              <a:path w="732789" h="552450">
                <a:moveTo>
                  <a:pt x="720267" y="502920"/>
                </a:moveTo>
                <a:lnTo>
                  <a:pt x="705599" y="502920"/>
                </a:lnTo>
                <a:lnTo>
                  <a:pt x="707948" y="499110"/>
                </a:lnTo>
                <a:lnTo>
                  <a:pt x="707783" y="499110"/>
                </a:lnTo>
                <a:lnTo>
                  <a:pt x="709955" y="495300"/>
                </a:lnTo>
                <a:lnTo>
                  <a:pt x="709802" y="495300"/>
                </a:lnTo>
                <a:lnTo>
                  <a:pt x="711784" y="491489"/>
                </a:lnTo>
                <a:lnTo>
                  <a:pt x="713460" y="487679"/>
                </a:lnTo>
                <a:lnTo>
                  <a:pt x="714946" y="483870"/>
                </a:lnTo>
                <a:lnTo>
                  <a:pt x="716254" y="480060"/>
                </a:lnTo>
                <a:lnTo>
                  <a:pt x="717372" y="476250"/>
                </a:lnTo>
                <a:lnTo>
                  <a:pt x="718299" y="472439"/>
                </a:lnTo>
                <a:lnTo>
                  <a:pt x="719023" y="468629"/>
                </a:lnTo>
                <a:lnTo>
                  <a:pt x="719543" y="463550"/>
                </a:lnTo>
                <a:lnTo>
                  <a:pt x="719518" y="464820"/>
                </a:lnTo>
                <a:lnTo>
                  <a:pt x="732167" y="464820"/>
                </a:lnTo>
                <a:lnTo>
                  <a:pt x="731558" y="469900"/>
                </a:lnTo>
                <a:lnTo>
                  <a:pt x="730707" y="474979"/>
                </a:lnTo>
                <a:lnTo>
                  <a:pt x="729627" y="480060"/>
                </a:lnTo>
                <a:lnTo>
                  <a:pt x="728332" y="483870"/>
                </a:lnTo>
                <a:lnTo>
                  <a:pt x="726821" y="488950"/>
                </a:lnTo>
                <a:lnTo>
                  <a:pt x="725093" y="492760"/>
                </a:lnTo>
                <a:lnTo>
                  <a:pt x="723163" y="497839"/>
                </a:lnTo>
                <a:lnTo>
                  <a:pt x="721042" y="501650"/>
                </a:lnTo>
                <a:lnTo>
                  <a:pt x="720267" y="502920"/>
                </a:lnTo>
                <a:close/>
              </a:path>
              <a:path w="732789" h="552450">
                <a:moveTo>
                  <a:pt x="27597" y="502920"/>
                </a:moveTo>
                <a:lnTo>
                  <a:pt x="26936" y="502920"/>
                </a:lnTo>
                <a:lnTo>
                  <a:pt x="26758" y="501650"/>
                </a:lnTo>
                <a:lnTo>
                  <a:pt x="27597" y="502920"/>
                </a:lnTo>
                <a:close/>
              </a:path>
              <a:path w="732789" h="552450">
                <a:moveTo>
                  <a:pt x="716216" y="509270"/>
                </a:moveTo>
                <a:lnTo>
                  <a:pt x="700773" y="509270"/>
                </a:lnTo>
                <a:lnTo>
                  <a:pt x="703452" y="505460"/>
                </a:lnTo>
                <a:lnTo>
                  <a:pt x="703262" y="505460"/>
                </a:lnTo>
                <a:lnTo>
                  <a:pt x="705777" y="501650"/>
                </a:lnTo>
                <a:lnTo>
                  <a:pt x="705599" y="502920"/>
                </a:lnTo>
                <a:lnTo>
                  <a:pt x="720267" y="502920"/>
                </a:lnTo>
                <a:lnTo>
                  <a:pt x="718718" y="505460"/>
                </a:lnTo>
                <a:lnTo>
                  <a:pt x="716216" y="509270"/>
                </a:lnTo>
                <a:close/>
              </a:path>
              <a:path w="732789" h="552450">
                <a:moveTo>
                  <a:pt x="32503" y="509270"/>
                </a:moveTo>
                <a:lnTo>
                  <a:pt x="31762" y="509270"/>
                </a:lnTo>
                <a:lnTo>
                  <a:pt x="31559" y="508000"/>
                </a:lnTo>
                <a:lnTo>
                  <a:pt x="32503" y="509270"/>
                </a:lnTo>
                <a:close/>
              </a:path>
              <a:path w="732789" h="552450">
                <a:moveTo>
                  <a:pt x="707644" y="520700"/>
                </a:moveTo>
                <a:lnTo>
                  <a:pt x="689419" y="520700"/>
                </a:lnTo>
                <a:lnTo>
                  <a:pt x="692683" y="516889"/>
                </a:lnTo>
                <a:lnTo>
                  <a:pt x="692454" y="516889"/>
                </a:lnTo>
                <a:lnTo>
                  <a:pt x="695578" y="514350"/>
                </a:lnTo>
                <a:lnTo>
                  <a:pt x="695363" y="514350"/>
                </a:lnTo>
                <a:lnTo>
                  <a:pt x="698347" y="511810"/>
                </a:lnTo>
                <a:lnTo>
                  <a:pt x="698144" y="511810"/>
                </a:lnTo>
                <a:lnTo>
                  <a:pt x="700976" y="508000"/>
                </a:lnTo>
                <a:lnTo>
                  <a:pt x="700773" y="509270"/>
                </a:lnTo>
                <a:lnTo>
                  <a:pt x="716216" y="509270"/>
                </a:lnTo>
                <a:lnTo>
                  <a:pt x="713524" y="513079"/>
                </a:lnTo>
                <a:lnTo>
                  <a:pt x="710666" y="516889"/>
                </a:lnTo>
                <a:lnTo>
                  <a:pt x="707644" y="520700"/>
                </a:lnTo>
                <a:close/>
              </a:path>
              <a:path w="732789" h="552450">
                <a:moveTo>
                  <a:pt x="44583" y="520700"/>
                </a:moveTo>
                <a:lnTo>
                  <a:pt x="43116" y="520700"/>
                </a:lnTo>
                <a:lnTo>
                  <a:pt x="42887" y="519429"/>
                </a:lnTo>
                <a:lnTo>
                  <a:pt x="44583" y="520700"/>
                </a:lnTo>
                <a:close/>
              </a:path>
              <a:path w="732789" h="552450">
                <a:moveTo>
                  <a:pt x="697623" y="529589"/>
                </a:moveTo>
                <a:lnTo>
                  <a:pt x="676071" y="529589"/>
                </a:lnTo>
                <a:lnTo>
                  <a:pt x="679831" y="527050"/>
                </a:lnTo>
                <a:lnTo>
                  <a:pt x="679576" y="527050"/>
                </a:lnTo>
                <a:lnTo>
                  <a:pt x="683221" y="524510"/>
                </a:lnTo>
                <a:lnTo>
                  <a:pt x="682967" y="524510"/>
                </a:lnTo>
                <a:lnTo>
                  <a:pt x="686498" y="521970"/>
                </a:lnTo>
                <a:lnTo>
                  <a:pt x="686257" y="521970"/>
                </a:lnTo>
                <a:lnTo>
                  <a:pt x="689648" y="519429"/>
                </a:lnTo>
                <a:lnTo>
                  <a:pt x="689419" y="520700"/>
                </a:lnTo>
                <a:lnTo>
                  <a:pt x="707644" y="520700"/>
                </a:lnTo>
                <a:lnTo>
                  <a:pt x="704456" y="523239"/>
                </a:lnTo>
                <a:lnTo>
                  <a:pt x="701116" y="527050"/>
                </a:lnTo>
                <a:lnTo>
                  <a:pt x="697623" y="529589"/>
                </a:lnTo>
                <a:close/>
              </a:path>
              <a:path w="732789" h="552450">
                <a:moveTo>
                  <a:pt x="58134" y="529589"/>
                </a:moveTo>
                <a:lnTo>
                  <a:pt x="56464" y="529589"/>
                </a:lnTo>
                <a:lnTo>
                  <a:pt x="56197" y="528320"/>
                </a:lnTo>
                <a:lnTo>
                  <a:pt x="58134" y="529589"/>
                </a:lnTo>
                <a:close/>
              </a:path>
              <a:path w="732789" h="552450">
                <a:moveTo>
                  <a:pt x="691464" y="534670"/>
                </a:moveTo>
                <a:lnTo>
                  <a:pt x="664959" y="534670"/>
                </a:lnTo>
                <a:lnTo>
                  <a:pt x="669036" y="532129"/>
                </a:lnTo>
                <a:lnTo>
                  <a:pt x="668756" y="532129"/>
                </a:lnTo>
                <a:lnTo>
                  <a:pt x="672744" y="530860"/>
                </a:lnTo>
                <a:lnTo>
                  <a:pt x="672464" y="530860"/>
                </a:lnTo>
                <a:lnTo>
                  <a:pt x="676338" y="528320"/>
                </a:lnTo>
                <a:lnTo>
                  <a:pt x="676071" y="529589"/>
                </a:lnTo>
                <a:lnTo>
                  <a:pt x="697623" y="529589"/>
                </a:lnTo>
                <a:lnTo>
                  <a:pt x="693978" y="532129"/>
                </a:lnTo>
                <a:lnTo>
                  <a:pt x="691464" y="534670"/>
                </a:lnTo>
                <a:close/>
              </a:path>
              <a:path w="732789" h="552450">
                <a:moveTo>
                  <a:pt x="69373" y="534670"/>
                </a:moveTo>
                <a:lnTo>
                  <a:pt x="67576" y="534670"/>
                </a:lnTo>
                <a:lnTo>
                  <a:pt x="67284" y="533400"/>
                </a:lnTo>
                <a:lnTo>
                  <a:pt x="69373" y="534670"/>
                </a:lnTo>
                <a:close/>
              </a:path>
              <a:path w="732789" h="552450">
                <a:moveTo>
                  <a:pt x="682269" y="539750"/>
                </a:moveTo>
                <a:lnTo>
                  <a:pt x="636193" y="539750"/>
                </a:lnTo>
                <a:lnTo>
                  <a:pt x="640816" y="538479"/>
                </a:lnTo>
                <a:lnTo>
                  <a:pt x="648931" y="538479"/>
                </a:lnTo>
                <a:lnTo>
                  <a:pt x="653364" y="537210"/>
                </a:lnTo>
                <a:lnTo>
                  <a:pt x="653059" y="537210"/>
                </a:lnTo>
                <a:lnTo>
                  <a:pt x="657402" y="535939"/>
                </a:lnTo>
                <a:lnTo>
                  <a:pt x="661073" y="535939"/>
                </a:lnTo>
                <a:lnTo>
                  <a:pt x="665251" y="533400"/>
                </a:lnTo>
                <a:lnTo>
                  <a:pt x="664959" y="534670"/>
                </a:lnTo>
                <a:lnTo>
                  <a:pt x="691464" y="534670"/>
                </a:lnTo>
                <a:lnTo>
                  <a:pt x="690206" y="535939"/>
                </a:lnTo>
                <a:lnTo>
                  <a:pt x="686295" y="538479"/>
                </a:lnTo>
                <a:lnTo>
                  <a:pt x="682269" y="539750"/>
                </a:lnTo>
                <a:close/>
              </a:path>
              <a:path w="732789" h="552450">
                <a:moveTo>
                  <a:pt x="636435" y="552450"/>
                </a:moveTo>
                <a:lnTo>
                  <a:pt x="96100" y="552450"/>
                </a:lnTo>
                <a:lnTo>
                  <a:pt x="91236" y="551179"/>
                </a:lnTo>
                <a:lnTo>
                  <a:pt x="641299" y="551179"/>
                </a:lnTo>
                <a:lnTo>
                  <a:pt x="636435" y="552450"/>
                </a:lnTo>
                <a:close/>
              </a:path>
            </a:pathLst>
          </a:custGeom>
          <a:solidFill>
            <a:srgbClr val="293E2B">
              <a:alpha val="968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94617" y="566705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c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18202" y="4003040"/>
            <a:ext cx="2207132" cy="1372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33508" y="4060583"/>
            <a:ext cx="1099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a =</a:t>
            </a:r>
            <a:r>
              <a:rPr dirty="0" sz="2400" spc="-60" b="1">
                <a:latin typeface="宋体"/>
                <a:cs typeface="宋体"/>
              </a:rPr>
              <a:t> </a:t>
            </a:r>
            <a:r>
              <a:rPr dirty="0" sz="2400" spc="-5" b="1">
                <a:latin typeface="宋体"/>
                <a:cs typeface="宋体"/>
              </a:rPr>
              <a:t>800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3508" y="4812423"/>
            <a:ext cx="792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b =</a:t>
            </a:r>
            <a:r>
              <a:rPr dirty="0" sz="2400" spc="-65" b="1">
                <a:latin typeface="宋体"/>
                <a:cs typeface="宋体"/>
              </a:rPr>
              <a:t> </a:t>
            </a:r>
            <a:r>
              <a:rPr dirty="0" sz="2400" spc="-10" b="1">
                <a:latin typeface="宋体"/>
                <a:cs typeface="宋体"/>
              </a:rPr>
              <a:t>a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3508" y="5632843"/>
            <a:ext cx="10998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宋体"/>
                <a:cs typeface="宋体"/>
              </a:rPr>
              <a:t>c =</a:t>
            </a:r>
            <a:r>
              <a:rPr dirty="0" sz="2400" spc="-60" b="1">
                <a:latin typeface="宋体"/>
                <a:cs typeface="宋体"/>
              </a:rPr>
              <a:t> </a:t>
            </a:r>
            <a:r>
              <a:rPr dirty="0" sz="2400" spc="-5" b="1">
                <a:latin typeface="宋体"/>
                <a:cs typeface="宋体"/>
              </a:rPr>
              <a:t>800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44464" y="5813945"/>
            <a:ext cx="1417320" cy="96520"/>
          </a:xfrm>
          <a:custGeom>
            <a:avLst/>
            <a:gdLst/>
            <a:ahLst/>
            <a:cxnLst/>
            <a:rect l="l" t="t" r="r" b="b"/>
            <a:pathLst>
              <a:path w="1417320" h="96520">
                <a:moveTo>
                  <a:pt x="1395033" y="43585"/>
                </a:moveTo>
                <a:lnTo>
                  <a:pt x="1330502" y="7099"/>
                </a:lnTo>
                <a:lnTo>
                  <a:pt x="1329385" y="6134"/>
                </a:lnTo>
                <a:lnTo>
                  <a:pt x="1328712" y="4800"/>
                </a:lnTo>
                <a:lnTo>
                  <a:pt x="1328597" y="3314"/>
                </a:lnTo>
                <a:lnTo>
                  <a:pt x="1329067" y="1904"/>
                </a:lnTo>
                <a:lnTo>
                  <a:pt x="1330032" y="787"/>
                </a:lnTo>
                <a:lnTo>
                  <a:pt x="1331366" y="114"/>
                </a:lnTo>
                <a:lnTo>
                  <a:pt x="1332852" y="0"/>
                </a:lnTo>
                <a:lnTo>
                  <a:pt x="1334261" y="469"/>
                </a:lnTo>
                <a:lnTo>
                  <a:pt x="1410177" y="43395"/>
                </a:lnTo>
                <a:lnTo>
                  <a:pt x="1409128" y="43395"/>
                </a:lnTo>
                <a:lnTo>
                  <a:pt x="1395033" y="43585"/>
                </a:lnTo>
                <a:close/>
              </a:path>
              <a:path w="1417320" h="96520">
                <a:moveTo>
                  <a:pt x="1401616" y="47307"/>
                </a:moveTo>
                <a:lnTo>
                  <a:pt x="1395033" y="43585"/>
                </a:lnTo>
                <a:lnTo>
                  <a:pt x="1409128" y="43395"/>
                </a:lnTo>
                <a:lnTo>
                  <a:pt x="1409135" y="43941"/>
                </a:lnTo>
                <a:lnTo>
                  <a:pt x="1407210" y="43941"/>
                </a:lnTo>
                <a:lnTo>
                  <a:pt x="1401616" y="47307"/>
                </a:lnTo>
                <a:close/>
              </a:path>
              <a:path w="1417320" h="96520">
                <a:moveTo>
                  <a:pt x="1334147" y="96443"/>
                </a:moveTo>
                <a:lnTo>
                  <a:pt x="1332661" y="96367"/>
                </a:lnTo>
                <a:lnTo>
                  <a:pt x="1331315" y="95745"/>
                </a:lnTo>
                <a:lnTo>
                  <a:pt x="1330312" y="94640"/>
                </a:lnTo>
                <a:lnTo>
                  <a:pt x="1329816" y="93243"/>
                </a:lnTo>
                <a:lnTo>
                  <a:pt x="1329880" y="91757"/>
                </a:lnTo>
                <a:lnTo>
                  <a:pt x="1330515" y="90411"/>
                </a:lnTo>
                <a:lnTo>
                  <a:pt x="1331620" y="89408"/>
                </a:lnTo>
                <a:lnTo>
                  <a:pt x="1395134" y="51205"/>
                </a:lnTo>
                <a:lnTo>
                  <a:pt x="1409230" y="51015"/>
                </a:lnTo>
                <a:lnTo>
                  <a:pt x="1409128" y="43395"/>
                </a:lnTo>
                <a:lnTo>
                  <a:pt x="1410177" y="43395"/>
                </a:lnTo>
                <a:lnTo>
                  <a:pt x="1416735" y="47104"/>
                </a:lnTo>
                <a:lnTo>
                  <a:pt x="1335544" y="95935"/>
                </a:lnTo>
                <a:lnTo>
                  <a:pt x="1334147" y="96443"/>
                </a:lnTo>
                <a:close/>
              </a:path>
              <a:path w="1417320" h="96520">
                <a:moveTo>
                  <a:pt x="101" y="69964"/>
                </a:moveTo>
                <a:lnTo>
                  <a:pt x="0" y="62344"/>
                </a:lnTo>
                <a:lnTo>
                  <a:pt x="1395033" y="43585"/>
                </a:lnTo>
                <a:lnTo>
                  <a:pt x="1401616" y="47307"/>
                </a:lnTo>
                <a:lnTo>
                  <a:pt x="1395134" y="51205"/>
                </a:lnTo>
                <a:lnTo>
                  <a:pt x="101" y="69964"/>
                </a:lnTo>
                <a:close/>
              </a:path>
              <a:path w="1417320" h="96520">
                <a:moveTo>
                  <a:pt x="1407299" y="50520"/>
                </a:moveTo>
                <a:lnTo>
                  <a:pt x="1401616" y="47307"/>
                </a:lnTo>
                <a:lnTo>
                  <a:pt x="1407210" y="43941"/>
                </a:lnTo>
                <a:lnTo>
                  <a:pt x="1407299" y="50520"/>
                </a:lnTo>
                <a:close/>
              </a:path>
              <a:path w="1417320" h="96520">
                <a:moveTo>
                  <a:pt x="1409223" y="50520"/>
                </a:moveTo>
                <a:lnTo>
                  <a:pt x="1407299" y="50520"/>
                </a:lnTo>
                <a:lnTo>
                  <a:pt x="1407210" y="43941"/>
                </a:lnTo>
                <a:lnTo>
                  <a:pt x="1409135" y="43941"/>
                </a:lnTo>
                <a:lnTo>
                  <a:pt x="1409223" y="50520"/>
                </a:lnTo>
                <a:close/>
              </a:path>
              <a:path w="1417320" h="96520">
                <a:moveTo>
                  <a:pt x="1395134" y="51205"/>
                </a:moveTo>
                <a:lnTo>
                  <a:pt x="1401616" y="47307"/>
                </a:lnTo>
                <a:lnTo>
                  <a:pt x="1407299" y="50520"/>
                </a:lnTo>
                <a:lnTo>
                  <a:pt x="1409223" y="50520"/>
                </a:lnTo>
                <a:lnTo>
                  <a:pt x="1409230" y="51015"/>
                </a:lnTo>
                <a:lnTo>
                  <a:pt x="1395134" y="51205"/>
                </a:lnTo>
                <a:close/>
              </a:path>
            </a:pathLst>
          </a:custGeom>
          <a:solidFill>
            <a:srgbClr val="37533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运算优先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224280"/>
          </a:xfrm>
          <a:custGeom>
            <a:avLst/>
            <a:gdLst/>
            <a:ahLst/>
            <a:cxnLst/>
            <a:rect l="l" t="t" r="r" b="b"/>
            <a:pathLst>
              <a:path w="10799445" h="1224280">
                <a:moveTo>
                  <a:pt x="10596372" y="1223771"/>
                </a:moveTo>
                <a:lnTo>
                  <a:pt x="202691" y="1223771"/>
                </a:lnTo>
                <a:lnTo>
                  <a:pt x="156207" y="1218394"/>
                </a:lnTo>
                <a:lnTo>
                  <a:pt x="113489" y="1203053"/>
                </a:lnTo>
                <a:lnTo>
                  <a:pt x="75782" y="1178967"/>
                </a:lnTo>
                <a:lnTo>
                  <a:pt x="44333" y="1147356"/>
                </a:lnTo>
                <a:lnTo>
                  <a:pt x="20389" y="1109437"/>
                </a:lnTo>
                <a:lnTo>
                  <a:pt x="5196" y="1066431"/>
                </a:lnTo>
                <a:lnTo>
                  <a:pt x="0" y="1019555"/>
                </a:lnTo>
                <a:lnTo>
                  <a:pt x="0" y="204215"/>
                </a:lnTo>
                <a:lnTo>
                  <a:pt x="5196" y="157400"/>
                </a:lnTo>
                <a:lnTo>
                  <a:pt x="20389" y="114433"/>
                </a:lnTo>
                <a:lnTo>
                  <a:pt x="44333" y="76533"/>
                </a:lnTo>
                <a:lnTo>
                  <a:pt x="75782" y="44920"/>
                </a:lnTo>
                <a:lnTo>
                  <a:pt x="113489" y="20813"/>
                </a:lnTo>
                <a:lnTo>
                  <a:pt x="156207" y="5433"/>
                </a:lnTo>
                <a:lnTo>
                  <a:pt x="202691" y="0"/>
                </a:lnTo>
                <a:lnTo>
                  <a:pt x="10596372" y="0"/>
                </a:lnTo>
                <a:lnTo>
                  <a:pt x="10642856" y="5433"/>
                </a:lnTo>
                <a:lnTo>
                  <a:pt x="10685574" y="20813"/>
                </a:lnTo>
                <a:lnTo>
                  <a:pt x="10723281" y="44920"/>
                </a:lnTo>
                <a:lnTo>
                  <a:pt x="10754730" y="76533"/>
                </a:lnTo>
                <a:lnTo>
                  <a:pt x="10778674" y="114433"/>
                </a:lnTo>
                <a:lnTo>
                  <a:pt x="10793867" y="157400"/>
                </a:lnTo>
                <a:lnTo>
                  <a:pt x="10799064" y="204215"/>
                </a:lnTo>
                <a:lnTo>
                  <a:pt x="10799064" y="1019555"/>
                </a:lnTo>
                <a:lnTo>
                  <a:pt x="10793867" y="1066431"/>
                </a:lnTo>
                <a:lnTo>
                  <a:pt x="10778674" y="1109437"/>
                </a:lnTo>
                <a:lnTo>
                  <a:pt x="10754730" y="1147356"/>
                </a:lnTo>
                <a:lnTo>
                  <a:pt x="10723281" y="1178967"/>
                </a:lnTo>
                <a:lnTo>
                  <a:pt x="10685574" y="1203053"/>
                </a:lnTo>
                <a:lnTo>
                  <a:pt x="10642856" y="1218394"/>
                </a:lnTo>
                <a:lnTo>
                  <a:pt x="10596372" y="122377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311554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如果一个公式里出现了多种运算符，运算符的计算是有先后顺序的。下表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000" spc="-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</a:t>
            </a:r>
            <a:r>
              <a:rPr dirty="0" sz="2000" spc="-4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运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算符的优先顺序进行了总结（从最高优先级到最低优先级）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10423" y="3371215"/>
            <a:ext cx="96520" cy="2615565"/>
          </a:xfrm>
          <a:custGeom>
            <a:avLst/>
            <a:gdLst/>
            <a:ahLst/>
            <a:cxnLst/>
            <a:rect l="l" t="t" r="r" b="b"/>
            <a:pathLst>
              <a:path w="96519" h="2615565">
                <a:moveTo>
                  <a:pt x="48221" y="2600439"/>
                </a:moveTo>
                <a:lnTo>
                  <a:pt x="44411" y="2593907"/>
                </a:lnTo>
                <a:lnTo>
                  <a:pt x="44411" y="0"/>
                </a:lnTo>
                <a:lnTo>
                  <a:pt x="52031" y="0"/>
                </a:lnTo>
                <a:lnTo>
                  <a:pt x="52031" y="2593907"/>
                </a:lnTo>
                <a:lnTo>
                  <a:pt x="48221" y="2600439"/>
                </a:lnTo>
                <a:close/>
              </a:path>
              <a:path w="96519" h="2615565">
                <a:moveTo>
                  <a:pt x="48221" y="2615565"/>
                </a:moveTo>
                <a:lnTo>
                  <a:pt x="482" y="2533726"/>
                </a:lnTo>
                <a:lnTo>
                  <a:pt x="0" y="2532316"/>
                </a:lnTo>
                <a:lnTo>
                  <a:pt x="88" y="2530830"/>
                </a:lnTo>
                <a:lnTo>
                  <a:pt x="736" y="2529497"/>
                </a:lnTo>
                <a:lnTo>
                  <a:pt x="1854" y="2528506"/>
                </a:lnTo>
                <a:lnTo>
                  <a:pt x="3263" y="2528023"/>
                </a:lnTo>
                <a:lnTo>
                  <a:pt x="4737" y="2528112"/>
                </a:lnTo>
                <a:lnTo>
                  <a:pt x="6083" y="2528773"/>
                </a:lnTo>
                <a:lnTo>
                  <a:pt x="7061" y="2529878"/>
                </a:lnTo>
                <a:lnTo>
                  <a:pt x="44411" y="2593907"/>
                </a:lnTo>
                <a:lnTo>
                  <a:pt x="44411" y="2608008"/>
                </a:lnTo>
                <a:lnTo>
                  <a:pt x="52629" y="2608008"/>
                </a:lnTo>
                <a:lnTo>
                  <a:pt x="48221" y="2615565"/>
                </a:lnTo>
                <a:close/>
              </a:path>
              <a:path w="96519" h="2615565">
                <a:moveTo>
                  <a:pt x="52629" y="2608008"/>
                </a:moveTo>
                <a:lnTo>
                  <a:pt x="52031" y="2608008"/>
                </a:lnTo>
                <a:lnTo>
                  <a:pt x="52031" y="2593907"/>
                </a:lnTo>
                <a:lnTo>
                  <a:pt x="89382" y="2529878"/>
                </a:lnTo>
                <a:lnTo>
                  <a:pt x="90360" y="2528773"/>
                </a:lnTo>
                <a:lnTo>
                  <a:pt x="91706" y="2528112"/>
                </a:lnTo>
                <a:lnTo>
                  <a:pt x="93179" y="2528023"/>
                </a:lnTo>
                <a:lnTo>
                  <a:pt x="94589" y="2528506"/>
                </a:lnTo>
                <a:lnTo>
                  <a:pt x="95707" y="2529497"/>
                </a:lnTo>
                <a:lnTo>
                  <a:pt x="96354" y="2530830"/>
                </a:lnTo>
                <a:lnTo>
                  <a:pt x="96443" y="2532316"/>
                </a:lnTo>
                <a:lnTo>
                  <a:pt x="95961" y="2533726"/>
                </a:lnTo>
                <a:lnTo>
                  <a:pt x="52629" y="2608008"/>
                </a:lnTo>
                <a:close/>
              </a:path>
              <a:path w="96519" h="2615565">
                <a:moveTo>
                  <a:pt x="52031" y="2608008"/>
                </a:moveTo>
                <a:lnTo>
                  <a:pt x="44411" y="2608008"/>
                </a:lnTo>
                <a:lnTo>
                  <a:pt x="44411" y="2593907"/>
                </a:lnTo>
                <a:lnTo>
                  <a:pt x="48221" y="2600439"/>
                </a:lnTo>
                <a:lnTo>
                  <a:pt x="44932" y="2606078"/>
                </a:lnTo>
                <a:lnTo>
                  <a:pt x="52031" y="2606078"/>
                </a:lnTo>
                <a:lnTo>
                  <a:pt x="52031" y="2608008"/>
                </a:lnTo>
                <a:close/>
              </a:path>
              <a:path w="96519" h="2615565">
                <a:moveTo>
                  <a:pt x="52031" y="2606078"/>
                </a:moveTo>
                <a:lnTo>
                  <a:pt x="51511" y="2606078"/>
                </a:lnTo>
                <a:lnTo>
                  <a:pt x="48221" y="2600439"/>
                </a:lnTo>
                <a:lnTo>
                  <a:pt x="52031" y="2593907"/>
                </a:lnTo>
                <a:lnTo>
                  <a:pt x="52031" y="2606078"/>
                </a:lnTo>
                <a:close/>
              </a:path>
              <a:path w="96519" h="2615565">
                <a:moveTo>
                  <a:pt x="51511" y="2606078"/>
                </a:moveTo>
                <a:lnTo>
                  <a:pt x="44932" y="2606078"/>
                </a:lnTo>
                <a:lnTo>
                  <a:pt x="48221" y="2600439"/>
                </a:lnTo>
                <a:lnTo>
                  <a:pt x="51511" y="26060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90880" y="2783839"/>
          <a:ext cx="10819130" cy="331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15"/>
                <a:gridCol w="3600450"/>
                <a:gridCol w="3599815"/>
              </a:tblGrid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号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运算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描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述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  <a:spcBef>
                          <a:spcPts val="229"/>
                        </a:spcBef>
                        <a:tabLst>
                          <a:tab pos="1744980" algn="l"/>
                        </a:tabLst>
                      </a:pPr>
                      <a:r>
                        <a:rPr dirty="0" baseline="-23148" sz="2700" spc="-15" b="1">
                          <a:latin typeface="宋体"/>
                          <a:cs typeface="宋体"/>
                        </a:rPr>
                        <a:t>高	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1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**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幂运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算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2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*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/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//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、%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乘、除、取整除、取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模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3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+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、-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加、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减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4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==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!=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&gt;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&lt;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&gt;=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、&lt;=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比较运算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5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is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、is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in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、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r>
                        <a:rPr dirty="0" sz="1700" spc="-15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>
                          <a:latin typeface="宋体"/>
                          <a:cs typeface="宋体"/>
                        </a:rPr>
                        <a:t>in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身份运算符、成员运算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6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not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逻辑运算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7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and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逻辑运算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67029">
                <a:tc>
                  <a:txBody>
                    <a:bodyPr/>
                    <a:lstStyle/>
                    <a:p>
                      <a:pPr marL="698500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1744980" algn="l"/>
                        </a:tabLst>
                      </a:pPr>
                      <a:r>
                        <a:rPr dirty="0" sz="1800" spc="-10" b="1">
                          <a:latin typeface="宋体"/>
                          <a:cs typeface="宋体"/>
                        </a:rPr>
                        <a:t>低	</a:t>
                      </a:r>
                      <a:r>
                        <a:rPr dirty="0" baseline="-3267" sz="2550">
                          <a:latin typeface="宋体"/>
                          <a:cs typeface="宋体"/>
                        </a:rPr>
                        <a:t>8</a:t>
                      </a:r>
                      <a:endParaRPr baseline="-3267" sz="2550">
                        <a:latin typeface="宋体"/>
                        <a:cs typeface="宋体"/>
                      </a:endParaRPr>
                    </a:p>
                  </a:txBody>
                  <a:tcPr marL="0" marR="0" marB="0" marT="139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or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逻辑运算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符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运算优先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123"/>
                </a:lnTo>
                <a:lnTo>
                  <a:pt x="36395" y="719108"/>
                </a:lnTo>
                <a:lnTo>
                  <a:pt x="9600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600" y="77234"/>
                </a:lnTo>
                <a:lnTo>
                  <a:pt x="36395" y="37061"/>
                </a:lnTo>
                <a:lnTo>
                  <a:pt x="76234" y="9981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9981"/>
                </a:lnTo>
                <a:lnTo>
                  <a:pt x="10762668" y="37061"/>
                </a:lnTo>
                <a:lnTo>
                  <a:pt x="10789463" y="77234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3" y="678869"/>
                </a:lnTo>
                <a:lnTo>
                  <a:pt x="10762668" y="719108"/>
                </a:lnTo>
                <a:lnTo>
                  <a:pt x="10722829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63192"/>
            <a:ext cx="99802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运算优先级简化记忆：“从左往右看，括号优先算，先乘除后加减，再比较，再逻辑”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22464" y="3543300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4319" y="950976"/>
                </a:moveTo>
                <a:lnTo>
                  <a:pt x="274319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19" y="237744"/>
                </a:lnTo>
                <a:lnTo>
                  <a:pt x="274319" y="0"/>
                </a:lnTo>
                <a:lnTo>
                  <a:pt x="547115" y="475488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60180" y="2839211"/>
            <a:ext cx="2435860" cy="2592705"/>
          </a:xfrm>
          <a:custGeom>
            <a:avLst/>
            <a:gdLst/>
            <a:ahLst/>
            <a:cxnLst/>
            <a:rect l="l" t="t" r="r" b="b"/>
            <a:pathLst>
              <a:path w="2435859" h="2592704">
                <a:moveTo>
                  <a:pt x="2029968" y="2592324"/>
                </a:moveTo>
                <a:lnTo>
                  <a:pt x="405384" y="2592324"/>
                </a:lnTo>
                <a:lnTo>
                  <a:pt x="358156" y="2589473"/>
                </a:lnTo>
                <a:lnTo>
                  <a:pt x="312516" y="2581379"/>
                </a:lnTo>
                <a:lnTo>
                  <a:pt x="268770" y="2568345"/>
                </a:lnTo>
                <a:lnTo>
                  <a:pt x="227222" y="2550672"/>
                </a:lnTo>
                <a:lnTo>
                  <a:pt x="188180" y="2528664"/>
                </a:lnTo>
                <a:lnTo>
                  <a:pt x="151948" y="2502623"/>
                </a:lnTo>
                <a:lnTo>
                  <a:pt x="118833" y="2472851"/>
                </a:lnTo>
                <a:lnTo>
                  <a:pt x="89142" y="2439652"/>
                </a:lnTo>
                <a:lnTo>
                  <a:pt x="63178" y="2403327"/>
                </a:lnTo>
                <a:lnTo>
                  <a:pt x="41250" y="2364180"/>
                </a:lnTo>
                <a:lnTo>
                  <a:pt x="23662" y="2322513"/>
                </a:lnTo>
                <a:lnTo>
                  <a:pt x="10720" y="2278628"/>
                </a:lnTo>
                <a:lnTo>
                  <a:pt x="2731" y="2232828"/>
                </a:lnTo>
                <a:lnTo>
                  <a:pt x="0" y="2185416"/>
                </a:lnTo>
                <a:lnTo>
                  <a:pt x="0" y="406907"/>
                </a:lnTo>
                <a:lnTo>
                  <a:pt x="2731" y="359478"/>
                </a:lnTo>
                <a:lnTo>
                  <a:pt x="10720" y="313663"/>
                </a:lnTo>
                <a:lnTo>
                  <a:pt x="23662" y="269765"/>
                </a:lnTo>
                <a:lnTo>
                  <a:pt x="41250" y="228089"/>
                </a:lnTo>
                <a:lnTo>
                  <a:pt x="63178" y="188934"/>
                </a:lnTo>
                <a:lnTo>
                  <a:pt x="89142" y="152606"/>
                </a:lnTo>
                <a:lnTo>
                  <a:pt x="118833" y="119405"/>
                </a:lnTo>
                <a:lnTo>
                  <a:pt x="151948" y="89635"/>
                </a:lnTo>
                <a:lnTo>
                  <a:pt x="188180" y="63598"/>
                </a:lnTo>
                <a:lnTo>
                  <a:pt x="227222" y="41596"/>
                </a:lnTo>
                <a:lnTo>
                  <a:pt x="268770" y="23933"/>
                </a:lnTo>
                <a:lnTo>
                  <a:pt x="312516" y="10911"/>
                </a:lnTo>
                <a:lnTo>
                  <a:pt x="358156" y="2832"/>
                </a:lnTo>
                <a:lnTo>
                  <a:pt x="405384" y="0"/>
                </a:lnTo>
                <a:lnTo>
                  <a:pt x="2029968" y="0"/>
                </a:lnTo>
                <a:lnTo>
                  <a:pt x="2077296" y="2832"/>
                </a:lnTo>
                <a:lnTo>
                  <a:pt x="2123021" y="10911"/>
                </a:lnTo>
                <a:lnTo>
                  <a:pt x="2166838" y="23933"/>
                </a:lnTo>
                <a:lnTo>
                  <a:pt x="2208440" y="41596"/>
                </a:lnTo>
                <a:lnTo>
                  <a:pt x="2247521" y="63598"/>
                </a:lnTo>
                <a:lnTo>
                  <a:pt x="2283776" y="89635"/>
                </a:lnTo>
                <a:lnTo>
                  <a:pt x="2316899" y="119405"/>
                </a:lnTo>
                <a:lnTo>
                  <a:pt x="2346583" y="152606"/>
                </a:lnTo>
                <a:lnTo>
                  <a:pt x="2372523" y="188934"/>
                </a:lnTo>
                <a:lnTo>
                  <a:pt x="2394412" y="228089"/>
                </a:lnTo>
                <a:lnTo>
                  <a:pt x="2411946" y="269765"/>
                </a:lnTo>
                <a:lnTo>
                  <a:pt x="2424818" y="313663"/>
                </a:lnTo>
                <a:lnTo>
                  <a:pt x="2432721" y="359478"/>
                </a:lnTo>
                <a:lnTo>
                  <a:pt x="2435352" y="406907"/>
                </a:lnTo>
                <a:lnTo>
                  <a:pt x="2435352" y="2185416"/>
                </a:lnTo>
                <a:lnTo>
                  <a:pt x="2432721" y="2232828"/>
                </a:lnTo>
                <a:lnTo>
                  <a:pt x="2424818" y="2278628"/>
                </a:lnTo>
                <a:lnTo>
                  <a:pt x="2411946" y="2322513"/>
                </a:lnTo>
                <a:lnTo>
                  <a:pt x="2394412" y="2364180"/>
                </a:lnTo>
                <a:lnTo>
                  <a:pt x="2372523" y="2403327"/>
                </a:lnTo>
                <a:lnTo>
                  <a:pt x="2346583" y="2439652"/>
                </a:lnTo>
                <a:lnTo>
                  <a:pt x="2316899" y="2472851"/>
                </a:lnTo>
                <a:lnTo>
                  <a:pt x="2283776" y="2502623"/>
                </a:lnTo>
                <a:lnTo>
                  <a:pt x="2247521" y="2528664"/>
                </a:lnTo>
                <a:lnTo>
                  <a:pt x="2208440" y="2550672"/>
                </a:lnTo>
                <a:lnTo>
                  <a:pt x="2166838" y="2568345"/>
                </a:lnTo>
                <a:lnTo>
                  <a:pt x="2123021" y="2581379"/>
                </a:lnTo>
                <a:lnTo>
                  <a:pt x="2077296" y="2589473"/>
                </a:lnTo>
                <a:lnTo>
                  <a:pt x="2029968" y="25923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756520" y="3352368"/>
            <a:ext cx="104076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 </a:t>
            </a:r>
            <a:r>
              <a:rPr dirty="0" sz="1600" spc="-5">
                <a:latin typeface="宋体"/>
                <a:cs typeface="宋体"/>
              </a:rPr>
              <a:t>110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5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3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2723388"/>
            <a:ext cx="6052185" cy="2825750"/>
          </a:xfrm>
          <a:custGeom>
            <a:avLst/>
            <a:gdLst/>
            <a:ahLst/>
            <a:cxnLst/>
            <a:rect l="l" t="t" r="r" b="b"/>
            <a:pathLst>
              <a:path w="6052184" h="2825750">
                <a:moveTo>
                  <a:pt x="5580887" y="2825496"/>
                </a:moveTo>
                <a:lnTo>
                  <a:pt x="470916" y="2825496"/>
                </a:lnTo>
                <a:lnTo>
                  <a:pt x="422681" y="2823019"/>
                </a:lnTo>
                <a:lnTo>
                  <a:pt x="375849" y="2815844"/>
                </a:lnTo>
                <a:lnTo>
                  <a:pt x="330655" y="2804206"/>
                </a:lnTo>
                <a:lnTo>
                  <a:pt x="287337" y="2788343"/>
                </a:lnTo>
                <a:lnTo>
                  <a:pt x="246131" y="2768490"/>
                </a:lnTo>
                <a:lnTo>
                  <a:pt x="207274" y="2744886"/>
                </a:lnTo>
                <a:lnTo>
                  <a:pt x="171003" y="2717767"/>
                </a:lnTo>
                <a:lnTo>
                  <a:pt x="137555" y="2687369"/>
                </a:lnTo>
                <a:lnTo>
                  <a:pt x="107166" y="2653929"/>
                </a:lnTo>
                <a:lnTo>
                  <a:pt x="80073" y="2617685"/>
                </a:lnTo>
                <a:lnTo>
                  <a:pt x="56513" y="2578873"/>
                </a:lnTo>
                <a:lnTo>
                  <a:pt x="36724" y="2537729"/>
                </a:lnTo>
                <a:lnTo>
                  <a:pt x="20941" y="2494491"/>
                </a:lnTo>
                <a:lnTo>
                  <a:pt x="9401" y="2449396"/>
                </a:lnTo>
                <a:lnTo>
                  <a:pt x="2342" y="2402680"/>
                </a:lnTo>
                <a:lnTo>
                  <a:pt x="0" y="2354579"/>
                </a:lnTo>
                <a:lnTo>
                  <a:pt x="0" y="470916"/>
                </a:lnTo>
                <a:lnTo>
                  <a:pt x="2342" y="422681"/>
                </a:lnTo>
                <a:lnTo>
                  <a:pt x="9401" y="375849"/>
                </a:lnTo>
                <a:lnTo>
                  <a:pt x="20941" y="330655"/>
                </a:lnTo>
                <a:lnTo>
                  <a:pt x="36724" y="287337"/>
                </a:lnTo>
                <a:lnTo>
                  <a:pt x="56513" y="246131"/>
                </a:lnTo>
                <a:lnTo>
                  <a:pt x="80073" y="207274"/>
                </a:lnTo>
                <a:lnTo>
                  <a:pt x="107166" y="171003"/>
                </a:lnTo>
                <a:lnTo>
                  <a:pt x="137555" y="137555"/>
                </a:lnTo>
                <a:lnTo>
                  <a:pt x="171003" y="107166"/>
                </a:lnTo>
                <a:lnTo>
                  <a:pt x="207274" y="80073"/>
                </a:lnTo>
                <a:lnTo>
                  <a:pt x="246131" y="56513"/>
                </a:lnTo>
                <a:lnTo>
                  <a:pt x="287337" y="36724"/>
                </a:lnTo>
                <a:lnTo>
                  <a:pt x="330655" y="20941"/>
                </a:lnTo>
                <a:lnTo>
                  <a:pt x="375849" y="9401"/>
                </a:lnTo>
                <a:lnTo>
                  <a:pt x="422681" y="2342"/>
                </a:lnTo>
                <a:lnTo>
                  <a:pt x="470916" y="0"/>
                </a:lnTo>
                <a:lnTo>
                  <a:pt x="5580887" y="0"/>
                </a:lnTo>
                <a:lnTo>
                  <a:pt x="5629010" y="2342"/>
                </a:lnTo>
                <a:lnTo>
                  <a:pt x="5675746" y="9401"/>
                </a:lnTo>
                <a:lnTo>
                  <a:pt x="5720857" y="20941"/>
                </a:lnTo>
                <a:lnTo>
                  <a:pt x="5764109" y="36724"/>
                </a:lnTo>
                <a:lnTo>
                  <a:pt x="5805263" y="56513"/>
                </a:lnTo>
                <a:lnTo>
                  <a:pt x="5844082" y="80073"/>
                </a:lnTo>
                <a:lnTo>
                  <a:pt x="5880331" y="107166"/>
                </a:lnTo>
                <a:lnTo>
                  <a:pt x="5913772" y="137555"/>
                </a:lnTo>
                <a:lnTo>
                  <a:pt x="5944168" y="171003"/>
                </a:lnTo>
                <a:lnTo>
                  <a:pt x="5971283" y="207274"/>
                </a:lnTo>
                <a:lnTo>
                  <a:pt x="5994880" y="246131"/>
                </a:lnTo>
                <a:lnTo>
                  <a:pt x="6014722" y="287337"/>
                </a:lnTo>
                <a:lnTo>
                  <a:pt x="6030572" y="330655"/>
                </a:lnTo>
                <a:lnTo>
                  <a:pt x="6042194" y="375849"/>
                </a:lnTo>
                <a:lnTo>
                  <a:pt x="6049350" y="422681"/>
                </a:lnTo>
                <a:lnTo>
                  <a:pt x="6051804" y="470916"/>
                </a:lnTo>
                <a:lnTo>
                  <a:pt x="6051804" y="2354579"/>
                </a:lnTo>
                <a:lnTo>
                  <a:pt x="6049350" y="2402680"/>
                </a:lnTo>
                <a:lnTo>
                  <a:pt x="6042194" y="2449396"/>
                </a:lnTo>
                <a:lnTo>
                  <a:pt x="6030572" y="2494491"/>
                </a:lnTo>
                <a:lnTo>
                  <a:pt x="6014722" y="2537729"/>
                </a:lnTo>
                <a:lnTo>
                  <a:pt x="5994880" y="2578873"/>
                </a:lnTo>
                <a:lnTo>
                  <a:pt x="5971283" y="2617685"/>
                </a:lnTo>
                <a:lnTo>
                  <a:pt x="5944168" y="2653929"/>
                </a:lnTo>
                <a:lnTo>
                  <a:pt x="5913772" y="2687369"/>
                </a:lnTo>
                <a:lnTo>
                  <a:pt x="5880331" y="2717767"/>
                </a:lnTo>
                <a:lnTo>
                  <a:pt x="5844082" y="2744886"/>
                </a:lnTo>
                <a:lnTo>
                  <a:pt x="5805263" y="2768490"/>
                </a:lnTo>
                <a:lnTo>
                  <a:pt x="5764109" y="2788343"/>
                </a:lnTo>
                <a:lnTo>
                  <a:pt x="5720857" y="2804206"/>
                </a:lnTo>
                <a:lnTo>
                  <a:pt x="5675746" y="2815844"/>
                </a:lnTo>
                <a:lnTo>
                  <a:pt x="5629010" y="2823019"/>
                </a:lnTo>
                <a:lnTo>
                  <a:pt x="5580887" y="282549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5487" y="256184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6200" y="463295"/>
                </a:lnTo>
                <a:lnTo>
                  <a:pt x="46455" y="457216"/>
                </a:lnTo>
                <a:lnTo>
                  <a:pt x="22117" y="440607"/>
                </a:lnTo>
                <a:lnTo>
                  <a:pt x="5769" y="415911"/>
                </a:lnTo>
                <a:lnTo>
                  <a:pt x="0" y="385571"/>
                </a:lnTo>
                <a:lnTo>
                  <a:pt x="0" y="77723"/>
                </a:lnTo>
                <a:lnTo>
                  <a:pt x="5769" y="47241"/>
                </a:lnTo>
                <a:lnTo>
                  <a:pt x="22117" y="22498"/>
                </a:lnTo>
                <a:lnTo>
                  <a:pt x="46455" y="5936"/>
                </a:lnTo>
                <a:lnTo>
                  <a:pt x="76200" y="0"/>
                </a:lnTo>
                <a:lnTo>
                  <a:pt x="1085088" y="0"/>
                </a:lnTo>
                <a:lnTo>
                  <a:pt x="1115070" y="5936"/>
                </a:lnTo>
                <a:lnTo>
                  <a:pt x="1139647" y="22498"/>
                </a:lnTo>
                <a:lnTo>
                  <a:pt x="1156375" y="47241"/>
                </a:lnTo>
                <a:lnTo>
                  <a:pt x="1162812" y="77723"/>
                </a:lnTo>
                <a:lnTo>
                  <a:pt x="1162812" y="385571"/>
                </a:lnTo>
                <a:lnTo>
                  <a:pt x="1156375" y="415911"/>
                </a:lnTo>
                <a:lnTo>
                  <a:pt x="1139647" y="440607"/>
                </a:lnTo>
                <a:lnTo>
                  <a:pt x="1115070" y="457216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5876" y="2647721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1869" y="3162300"/>
            <a:ext cx="5105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2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先计算</a:t>
            </a:r>
            <a:r>
              <a:rPr dirty="0" sz="1600" spc="-5">
                <a:latin typeface="宋体"/>
                <a:cs typeface="宋体"/>
              </a:rPr>
              <a:t>3**3=27，</a:t>
            </a:r>
            <a:r>
              <a:rPr dirty="0" sz="1600">
                <a:latin typeface="宋体"/>
                <a:cs typeface="宋体"/>
              </a:rPr>
              <a:t>再计算</a:t>
            </a:r>
            <a:r>
              <a:rPr dirty="0" sz="1600" spc="-5">
                <a:latin typeface="宋体"/>
                <a:cs typeface="宋体"/>
              </a:rPr>
              <a:t>270/27=10，</a:t>
            </a:r>
            <a:r>
              <a:rPr dirty="0" sz="1600">
                <a:latin typeface="宋体"/>
                <a:cs typeface="宋体"/>
              </a:rPr>
              <a:t>再计算</a:t>
            </a:r>
            <a:r>
              <a:rPr dirty="0" sz="1600" spc="-5">
                <a:latin typeface="宋体"/>
                <a:cs typeface="宋体"/>
              </a:rPr>
              <a:t>120-10=110  print(120-270/3**3)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1869" y="3893820"/>
            <a:ext cx="53086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括号优先</a:t>
            </a:r>
            <a:r>
              <a:rPr dirty="0" sz="1600" spc="-5">
                <a:latin typeface="宋体"/>
                <a:cs typeface="宋体"/>
              </a:rPr>
              <a:t>(5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and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2)</a:t>
            </a:r>
            <a:r>
              <a:rPr dirty="0" sz="1600">
                <a:latin typeface="宋体"/>
                <a:cs typeface="宋体"/>
              </a:rPr>
              <a:t>结果为</a:t>
            </a:r>
            <a:r>
              <a:rPr dirty="0" sz="1600" spc="-5">
                <a:latin typeface="宋体"/>
                <a:cs typeface="宋体"/>
              </a:rPr>
              <a:t>2，</a:t>
            </a:r>
            <a:r>
              <a:rPr dirty="0" sz="1600">
                <a:latin typeface="宋体"/>
                <a:cs typeface="宋体"/>
              </a:rPr>
              <a:t>再计算</a:t>
            </a:r>
            <a:r>
              <a:rPr dirty="0" sz="1600" spc="-5">
                <a:latin typeface="宋体"/>
                <a:cs typeface="宋体"/>
              </a:rPr>
              <a:t>9/3=3，</a:t>
            </a:r>
            <a:r>
              <a:rPr dirty="0" sz="1600">
                <a:latin typeface="宋体"/>
                <a:cs typeface="宋体"/>
              </a:rPr>
              <a:t>再计算</a:t>
            </a:r>
            <a:r>
              <a:rPr dirty="0" sz="1600" spc="-5">
                <a:latin typeface="宋体"/>
                <a:cs typeface="宋体"/>
              </a:rPr>
              <a:t>2+3=5  print((5 and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2)+9/3)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1869" y="4625339"/>
            <a:ext cx="48006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先计算</a:t>
            </a:r>
            <a:r>
              <a:rPr dirty="0" sz="1600" spc="-5">
                <a:latin typeface="宋体"/>
                <a:cs typeface="宋体"/>
              </a:rPr>
              <a:t>(5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and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3)</a:t>
            </a:r>
            <a:r>
              <a:rPr dirty="0" sz="1600">
                <a:latin typeface="宋体"/>
                <a:cs typeface="宋体"/>
              </a:rPr>
              <a:t>结果为</a:t>
            </a:r>
            <a:r>
              <a:rPr dirty="0" sz="1600" spc="-5">
                <a:latin typeface="宋体"/>
                <a:cs typeface="宋体"/>
              </a:rPr>
              <a:t>3，</a:t>
            </a:r>
            <a:r>
              <a:rPr dirty="0" sz="1600">
                <a:latin typeface="宋体"/>
                <a:cs typeface="宋体"/>
              </a:rPr>
              <a:t>再计算</a:t>
            </a:r>
            <a:r>
              <a:rPr dirty="0" sz="1600" spc="-5">
                <a:latin typeface="宋体"/>
                <a:cs typeface="宋体"/>
              </a:rPr>
              <a:t>(0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or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3)</a:t>
            </a:r>
            <a:r>
              <a:rPr dirty="0" sz="1600">
                <a:latin typeface="宋体"/>
                <a:cs typeface="宋体"/>
              </a:rPr>
              <a:t>结果为</a:t>
            </a:r>
            <a:r>
              <a:rPr dirty="0" sz="1600" spc="-5">
                <a:latin typeface="宋体"/>
                <a:cs typeface="宋体"/>
              </a:rPr>
              <a:t>3  print(0 or 5 and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3)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数据类型</a:t>
            </a:r>
            <a:r>
              <a:rPr dirty="0" sz="2000">
                <a:latin typeface="宋体"/>
                <a:cs typeface="宋体"/>
              </a:rPr>
              <a:t>：字符串、数值、列表、元组、字典、集合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数值类型</a:t>
            </a:r>
            <a:r>
              <a:rPr dirty="0" sz="2000">
                <a:latin typeface="宋体"/>
                <a:cs typeface="宋体"/>
              </a:rPr>
              <a:t>：整型、浮点型、布尔值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marR="270510" indent="-342900">
              <a:lnSpc>
                <a:spcPct val="150000"/>
              </a:lnSpc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运算符</a:t>
            </a:r>
            <a:r>
              <a:rPr dirty="0" sz="2000">
                <a:latin typeface="宋体"/>
                <a:cs typeface="宋体"/>
              </a:rPr>
              <a:t>：算术运算符、赋值运算符、比较运算符、逻辑运算符、成员运算符、身</a:t>
            </a:r>
            <a:r>
              <a:rPr dirty="0" sz="2000">
                <a:latin typeface="宋体"/>
                <a:cs typeface="宋体"/>
              </a:rPr>
              <a:t>份 </a:t>
            </a:r>
            <a:r>
              <a:rPr dirty="0" sz="2000">
                <a:latin typeface="宋体"/>
                <a:cs typeface="宋体"/>
              </a:rPr>
              <a:t>运算符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运算优先级：</a:t>
            </a:r>
            <a:r>
              <a:rPr dirty="0" sz="2000">
                <a:latin typeface="宋体"/>
                <a:cs typeface="宋体"/>
              </a:rPr>
              <a:t>从左往右看，括号优先算，先乘除后加减，再比较，再逻辑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3" name="object 3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2022-02-15T06:54:42Z</dcterms:created>
  <dcterms:modified xsi:type="dcterms:W3CDTF">2022-02-15T06:54:42Z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2020-11-26T00:00:00Z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