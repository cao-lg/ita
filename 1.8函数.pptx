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jpg" ContentType="image/jp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F8F8F8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F8F8F8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9334500" y="0"/>
            <a:ext cx="2857500" cy="15026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1327403" y="2189988"/>
            <a:ext cx="9674860" cy="1781810"/>
          </a:xfrm>
          <a:custGeom>
            <a:avLst/>
            <a:gdLst/>
            <a:ahLst/>
            <a:cxnLst/>
            <a:rect l="l" t="t" r="r" b="b"/>
            <a:pathLst>
              <a:path w="9674860" h="1781810">
                <a:moveTo>
                  <a:pt x="0" y="0"/>
                </a:moveTo>
                <a:lnTo>
                  <a:pt x="9674352" y="0"/>
                </a:lnTo>
                <a:lnTo>
                  <a:pt x="9674352" y="1781556"/>
                </a:lnTo>
                <a:lnTo>
                  <a:pt x="0" y="1781556"/>
                </a:lnTo>
                <a:lnTo>
                  <a:pt x="0" y="0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F8F8F8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3332988" y="0"/>
            <a:ext cx="8859520" cy="6858000"/>
          </a:xfrm>
          <a:custGeom>
            <a:avLst/>
            <a:gdLst/>
            <a:ahLst/>
            <a:cxnLst/>
            <a:rect l="l" t="t" r="r" b="b"/>
            <a:pathLst>
              <a:path w="8859520" h="6858000">
                <a:moveTo>
                  <a:pt x="0" y="6858000"/>
                </a:moveTo>
                <a:lnTo>
                  <a:pt x="8859012" y="6858000"/>
                </a:lnTo>
                <a:lnTo>
                  <a:pt x="885901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0" y="0"/>
            <a:ext cx="885825" cy="6858000"/>
          </a:xfrm>
          <a:custGeom>
            <a:avLst/>
            <a:gdLst/>
            <a:ahLst/>
            <a:cxnLst/>
            <a:rect l="l" t="t" r="r" b="b"/>
            <a:pathLst>
              <a:path w="885825" h="6858000">
                <a:moveTo>
                  <a:pt x="0" y="6858000"/>
                </a:moveTo>
                <a:lnTo>
                  <a:pt x="885444" y="6858000"/>
                </a:lnTo>
                <a:lnTo>
                  <a:pt x="885444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9334500" y="0"/>
            <a:ext cx="2857500" cy="15026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885444" y="0"/>
            <a:ext cx="2447925" cy="6858000"/>
          </a:xfrm>
          <a:custGeom>
            <a:avLst/>
            <a:gdLst/>
            <a:ahLst/>
            <a:cxnLst/>
            <a:rect l="l" t="t" r="r" b="b"/>
            <a:pathLst>
              <a:path w="2447925" h="6858000">
                <a:moveTo>
                  <a:pt x="0" y="0"/>
                </a:moveTo>
                <a:lnTo>
                  <a:pt x="2447544" y="0"/>
                </a:lnTo>
                <a:lnTo>
                  <a:pt x="244754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827532" y="2106167"/>
            <a:ext cx="2185670" cy="2646045"/>
          </a:xfrm>
          <a:custGeom>
            <a:avLst/>
            <a:gdLst/>
            <a:ahLst/>
            <a:cxnLst/>
            <a:rect l="l" t="t" r="r" b="b"/>
            <a:pathLst>
              <a:path w="2185670" h="2646045">
                <a:moveTo>
                  <a:pt x="0" y="0"/>
                </a:moveTo>
                <a:lnTo>
                  <a:pt x="2185416" y="0"/>
                </a:lnTo>
                <a:lnTo>
                  <a:pt x="2185416" y="2645663"/>
                </a:lnTo>
                <a:lnTo>
                  <a:pt x="0" y="2645663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9334500" y="0"/>
            <a:ext cx="2857500" cy="150266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318596" y="2584742"/>
            <a:ext cx="3554806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F8F8F8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45908" y="1407007"/>
            <a:ext cx="9969500" cy="29381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334500" y="0"/>
            <a:ext cx="2857500" cy="15026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27403" y="2189988"/>
            <a:ext cx="9674860" cy="1781810"/>
          </a:xfrm>
          <a:custGeom>
            <a:avLst/>
            <a:gdLst/>
            <a:ahLst/>
            <a:cxnLst/>
            <a:rect l="l" t="t" r="r" b="b"/>
            <a:pathLst>
              <a:path w="9674860" h="1781810">
                <a:moveTo>
                  <a:pt x="0" y="0"/>
                </a:moveTo>
                <a:lnTo>
                  <a:pt x="9674352" y="0"/>
                </a:lnTo>
                <a:lnTo>
                  <a:pt x="9674352" y="1781556"/>
                </a:lnTo>
                <a:lnTo>
                  <a:pt x="0" y="1781556"/>
                </a:lnTo>
                <a:lnTo>
                  <a:pt x="0" y="0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311140" y="2574035"/>
            <a:ext cx="1706880" cy="1015365"/>
          </a:xfrm>
          <a:custGeom>
            <a:avLst/>
            <a:gdLst/>
            <a:ahLst/>
            <a:cxnLst/>
            <a:rect l="l" t="t" r="r" b="b"/>
            <a:pathLst>
              <a:path w="1706879" h="1015364">
                <a:moveTo>
                  <a:pt x="0" y="0"/>
                </a:moveTo>
                <a:lnTo>
                  <a:pt x="1706880" y="0"/>
                </a:lnTo>
                <a:lnTo>
                  <a:pt x="1706880" y="1014984"/>
                </a:lnTo>
                <a:lnTo>
                  <a:pt x="0" y="1014984"/>
                </a:lnTo>
                <a:lnTo>
                  <a:pt x="0" y="0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390057" y="2562339"/>
            <a:ext cx="154940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>
                <a:solidFill>
                  <a:srgbClr val="F8F8F8"/>
                </a:solidFill>
                <a:latin typeface="宋体"/>
                <a:cs typeface="宋体"/>
              </a:rPr>
              <a:t>函数</a:t>
            </a:r>
            <a:endParaRPr sz="60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81368" y="990955"/>
            <a:ext cx="1097915" cy="1085215"/>
          </a:xfrm>
          <a:custGeom>
            <a:avLst/>
            <a:gdLst/>
            <a:ahLst/>
            <a:cxnLst/>
            <a:rect l="l" t="t" r="r" b="b"/>
            <a:pathLst>
              <a:path w="1097915" h="1085214">
                <a:moveTo>
                  <a:pt x="1097876" y="1085113"/>
                </a:moveTo>
                <a:lnTo>
                  <a:pt x="0" y="807783"/>
                </a:lnTo>
                <a:lnTo>
                  <a:pt x="788009" y="0"/>
                </a:lnTo>
                <a:lnTo>
                  <a:pt x="792013" y="14020"/>
                </a:lnTo>
                <a:lnTo>
                  <a:pt x="778802" y="14020"/>
                </a:lnTo>
                <a:lnTo>
                  <a:pt x="781806" y="24543"/>
                </a:lnTo>
                <a:lnTo>
                  <a:pt x="27121" y="798169"/>
                </a:lnTo>
                <a:lnTo>
                  <a:pt x="13792" y="798169"/>
                </a:lnTo>
                <a:lnTo>
                  <a:pt x="16789" y="808761"/>
                </a:lnTo>
                <a:lnTo>
                  <a:pt x="55722" y="808761"/>
                </a:lnTo>
                <a:lnTo>
                  <a:pt x="1079610" y="1067402"/>
                </a:lnTo>
                <a:lnTo>
                  <a:pt x="1082636" y="1078001"/>
                </a:lnTo>
                <a:lnTo>
                  <a:pt x="1095845" y="1078001"/>
                </a:lnTo>
                <a:lnTo>
                  <a:pt x="1097876" y="1085113"/>
                </a:lnTo>
                <a:close/>
              </a:path>
              <a:path w="1097915" h="1085214">
                <a:moveTo>
                  <a:pt x="781806" y="24543"/>
                </a:moveTo>
                <a:lnTo>
                  <a:pt x="778802" y="14020"/>
                </a:lnTo>
                <a:lnTo>
                  <a:pt x="789457" y="16700"/>
                </a:lnTo>
                <a:lnTo>
                  <a:pt x="781806" y="24543"/>
                </a:lnTo>
                <a:close/>
              </a:path>
              <a:path w="1097915" h="1085214">
                <a:moveTo>
                  <a:pt x="1095845" y="1078001"/>
                </a:moveTo>
                <a:lnTo>
                  <a:pt x="1082636" y="1078001"/>
                </a:lnTo>
                <a:lnTo>
                  <a:pt x="1090295" y="1070102"/>
                </a:lnTo>
                <a:lnTo>
                  <a:pt x="1079610" y="1067402"/>
                </a:lnTo>
                <a:lnTo>
                  <a:pt x="781806" y="24543"/>
                </a:lnTo>
                <a:lnTo>
                  <a:pt x="789457" y="16700"/>
                </a:lnTo>
                <a:lnTo>
                  <a:pt x="778802" y="14020"/>
                </a:lnTo>
                <a:lnTo>
                  <a:pt x="792013" y="14020"/>
                </a:lnTo>
                <a:lnTo>
                  <a:pt x="1095845" y="1078001"/>
                </a:lnTo>
                <a:close/>
              </a:path>
              <a:path w="1097915" h="1085214">
                <a:moveTo>
                  <a:pt x="16789" y="808761"/>
                </a:moveTo>
                <a:lnTo>
                  <a:pt x="13792" y="798169"/>
                </a:lnTo>
                <a:lnTo>
                  <a:pt x="24486" y="800871"/>
                </a:lnTo>
                <a:lnTo>
                  <a:pt x="16789" y="808761"/>
                </a:lnTo>
                <a:close/>
              </a:path>
              <a:path w="1097915" h="1085214">
                <a:moveTo>
                  <a:pt x="24486" y="800871"/>
                </a:moveTo>
                <a:lnTo>
                  <a:pt x="13792" y="798169"/>
                </a:lnTo>
                <a:lnTo>
                  <a:pt x="27121" y="798169"/>
                </a:lnTo>
                <a:lnTo>
                  <a:pt x="24486" y="800871"/>
                </a:lnTo>
                <a:close/>
              </a:path>
              <a:path w="1097915" h="1085214">
                <a:moveTo>
                  <a:pt x="55722" y="808761"/>
                </a:moveTo>
                <a:lnTo>
                  <a:pt x="16789" y="808761"/>
                </a:lnTo>
                <a:lnTo>
                  <a:pt x="24486" y="800871"/>
                </a:lnTo>
                <a:lnTo>
                  <a:pt x="55722" y="808761"/>
                </a:lnTo>
                <a:close/>
              </a:path>
              <a:path w="1097915" h="1085214">
                <a:moveTo>
                  <a:pt x="1082636" y="1078001"/>
                </a:moveTo>
                <a:lnTo>
                  <a:pt x="1079610" y="1067402"/>
                </a:lnTo>
                <a:lnTo>
                  <a:pt x="1090295" y="1070102"/>
                </a:lnTo>
                <a:lnTo>
                  <a:pt x="1082636" y="1078001"/>
                </a:lnTo>
                <a:close/>
              </a:path>
            </a:pathLst>
          </a:custGeom>
          <a:solidFill>
            <a:srgbClr val="253A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355775" y="204177"/>
            <a:ext cx="1704975" cy="1703070"/>
          </a:xfrm>
          <a:custGeom>
            <a:avLst/>
            <a:gdLst/>
            <a:ahLst/>
            <a:cxnLst/>
            <a:rect l="l" t="t" r="r" b="b"/>
            <a:pathLst>
              <a:path w="1704975" h="1703070">
                <a:moveTo>
                  <a:pt x="456120" y="1702625"/>
                </a:moveTo>
                <a:lnTo>
                  <a:pt x="0" y="0"/>
                </a:lnTo>
                <a:lnTo>
                  <a:pt x="27638" y="7289"/>
                </a:lnTo>
                <a:lnTo>
                  <a:pt x="15100" y="7289"/>
                </a:lnTo>
                <a:lnTo>
                  <a:pt x="7353" y="15074"/>
                </a:lnTo>
                <a:lnTo>
                  <a:pt x="17933" y="17865"/>
                </a:lnTo>
                <a:lnTo>
                  <a:pt x="462677" y="1678042"/>
                </a:lnTo>
                <a:lnTo>
                  <a:pt x="454901" y="1685848"/>
                </a:lnTo>
                <a:lnTo>
                  <a:pt x="465531" y="1688693"/>
                </a:lnTo>
                <a:lnTo>
                  <a:pt x="469998" y="1688693"/>
                </a:lnTo>
                <a:lnTo>
                  <a:pt x="456120" y="1702625"/>
                </a:lnTo>
                <a:close/>
              </a:path>
              <a:path w="1704975" h="1703070">
                <a:moveTo>
                  <a:pt x="17933" y="17865"/>
                </a:moveTo>
                <a:lnTo>
                  <a:pt x="7353" y="15074"/>
                </a:lnTo>
                <a:lnTo>
                  <a:pt x="15100" y="7289"/>
                </a:lnTo>
                <a:lnTo>
                  <a:pt x="17933" y="17865"/>
                </a:lnTo>
                <a:close/>
              </a:path>
              <a:path w="1704975" h="1703070">
                <a:moveTo>
                  <a:pt x="1679822" y="456207"/>
                </a:moveTo>
                <a:lnTo>
                  <a:pt x="17933" y="17865"/>
                </a:lnTo>
                <a:lnTo>
                  <a:pt x="15100" y="7289"/>
                </a:lnTo>
                <a:lnTo>
                  <a:pt x="27638" y="7289"/>
                </a:lnTo>
                <a:lnTo>
                  <a:pt x="1700044" y="448398"/>
                </a:lnTo>
                <a:lnTo>
                  <a:pt x="1687601" y="448398"/>
                </a:lnTo>
                <a:lnTo>
                  <a:pt x="1679822" y="456207"/>
                </a:lnTo>
                <a:close/>
              </a:path>
              <a:path w="1704975" h="1703070">
                <a:moveTo>
                  <a:pt x="1690471" y="459016"/>
                </a:moveTo>
                <a:lnTo>
                  <a:pt x="1679822" y="456207"/>
                </a:lnTo>
                <a:lnTo>
                  <a:pt x="1687601" y="448398"/>
                </a:lnTo>
                <a:lnTo>
                  <a:pt x="1690471" y="459016"/>
                </a:lnTo>
                <a:close/>
              </a:path>
              <a:path w="1704975" h="1703070">
                <a:moveTo>
                  <a:pt x="1694940" y="459016"/>
                </a:moveTo>
                <a:lnTo>
                  <a:pt x="1690471" y="459016"/>
                </a:lnTo>
                <a:lnTo>
                  <a:pt x="1687601" y="448398"/>
                </a:lnTo>
                <a:lnTo>
                  <a:pt x="1700044" y="448398"/>
                </a:lnTo>
                <a:lnTo>
                  <a:pt x="1704378" y="449541"/>
                </a:lnTo>
                <a:lnTo>
                  <a:pt x="1694940" y="459016"/>
                </a:lnTo>
                <a:close/>
              </a:path>
              <a:path w="1704975" h="1703070">
                <a:moveTo>
                  <a:pt x="469998" y="1688693"/>
                </a:moveTo>
                <a:lnTo>
                  <a:pt x="465531" y="1688693"/>
                </a:lnTo>
                <a:lnTo>
                  <a:pt x="462677" y="1678042"/>
                </a:lnTo>
                <a:lnTo>
                  <a:pt x="1679822" y="456207"/>
                </a:lnTo>
                <a:lnTo>
                  <a:pt x="1690471" y="459016"/>
                </a:lnTo>
                <a:lnTo>
                  <a:pt x="1694940" y="459016"/>
                </a:lnTo>
                <a:lnTo>
                  <a:pt x="469998" y="1688693"/>
                </a:lnTo>
                <a:close/>
              </a:path>
              <a:path w="1704975" h="1703070">
                <a:moveTo>
                  <a:pt x="465531" y="1688693"/>
                </a:moveTo>
                <a:lnTo>
                  <a:pt x="454901" y="1685848"/>
                </a:lnTo>
                <a:lnTo>
                  <a:pt x="462677" y="1678042"/>
                </a:lnTo>
                <a:lnTo>
                  <a:pt x="465531" y="1688693"/>
                </a:lnTo>
                <a:close/>
              </a:path>
            </a:pathLst>
          </a:custGeom>
          <a:solidFill>
            <a:srgbClr val="253A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0460990" y="4259198"/>
            <a:ext cx="1703705" cy="1703705"/>
          </a:xfrm>
          <a:custGeom>
            <a:avLst/>
            <a:gdLst/>
            <a:ahLst/>
            <a:cxnLst/>
            <a:rect l="l" t="t" r="r" b="b"/>
            <a:pathLst>
              <a:path w="1703704" h="1703704">
                <a:moveTo>
                  <a:pt x="452818" y="1703501"/>
                </a:moveTo>
                <a:lnTo>
                  <a:pt x="0" y="0"/>
                </a:lnTo>
                <a:lnTo>
                  <a:pt x="27566" y="7327"/>
                </a:lnTo>
                <a:lnTo>
                  <a:pt x="15074" y="7327"/>
                </a:lnTo>
                <a:lnTo>
                  <a:pt x="7315" y="15087"/>
                </a:lnTo>
                <a:lnTo>
                  <a:pt x="17884" y="17897"/>
                </a:lnTo>
                <a:lnTo>
                  <a:pt x="459432" y="1678930"/>
                </a:lnTo>
                <a:lnTo>
                  <a:pt x="451637" y="1686725"/>
                </a:lnTo>
                <a:lnTo>
                  <a:pt x="462267" y="1689595"/>
                </a:lnTo>
                <a:lnTo>
                  <a:pt x="466725" y="1689595"/>
                </a:lnTo>
                <a:lnTo>
                  <a:pt x="452818" y="1703501"/>
                </a:lnTo>
                <a:close/>
              </a:path>
              <a:path w="1703704" h="1703704">
                <a:moveTo>
                  <a:pt x="17884" y="17897"/>
                </a:moveTo>
                <a:lnTo>
                  <a:pt x="7315" y="15087"/>
                </a:lnTo>
                <a:lnTo>
                  <a:pt x="15074" y="7327"/>
                </a:lnTo>
                <a:lnTo>
                  <a:pt x="17884" y="17897"/>
                </a:lnTo>
                <a:close/>
              </a:path>
              <a:path w="1703704" h="1703704">
                <a:moveTo>
                  <a:pt x="1678927" y="459447"/>
                </a:moveTo>
                <a:lnTo>
                  <a:pt x="17884" y="17897"/>
                </a:lnTo>
                <a:lnTo>
                  <a:pt x="15074" y="7327"/>
                </a:lnTo>
                <a:lnTo>
                  <a:pt x="27566" y="7327"/>
                </a:lnTo>
                <a:lnTo>
                  <a:pt x="1699045" y="451650"/>
                </a:lnTo>
                <a:lnTo>
                  <a:pt x="1686725" y="451650"/>
                </a:lnTo>
                <a:lnTo>
                  <a:pt x="1678927" y="459447"/>
                </a:lnTo>
                <a:close/>
              </a:path>
              <a:path w="1703704" h="1703704">
                <a:moveTo>
                  <a:pt x="1689582" y="462279"/>
                </a:moveTo>
                <a:lnTo>
                  <a:pt x="1678927" y="459447"/>
                </a:lnTo>
                <a:lnTo>
                  <a:pt x="1686725" y="451650"/>
                </a:lnTo>
                <a:lnTo>
                  <a:pt x="1689582" y="462279"/>
                </a:lnTo>
                <a:close/>
              </a:path>
              <a:path w="1703704" h="1703704">
                <a:moveTo>
                  <a:pt x="1694040" y="462279"/>
                </a:moveTo>
                <a:lnTo>
                  <a:pt x="1689582" y="462279"/>
                </a:lnTo>
                <a:lnTo>
                  <a:pt x="1686725" y="451650"/>
                </a:lnTo>
                <a:lnTo>
                  <a:pt x="1699045" y="451650"/>
                </a:lnTo>
                <a:lnTo>
                  <a:pt x="1703489" y="452831"/>
                </a:lnTo>
                <a:lnTo>
                  <a:pt x="1694040" y="462279"/>
                </a:lnTo>
                <a:close/>
              </a:path>
              <a:path w="1703704" h="1703704">
                <a:moveTo>
                  <a:pt x="466725" y="1689595"/>
                </a:moveTo>
                <a:lnTo>
                  <a:pt x="462267" y="1689595"/>
                </a:lnTo>
                <a:lnTo>
                  <a:pt x="459432" y="1678930"/>
                </a:lnTo>
                <a:lnTo>
                  <a:pt x="1678927" y="459447"/>
                </a:lnTo>
                <a:lnTo>
                  <a:pt x="1689582" y="462279"/>
                </a:lnTo>
                <a:lnTo>
                  <a:pt x="1694040" y="462279"/>
                </a:lnTo>
                <a:lnTo>
                  <a:pt x="466725" y="1689595"/>
                </a:lnTo>
                <a:close/>
              </a:path>
              <a:path w="1703704" h="1703704">
                <a:moveTo>
                  <a:pt x="462267" y="1689595"/>
                </a:moveTo>
                <a:lnTo>
                  <a:pt x="451637" y="1686725"/>
                </a:lnTo>
                <a:lnTo>
                  <a:pt x="459432" y="1678930"/>
                </a:lnTo>
                <a:lnTo>
                  <a:pt x="462267" y="1689595"/>
                </a:lnTo>
                <a:close/>
              </a:path>
            </a:pathLst>
          </a:custGeom>
          <a:solidFill>
            <a:srgbClr val="253A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1038649" y="5771337"/>
            <a:ext cx="965200" cy="961390"/>
          </a:xfrm>
          <a:custGeom>
            <a:avLst/>
            <a:gdLst/>
            <a:ahLst/>
            <a:cxnLst/>
            <a:rect l="l" t="t" r="r" b="b"/>
            <a:pathLst>
              <a:path w="965200" h="961390">
                <a:moveTo>
                  <a:pt x="964603" y="960780"/>
                </a:moveTo>
                <a:lnTo>
                  <a:pt x="0" y="702322"/>
                </a:lnTo>
                <a:lnTo>
                  <a:pt x="705116" y="0"/>
                </a:lnTo>
                <a:lnTo>
                  <a:pt x="708865" y="13881"/>
                </a:lnTo>
                <a:lnTo>
                  <a:pt x="695706" y="13881"/>
                </a:lnTo>
                <a:lnTo>
                  <a:pt x="698562" y="24456"/>
                </a:lnTo>
                <a:lnTo>
                  <a:pt x="27461" y="692899"/>
                </a:lnTo>
                <a:lnTo>
                  <a:pt x="13931" y="692899"/>
                </a:lnTo>
                <a:lnTo>
                  <a:pt x="16776" y="703541"/>
                </a:lnTo>
                <a:lnTo>
                  <a:pt x="53649" y="703541"/>
                </a:lnTo>
                <a:lnTo>
                  <a:pt x="946591" y="942814"/>
                </a:lnTo>
                <a:lnTo>
                  <a:pt x="949464" y="953452"/>
                </a:lnTo>
                <a:lnTo>
                  <a:pt x="962623" y="953452"/>
                </a:lnTo>
                <a:lnTo>
                  <a:pt x="964603" y="960780"/>
                </a:lnTo>
                <a:close/>
              </a:path>
              <a:path w="965200" h="961390">
                <a:moveTo>
                  <a:pt x="698562" y="24456"/>
                </a:moveTo>
                <a:lnTo>
                  <a:pt x="695706" y="13881"/>
                </a:lnTo>
                <a:lnTo>
                  <a:pt x="706323" y="16725"/>
                </a:lnTo>
                <a:lnTo>
                  <a:pt x="698562" y="24456"/>
                </a:lnTo>
                <a:close/>
              </a:path>
              <a:path w="965200" h="961390">
                <a:moveTo>
                  <a:pt x="962623" y="953452"/>
                </a:moveTo>
                <a:lnTo>
                  <a:pt x="949464" y="953452"/>
                </a:lnTo>
                <a:lnTo>
                  <a:pt x="957237" y="945667"/>
                </a:lnTo>
                <a:lnTo>
                  <a:pt x="946591" y="942814"/>
                </a:lnTo>
                <a:lnTo>
                  <a:pt x="698562" y="24456"/>
                </a:lnTo>
                <a:lnTo>
                  <a:pt x="706323" y="16725"/>
                </a:lnTo>
                <a:lnTo>
                  <a:pt x="695706" y="13881"/>
                </a:lnTo>
                <a:lnTo>
                  <a:pt x="708865" y="13881"/>
                </a:lnTo>
                <a:lnTo>
                  <a:pt x="962623" y="953452"/>
                </a:lnTo>
                <a:close/>
              </a:path>
              <a:path w="965200" h="961390">
                <a:moveTo>
                  <a:pt x="16776" y="703541"/>
                </a:moveTo>
                <a:lnTo>
                  <a:pt x="13931" y="692899"/>
                </a:lnTo>
                <a:lnTo>
                  <a:pt x="24593" y="695756"/>
                </a:lnTo>
                <a:lnTo>
                  <a:pt x="16776" y="703541"/>
                </a:lnTo>
                <a:close/>
              </a:path>
              <a:path w="965200" h="961390">
                <a:moveTo>
                  <a:pt x="24593" y="695756"/>
                </a:moveTo>
                <a:lnTo>
                  <a:pt x="13931" y="692899"/>
                </a:lnTo>
                <a:lnTo>
                  <a:pt x="27461" y="692899"/>
                </a:lnTo>
                <a:lnTo>
                  <a:pt x="24593" y="695756"/>
                </a:lnTo>
                <a:close/>
              </a:path>
              <a:path w="965200" h="961390">
                <a:moveTo>
                  <a:pt x="53649" y="703541"/>
                </a:moveTo>
                <a:lnTo>
                  <a:pt x="16776" y="703541"/>
                </a:lnTo>
                <a:lnTo>
                  <a:pt x="24593" y="695756"/>
                </a:lnTo>
                <a:lnTo>
                  <a:pt x="53649" y="703541"/>
                </a:lnTo>
                <a:close/>
              </a:path>
              <a:path w="965200" h="961390">
                <a:moveTo>
                  <a:pt x="949464" y="953452"/>
                </a:moveTo>
                <a:lnTo>
                  <a:pt x="946591" y="942814"/>
                </a:lnTo>
                <a:lnTo>
                  <a:pt x="957237" y="945667"/>
                </a:lnTo>
                <a:lnTo>
                  <a:pt x="949464" y="953452"/>
                </a:lnTo>
                <a:close/>
              </a:path>
            </a:pathLst>
          </a:custGeom>
          <a:solidFill>
            <a:srgbClr val="253A27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24841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课前回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顾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6468" y="1722120"/>
            <a:ext cx="10799445" cy="3587750"/>
          </a:xfrm>
          <a:custGeom>
            <a:avLst/>
            <a:gdLst/>
            <a:ahLst/>
            <a:cxnLst/>
            <a:rect l="l" t="t" r="r" b="b"/>
            <a:pathLst>
              <a:path w="10799445" h="3587750">
                <a:moveTo>
                  <a:pt x="10201656" y="3587495"/>
                </a:moveTo>
                <a:lnTo>
                  <a:pt x="597407" y="3587495"/>
                </a:lnTo>
                <a:lnTo>
                  <a:pt x="548374" y="3585479"/>
                </a:lnTo>
                <a:lnTo>
                  <a:pt x="500431" y="3579603"/>
                </a:lnTo>
                <a:lnTo>
                  <a:pt x="453734" y="3570021"/>
                </a:lnTo>
                <a:lnTo>
                  <a:pt x="408436" y="3556886"/>
                </a:lnTo>
                <a:lnTo>
                  <a:pt x="364693" y="3540352"/>
                </a:lnTo>
                <a:lnTo>
                  <a:pt x="322659" y="3520572"/>
                </a:lnTo>
                <a:lnTo>
                  <a:pt x="282487" y="3497698"/>
                </a:lnTo>
                <a:lnTo>
                  <a:pt x="244333" y="3471884"/>
                </a:lnTo>
                <a:lnTo>
                  <a:pt x="208350" y="3443284"/>
                </a:lnTo>
                <a:lnTo>
                  <a:pt x="174693" y="3412050"/>
                </a:lnTo>
                <a:lnTo>
                  <a:pt x="143516" y="3378335"/>
                </a:lnTo>
                <a:lnTo>
                  <a:pt x="114974" y="3342294"/>
                </a:lnTo>
                <a:lnTo>
                  <a:pt x="89220" y="3304078"/>
                </a:lnTo>
                <a:lnTo>
                  <a:pt x="66410" y="3263841"/>
                </a:lnTo>
                <a:lnTo>
                  <a:pt x="46698" y="3221737"/>
                </a:lnTo>
                <a:lnTo>
                  <a:pt x="30237" y="3177919"/>
                </a:lnTo>
                <a:lnTo>
                  <a:pt x="17182" y="3132539"/>
                </a:lnTo>
                <a:lnTo>
                  <a:pt x="7688" y="3085751"/>
                </a:lnTo>
                <a:lnTo>
                  <a:pt x="1909" y="3037708"/>
                </a:lnTo>
                <a:lnTo>
                  <a:pt x="0" y="2988564"/>
                </a:lnTo>
                <a:lnTo>
                  <a:pt x="0" y="597407"/>
                </a:lnTo>
                <a:lnTo>
                  <a:pt x="1909" y="548355"/>
                </a:lnTo>
                <a:lnTo>
                  <a:pt x="7688" y="500397"/>
                </a:lnTo>
                <a:lnTo>
                  <a:pt x="17182" y="453685"/>
                </a:lnTo>
                <a:lnTo>
                  <a:pt x="30237" y="408375"/>
                </a:lnTo>
                <a:lnTo>
                  <a:pt x="46698" y="364622"/>
                </a:lnTo>
                <a:lnTo>
                  <a:pt x="66410" y="322579"/>
                </a:lnTo>
                <a:lnTo>
                  <a:pt x="89220" y="282400"/>
                </a:lnTo>
                <a:lnTo>
                  <a:pt x="114974" y="244241"/>
                </a:lnTo>
                <a:lnTo>
                  <a:pt x="143516" y="208255"/>
                </a:lnTo>
                <a:lnTo>
                  <a:pt x="174693" y="174598"/>
                </a:lnTo>
                <a:lnTo>
                  <a:pt x="208350" y="143422"/>
                </a:lnTo>
                <a:lnTo>
                  <a:pt x="244333" y="114882"/>
                </a:lnTo>
                <a:lnTo>
                  <a:pt x="282487" y="89134"/>
                </a:lnTo>
                <a:lnTo>
                  <a:pt x="322659" y="66330"/>
                </a:lnTo>
                <a:lnTo>
                  <a:pt x="364693" y="46626"/>
                </a:lnTo>
                <a:lnTo>
                  <a:pt x="408436" y="30176"/>
                </a:lnTo>
                <a:lnTo>
                  <a:pt x="453734" y="17134"/>
                </a:lnTo>
                <a:lnTo>
                  <a:pt x="500431" y="7654"/>
                </a:lnTo>
                <a:lnTo>
                  <a:pt x="548374" y="1891"/>
                </a:lnTo>
                <a:lnTo>
                  <a:pt x="597407" y="0"/>
                </a:lnTo>
                <a:lnTo>
                  <a:pt x="10201656" y="0"/>
                </a:lnTo>
                <a:lnTo>
                  <a:pt x="10250689" y="1891"/>
                </a:lnTo>
                <a:lnTo>
                  <a:pt x="10298632" y="7654"/>
                </a:lnTo>
                <a:lnTo>
                  <a:pt x="10345329" y="17134"/>
                </a:lnTo>
                <a:lnTo>
                  <a:pt x="10390627" y="30176"/>
                </a:lnTo>
                <a:lnTo>
                  <a:pt x="10434370" y="46626"/>
                </a:lnTo>
                <a:lnTo>
                  <a:pt x="10476404" y="66330"/>
                </a:lnTo>
                <a:lnTo>
                  <a:pt x="10516576" y="89134"/>
                </a:lnTo>
                <a:lnTo>
                  <a:pt x="10554730" y="114882"/>
                </a:lnTo>
                <a:lnTo>
                  <a:pt x="10590713" y="143422"/>
                </a:lnTo>
                <a:lnTo>
                  <a:pt x="10624370" y="174598"/>
                </a:lnTo>
                <a:lnTo>
                  <a:pt x="10655547" y="208255"/>
                </a:lnTo>
                <a:lnTo>
                  <a:pt x="10684089" y="244241"/>
                </a:lnTo>
                <a:lnTo>
                  <a:pt x="10709843" y="282400"/>
                </a:lnTo>
                <a:lnTo>
                  <a:pt x="10732653" y="322579"/>
                </a:lnTo>
                <a:lnTo>
                  <a:pt x="10752365" y="364622"/>
                </a:lnTo>
                <a:lnTo>
                  <a:pt x="10768826" y="408375"/>
                </a:lnTo>
                <a:lnTo>
                  <a:pt x="10781881" y="453685"/>
                </a:lnTo>
                <a:lnTo>
                  <a:pt x="10791375" y="500397"/>
                </a:lnTo>
                <a:lnTo>
                  <a:pt x="10797154" y="548355"/>
                </a:lnTo>
                <a:lnTo>
                  <a:pt x="10799064" y="597407"/>
                </a:lnTo>
                <a:lnTo>
                  <a:pt x="10799064" y="2988564"/>
                </a:lnTo>
                <a:lnTo>
                  <a:pt x="10797154" y="3037708"/>
                </a:lnTo>
                <a:lnTo>
                  <a:pt x="10791375" y="3085751"/>
                </a:lnTo>
                <a:lnTo>
                  <a:pt x="10781881" y="3132539"/>
                </a:lnTo>
                <a:lnTo>
                  <a:pt x="10768826" y="3177919"/>
                </a:lnTo>
                <a:lnTo>
                  <a:pt x="10752365" y="3221737"/>
                </a:lnTo>
                <a:lnTo>
                  <a:pt x="10732653" y="3263841"/>
                </a:lnTo>
                <a:lnTo>
                  <a:pt x="10709843" y="3304078"/>
                </a:lnTo>
                <a:lnTo>
                  <a:pt x="10684089" y="3342294"/>
                </a:lnTo>
                <a:lnTo>
                  <a:pt x="10655547" y="3378335"/>
                </a:lnTo>
                <a:lnTo>
                  <a:pt x="10624370" y="3412050"/>
                </a:lnTo>
                <a:lnTo>
                  <a:pt x="10590713" y="3443284"/>
                </a:lnTo>
                <a:lnTo>
                  <a:pt x="10554730" y="3471884"/>
                </a:lnTo>
                <a:lnTo>
                  <a:pt x="10516576" y="3497698"/>
                </a:lnTo>
                <a:lnTo>
                  <a:pt x="10476404" y="3520572"/>
                </a:lnTo>
                <a:lnTo>
                  <a:pt x="10434370" y="3540352"/>
                </a:lnTo>
                <a:lnTo>
                  <a:pt x="10390627" y="3556886"/>
                </a:lnTo>
                <a:lnTo>
                  <a:pt x="10345329" y="3570021"/>
                </a:lnTo>
                <a:lnTo>
                  <a:pt x="10298632" y="3579603"/>
                </a:lnTo>
                <a:lnTo>
                  <a:pt x="10250689" y="3585479"/>
                </a:lnTo>
                <a:lnTo>
                  <a:pt x="10201656" y="358749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89609" y="1715135"/>
            <a:ext cx="10812780" cy="3594100"/>
          </a:xfrm>
          <a:custGeom>
            <a:avLst/>
            <a:gdLst/>
            <a:ahLst/>
            <a:cxnLst/>
            <a:rect l="l" t="t" r="r" b="b"/>
            <a:pathLst>
              <a:path w="10812780" h="3594100">
                <a:moveTo>
                  <a:pt x="10344912" y="12700"/>
                </a:moveTo>
                <a:lnTo>
                  <a:pt x="467868" y="12700"/>
                </a:lnTo>
                <a:lnTo>
                  <a:pt x="482549" y="0"/>
                </a:lnTo>
                <a:lnTo>
                  <a:pt x="10330230" y="0"/>
                </a:lnTo>
                <a:lnTo>
                  <a:pt x="10344912" y="12700"/>
                </a:lnTo>
                <a:close/>
              </a:path>
              <a:path w="10812780" h="3594100">
                <a:moveTo>
                  <a:pt x="470649" y="25400"/>
                </a:moveTo>
                <a:lnTo>
                  <a:pt x="424637" y="25400"/>
                </a:lnTo>
                <a:lnTo>
                  <a:pt x="438899" y="12700"/>
                </a:lnTo>
                <a:lnTo>
                  <a:pt x="485178" y="12700"/>
                </a:lnTo>
                <a:lnTo>
                  <a:pt x="470649" y="25400"/>
                </a:lnTo>
                <a:close/>
              </a:path>
              <a:path w="10812780" h="3594100">
                <a:moveTo>
                  <a:pt x="10388142" y="25400"/>
                </a:moveTo>
                <a:lnTo>
                  <a:pt x="10342130" y="25400"/>
                </a:lnTo>
                <a:lnTo>
                  <a:pt x="10327601" y="12700"/>
                </a:lnTo>
                <a:lnTo>
                  <a:pt x="10373880" y="12700"/>
                </a:lnTo>
                <a:lnTo>
                  <a:pt x="10388142" y="25400"/>
                </a:lnTo>
                <a:close/>
              </a:path>
              <a:path w="10812780" h="3594100">
                <a:moveTo>
                  <a:pt x="428332" y="38100"/>
                </a:moveTo>
                <a:lnTo>
                  <a:pt x="382739" y="38100"/>
                </a:lnTo>
                <a:lnTo>
                  <a:pt x="396544" y="25400"/>
                </a:lnTo>
                <a:lnTo>
                  <a:pt x="442442" y="25400"/>
                </a:lnTo>
                <a:lnTo>
                  <a:pt x="428332" y="38100"/>
                </a:lnTo>
                <a:close/>
              </a:path>
              <a:path w="10812780" h="3594100">
                <a:moveTo>
                  <a:pt x="10430040" y="38100"/>
                </a:moveTo>
                <a:lnTo>
                  <a:pt x="10384447" y="38100"/>
                </a:lnTo>
                <a:lnTo>
                  <a:pt x="10370337" y="25400"/>
                </a:lnTo>
                <a:lnTo>
                  <a:pt x="10416235" y="25400"/>
                </a:lnTo>
                <a:lnTo>
                  <a:pt x="10430040" y="38100"/>
                </a:lnTo>
                <a:close/>
              </a:path>
              <a:path w="10812780" h="3594100">
                <a:moveTo>
                  <a:pt x="387337" y="50800"/>
                </a:moveTo>
                <a:lnTo>
                  <a:pt x="355625" y="50800"/>
                </a:lnTo>
                <a:lnTo>
                  <a:pt x="369100" y="38100"/>
                </a:lnTo>
                <a:lnTo>
                  <a:pt x="400989" y="38100"/>
                </a:lnTo>
                <a:lnTo>
                  <a:pt x="387337" y="50800"/>
                </a:lnTo>
                <a:close/>
              </a:path>
              <a:path w="10812780" h="3594100">
                <a:moveTo>
                  <a:pt x="10457154" y="50800"/>
                </a:moveTo>
                <a:lnTo>
                  <a:pt x="10425442" y="50800"/>
                </a:lnTo>
                <a:lnTo>
                  <a:pt x="10411790" y="38100"/>
                </a:lnTo>
                <a:lnTo>
                  <a:pt x="10443679" y="38100"/>
                </a:lnTo>
                <a:lnTo>
                  <a:pt x="10457154" y="50800"/>
                </a:lnTo>
                <a:close/>
              </a:path>
              <a:path w="10812780" h="3594100">
                <a:moveTo>
                  <a:pt x="360794" y="63500"/>
                </a:moveTo>
                <a:lnTo>
                  <a:pt x="329209" y="63500"/>
                </a:lnTo>
                <a:lnTo>
                  <a:pt x="342328" y="50800"/>
                </a:lnTo>
                <a:lnTo>
                  <a:pt x="374116" y="50800"/>
                </a:lnTo>
                <a:lnTo>
                  <a:pt x="360794" y="63500"/>
                </a:lnTo>
                <a:close/>
              </a:path>
              <a:path w="10812780" h="3594100">
                <a:moveTo>
                  <a:pt x="10483570" y="63500"/>
                </a:moveTo>
                <a:lnTo>
                  <a:pt x="10451985" y="63500"/>
                </a:lnTo>
                <a:lnTo>
                  <a:pt x="10438650" y="50800"/>
                </a:lnTo>
                <a:lnTo>
                  <a:pt x="10470451" y="50800"/>
                </a:lnTo>
                <a:lnTo>
                  <a:pt x="10483570" y="63500"/>
                </a:lnTo>
                <a:close/>
              </a:path>
              <a:path w="10812780" h="3594100">
                <a:moveTo>
                  <a:pt x="334937" y="76200"/>
                </a:moveTo>
                <a:lnTo>
                  <a:pt x="303517" y="76200"/>
                </a:lnTo>
                <a:lnTo>
                  <a:pt x="316268" y="63500"/>
                </a:lnTo>
                <a:lnTo>
                  <a:pt x="347916" y="63500"/>
                </a:lnTo>
                <a:lnTo>
                  <a:pt x="334937" y="76200"/>
                </a:lnTo>
                <a:close/>
              </a:path>
              <a:path w="10812780" h="3594100">
                <a:moveTo>
                  <a:pt x="10509262" y="76200"/>
                </a:moveTo>
                <a:lnTo>
                  <a:pt x="10477842" y="76200"/>
                </a:lnTo>
                <a:lnTo>
                  <a:pt x="10464863" y="63500"/>
                </a:lnTo>
                <a:lnTo>
                  <a:pt x="10496511" y="63500"/>
                </a:lnTo>
                <a:lnTo>
                  <a:pt x="10509262" y="76200"/>
                </a:lnTo>
                <a:close/>
              </a:path>
              <a:path w="10812780" h="3594100">
                <a:moveTo>
                  <a:pt x="285394" y="101600"/>
                </a:moveTo>
                <a:lnTo>
                  <a:pt x="266446" y="101600"/>
                </a:lnTo>
                <a:lnTo>
                  <a:pt x="278599" y="88900"/>
                </a:lnTo>
                <a:lnTo>
                  <a:pt x="290969" y="76200"/>
                </a:lnTo>
                <a:lnTo>
                  <a:pt x="322402" y="76200"/>
                </a:lnTo>
                <a:lnTo>
                  <a:pt x="309791" y="88900"/>
                </a:lnTo>
                <a:lnTo>
                  <a:pt x="297624" y="88900"/>
                </a:lnTo>
                <a:lnTo>
                  <a:pt x="285394" y="101600"/>
                </a:lnTo>
                <a:close/>
              </a:path>
              <a:path w="10812780" h="3594100">
                <a:moveTo>
                  <a:pt x="10546334" y="101600"/>
                </a:moveTo>
                <a:lnTo>
                  <a:pt x="10527385" y="101600"/>
                </a:lnTo>
                <a:lnTo>
                  <a:pt x="10515155" y="88900"/>
                </a:lnTo>
                <a:lnTo>
                  <a:pt x="10502988" y="88900"/>
                </a:lnTo>
                <a:lnTo>
                  <a:pt x="10490377" y="76200"/>
                </a:lnTo>
                <a:lnTo>
                  <a:pt x="10521810" y="76200"/>
                </a:lnTo>
                <a:lnTo>
                  <a:pt x="10534180" y="88900"/>
                </a:lnTo>
                <a:lnTo>
                  <a:pt x="10546334" y="101600"/>
                </a:lnTo>
                <a:close/>
              </a:path>
              <a:path w="10812780" h="3594100">
                <a:moveTo>
                  <a:pt x="250291" y="127000"/>
                </a:moveTo>
                <a:lnTo>
                  <a:pt x="231228" y="127000"/>
                </a:lnTo>
                <a:lnTo>
                  <a:pt x="242747" y="114300"/>
                </a:lnTo>
                <a:lnTo>
                  <a:pt x="254495" y="101600"/>
                </a:lnTo>
                <a:lnTo>
                  <a:pt x="273621" y="101600"/>
                </a:lnTo>
                <a:lnTo>
                  <a:pt x="261785" y="114300"/>
                </a:lnTo>
                <a:lnTo>
                  <a:pt x="261912" y="114300"/>
                </a:lnTo>
                <a:lnTo>
                  <a:pt x="250291" y="127000"/>
                </a:lnTo>
                <a:close/>
              </a:path>
              <a:path w="10812780" h="3594100">
                <a:moveTo>
                  <a:pt x="10581551" y="127000"/>
                </a:moveTo>
                <a:lnTo>
                  <a:pt x="10562488" y="127000"/>
                </a:lnTo>
                <a:lnTo>
                  <a:pt x="10550867" y="114300"/>
                </a:lnTo>
                <a:lnTo>
                  <a:pt x="10539158" y="101600"/>
                </a:lnTo>
                <a:lnTo>
                  <a:pt x="10558284" y="101600"/>
                </a:lnTo>
                <a:lnTo>
                  <a:pt x="10570032" y="114300"/>
                </a:lnTo>
                <a:lnTo>
                  <a:pt x="10581551" y="127000"/>
                </a:lnTo>
                <a:close/>
              </a:path>
              <a:path w="10812780" h="3594100">
                <a:moveTo>
                  <a:pt x="206476" y="165100"/>
                </a:moveTo>
                <a:lnTo>
                  <a:pt x="187375" y="165100"/>
                </a:lnTo>
                <a:lnTo>
                  <a:pt x="197993" y="152400"/>
                </a:lnTo>
                <a:lnTo>
                  <a:pt x="208838" y="139700"/>
                </a:lnTo>
                <a:lnTo>
                  <a:pt x="219925" y="127000"/>
                </a:lnTo>
                <a:lnTo>
                  <a:pt x="239128" y="127000"/>
                </a:lnTo>
                <a:lnTo>
                  <a:pt x="227952" y="139700"/>
                </a:lnTo>
                <a:lnTo>
                  <a:pt x="217106" y="152400"/>
                </a:lnTo>
                <a:lnTo>
                  <a:pt x="206476" y="165100"/>
                </a:lnTo>
                <a:close/>
              </a:path>
              <a:path w="10812780" h="3594100">
                <a:moveTo>
                  <a:pt x="10625391" y="165100"/>
                </a:moveTo>
                <a:lnTo>
                  <a:pt x="10606303" y="165100"/>
                </a:lnTo>
                <a:lnTo>
                  <a:pt x="10595559" y="152400"/>
                </a:lnTo>
                <a:lnTo>
                  <a:pt x="10584713" y="139700"/>
                </a:lnTo>
                <a:lnTo>
                  <a:pt x="10573651" y="127000"/>
                </a:lnTo>
                <a:lnTo>
                  <a:pt x="10592854" y="127000"/>
                </a:lnTo>
                <a:lnTo>
                  <a:pt x="10603941" y="139700"/>
                </a:lnTo>
                <a:lnTo>
                  <a:pt x="10614787" y="152400"/>
                </a:lnTo>
                <a:lnTo>
                  <a:pt x="10625391" y="165100"/>
                </a:lnTo>
                <a:close/>
              </a:path>
              <a:path w="10812780" h="3594100">
                <a:moveTo>
                  <a:pt x="121805" y="254000"/>
                </a:moveTo>
                <a:lnTo>
                  <a:pt x="111506" y="254000"/>
                </a:lnTo>
                <a:lnTo>
                  <a:pt x="120065" y="241300"/>
                </a:lnTo>
                <a:lnTo>
                  <a:pt x="147370" y="203200"/>
                </a:lnTo>
                <a:lnTo>
                  <a:pt x="177012" y="165100"/>
                </a:lnTo>
                <a:lnTo>
                  <a:pt x="196202" y="165100"/>
                </a:lnTo>
                <a:lnTo>
                  <a:pt x="185940" y="177800"/>
                </a:lnTo>
                <a:lnTo>
                  <a:pt x="176022" y="190500"/>
                </a:lnTo>
                <a:lnTo>
                  <a:pt x="166344" y="203200"/>
                </a:lnTo>
                <a:lnTo>
                  <a:pt x="156921" y="215900"/>
                </a:lnTo>
                <a:lnTo>
                  <a:pt x="147853" y="215900"/>
                </a:lnTo>
                <a:lnTo>
                  <a:pt x="138836" y="228600"/>
                </a:lnTo>
                <a:lnTo>
                  <a:pt x="130187" y="241300"/>
                </a:lnTo>
                <a:lnTo>
                  <a:pt x="121805" y="254000"/>
                </a:lnTo>
                <a:close/>
              </a:path>
              <a:path w="10812780" h="3594100">
                <a:moveTo>
                  <a:pt x="10701274" y="254000"/>
                </a:moveTo>
                <a:lnTo>
                  <a:pt x="10690974" y="254000"/>
                </a:lnTo>
                <a:lnTo>
                  <a:pt x="10682503" y="241300"/>
                </a:lnTo>
                <a:lnTo>
                  <a:pt x="10673842" y="228600"/>
                </a:lnTo>
                <a:lnTo>
                  <a:pt x="10664926" y="215900"/>
                </a:lnTo>
                <a:lnTo>
                  <a:pt x="10655858" y="215900"/>
                </a:lnTo>
                <a:lnTo>
                  <a:pt x="10646333" y="203200"/>
                </a:lnTo>
                <a:lnTo>
                  <a:pt x="10636656" y="190500"/>
                </a:lnTo>
                <a:lnTo>
                  <a:pt x="10626737" y="177800"/>
                </a:lnTo>
                <a:lnTo>
                  <a:pt x="10616577" y="165100"/>
                </a:lnTo>
                <a:lnTo>
                  <a:pt x="10635767" y="165100"/>
                </a:lnTo>
                <a:lnTo>
                  <a:pt x="10645902" y="177800"/>
                </a:lnTo>
                <a:lnTo>
                  <a:pt x="10674769" y="215900"/>
                </a:lnTo>
                <a:lnTo>
                  <a:pt x="10692714" y="241300"/>
                </a:lnTo>
                <a:lnTo>
                  <a:pt x="10701274" y="254000"/>
                </a:lnTo>
                <a:close/>
              </a:path>
              <a:path w="10812780" h="3594100">
                <a:moveTo>
                  <a:pt x="166446" y="3390900"/>
                </a:moveTo>
                <a:lnTo>
                  <a:pt x="147370" y="3390900"/>
                </a:lnTo>
                <a:lnTo>
                  <a:pt x="138010" y="3378200"/>
                </a:lnTo>
                <a:lnTo>
                  <a:pt x="111506" y="3340100"/>
                </a:lnTo>
                <a:lnTo>
                  <a:pt x="87490" y="3302000"/>
                </a:lnTo>
                <a:lnTo>
                  <a:pt x="66116" y="3263900"/>
                </a:lnTo>
                <a:lnTo>
                  <a:pt x="47498" y="3225800"/>
                </a:lnTo>
                <a:lnTo>
                  <a:pt x="31750" y="3187700"/>
                </a:lnTo>
                <a:lnTo>
                  <a:pt x="22923" y="3149600"/>
                </a:lnTo>
                <a:lnTo>
                  <a:pt x="19024" y="3136900"/>
                </a:lnTo>
                <a:lnTo>
                  <a:pt x="9436" y="3098800"/>
                </a:lnTo>
                <a:lnTo>
                  <a:pt x="4851" y="3060700"/>
                </a:lnTo>
                <a:lnTo>
                  <a:pt x="3124" y="3048000"/>
                </a:lnTo>
                <a:lnTo>
                  <a:pt x="1765" y="3035300"/>
                </a:lnTo>
                <a:lnTo>
                  <a:pt x="787" y="3022600"/>
                </a:lnTo>
                <a:lnTo>
                  <a:pt x="190" y="3009900"/>
                </a:lnTo>
                <a:lnTo>
                  <a:pt x="0" y="2984500"/>
                </a:lnTo>
                <a:lnTo>
                  <a:pt x="0" y="596900"/>
                </a:lnTo>
                <a:lnTo>
                  <a:pt x="190" y="584200"/>
                </a:lnTo>
                <a:lnTo>
                  <a:pt x="787" y="571500"/>
                </a:lnTo>
                <a:lnTo>
                  <a:pt x="1765" y="546100"/>
                </a:lnTo>
                <a:lnTo>
                  <a:pt x="3124" y="533400"/>
                </a:lnTo>
                <a:lnTo>
                  <a:pt x="4851" y="520700"/>
                </a:lnTo>
                <a:lnTo>
                  <a:pt x="6959" y="508000"/>
                </a:lnTo>
                <a:lnTo>
                  <a:pt x="9436" y="495300"/>
                </a:lnTo>
                <a:lnTo>
                  <a:pt x="12280" y="469900"/>
                </a:lnTo>
                <a:lnTo>
                  <a:pt x="22923" y="431800"/>
                </a:lnTo>
                <a:lnTo>
                  <a:pt x="36677" y="393700"/>
                </a:lnTo>
                <a:lnTo>
                  <a:pt x="53390" y="355600"/>
                </a:lnTo>
                <a:lnTo>
                  <a:pt x="59601" y="330200"/>
                </a:lnTo>
                <a:lnTo>
                  <a:pt x="80073" y="292100"/>
                </a:lnTo>
                <a:lnTo>
                  <a:pt x="103212" y="254000"/>
                </a:lnTo>
                <a:lnTo>
                  <a:pt x="121894" y="254000"/>
                </a:lnTo>
                <a:lnTo>
                  <a:pt x="113690" y="266700"/>
                </a:lnTo>
                <a:lnTo>
                  <a:pt x="105867" y="279400"/>
                </a:lnTo>
                <a:lnTo>
                  <a:pt x="98310" y="292100"/>
                </a:lnTo>
                <a:lnTo>
                  <a:pt x="91046" y="304800"/>
                </a:lnTo>
                <a:lnTo>
                  <a:pt x="84061" y="317500"/>
                </a:lnTo>
                <a:lnTo>
                  <a:pt x="77381" y="330200"/>
                </a:lnTo>
                <a:lnTo>
                  <a:pt x="71005" y="342900"/>
                </a:lnTo>
                <a:lnTo>
                  <a:pt x="64922" y="355600"/>
                </a:lnTo>
                <a:lnTo>
                  <a:pt x="59156" y="368300"/>
                </a:lnTo>
                <a:lnTo>
                  <a:pt x="53708" y="381000"/>
                </a:lnTo>
                <a:lnTo>
                  <a:pt x="48577" y="393700"/>
                </a:lnTo>
                <a:lnTo>
                  <a:pt x="43764" y="406400"/>
                </a:lnTo>
                <a:lnTo>
                  <a:pt x="39268" y="419100"/>
                </a:lnTo>
                <a:lnTo>
                  <a:pt x="35115" y="431800"/>
                </a:lnTo>
                <a:lnTo>
                  <a:pt x="31305" y="444500"/>
                </a:lnTo>
                <a:lnTo>
                  <a:pt x="27825" y="469900"/>
                </a:lnTo>
                <a:lnTo>
                  <a:pt x="24701" y="482600"/>
                </a:lnTo>
                <a:lnTo>
                  <a:pt x="21932" y="495300"/>
                </a:lnTo>
                <a:lnTo>
                  <a:pt x="19507" y="508000"/>
                </a:lnTo>
                <a:lnTo>
                  <a:pt x="17437" y="520700"/>
                </a:lnTo>
                <a:lnTo>
                  <a:pt x="15748" y="533400"/>
                </a:lnTo>
                <a:lnTo>
                  <a:pt x="15087" y="546100"/>
                </a:lnTo>
                <a:lnTo>
                  <a:pt x="14427" y="546100"/>
                </a:lnTo>
                <a:lnTo>
                  <a:pt x="13462" y="571500"/>
                </a:lnTo>
                <a:lnTo>
                  <a:pt x="12890" y="584200"/>
                </a:lnTo>
                <a:lnTo>
                  <a:pt x="12700" y="596900"/>
                </a:lnTo>
                <a:lnTo>
                  <a:pt x="12700" y="2984500"/>
                </a:lnTo>
                <a:lnTo>
                  <a:pt x="12890" y="3009900"/>
                </a:lnTo>
                <a:lnTo>
                  <a:pt x="13474" y="3022600"/>
                </a:lnTo>
                <a:lnTo>
                  <a:pt x="14427" y="3035300"/>
                </a:lnTo>
                <a:lnTo>
                  <a:pt x="15760" y="3048000"/>
                </a:lnTo>
                <a:lnTo>
                  <a:pt x="17462" y="3060700"/>
                </a:lnTo>
                <a:lnTo>
                  <a:pt x="19532" y="3086100"/>
                </a:lnTo>
                <a:lnTo>
                  <a:pt x="21958" y="3098800"/>
                </a:lnTo>
                <a:lnTo>
                  <a:pt x="24739" y="3111500"/>
                </a:lnTo>
                <a:lnTo>
                  <a:pt x="27863" y="3124200"/>
                </a:lnTo>
                <a:lnTo>
                  <a:pt x="31343" y="3136900"/>
                </a:lnTo>
                <a:lnTo>
                  <a:pt x="35166" y="3149600"/>
                </a:lnTo>
                <a:lnTo>
                  <a:pt x="39319" y="3162300"/>
                </a:lnTo>
                <a:lnTo>
                  <a:pt x="43815" y="3175000"/>
                </a:lnTo>
                <a:lnTo>
                  <a:pt x="48628" y="3187700"/>
                </a:lnTo>
                <a:lnTo>
                  <a:pt x="53759" y="3213100"/>
                </a:lnTo>
                <a:lnTo>
                  <a:pt x="59220" y="3225800"/>
                </a:lnTo>
                <a:lnTo>
                  <a:pt x="64998" y="3238500"/>
                </a:lnTo>
                <a:lnTo>
                  <a:pt x="71069" y="3251200"/>
                </a:lnTo>
                <a:lnTo>
                  <a:pt x="77457" y="3263900"/>
                </a:lnTo>
                <a:lnTo>
                  <a:pt x="84137" y="3276600"/>
                </a:lnTo>
                <a:lnTo>
                  <a:pt x="91122" y="3289300"/>
                </a:lnTo>
                <a:lnTo>
                  <a:pt x="98386" y="3302000"/>
                </a:lnTo>
                <a:lnTo>
                  <a:pt x="105943" y="3314700"/>
                </a:lnTo>
                <a:lnTo>
                  <a:pt x="113690" y="3314700"/>
                </a:lnTo>
                <a:lnTo>
                  <a:pt x="121894" y="3327400"/>
                </a:lnTo>
                <a:lnTo>
                  <a:pt x="130276" y="3340100"/>
                </a:lnTo>
                <a:lnTo>
                  <a:pt x="138937" y="3352800"/>
                </a:lnTo>
                <a:lnTo>
                  <a:pt x="147853" y="3365500"/>
                </a:lnTo>
                <a:lnTo>
                  <a:pt x="157022" y="3378200"/>
                </a:lnTo>
                <a:lnTo>
                  <a:pt x="166446" y="3390900"/>
                </a:lnTo>
                <a:close/>
              </a:path>
              <a:path w="10812780" h="3594100">
                <a:moveTo>
                  <a:pt x="10798365" y="558800"/>
                </a:moveTo>
                <a:lnTo>
                  <a:pt x="10797019" y="533400"/>
                </a:lnTo>
                <a:lnTo>
                  <a:pt x="10795317" y="520700"/>
                </a:lnTo>
                <a:lnTo>
                  <a:pt x="10793247" y="508000"/>
                </a:lnTo>
                <a:lnTo>
                  <a:pt x="10790821" y="495300"/>
                </a:lnTo>
                <a:lnTo>
                  <a:pt x="10788040" y="482600"/>
                </a:lnTo>
                <a:lnTo>
                  <a:pt x="10784916" y="469900"/>
                </a:lnTo>
                <a:lnTo>
                  <a:pt x="10781436" y="444500"/>
                </a:lnTo>
                <a:lnTo>
                  <a:pt x="10777613" y="431800"/>
                </a:lnTo>
                <a:lnTo>
                  <a:pt x="10773460" y="419100"/>
                </a:lnTo>
                <a:lnTo>
                  <a:pt x="10768965" y="406400"/>
                </a:lnTo>
                <a:lnTo>
                  <a:pt x="10764151" y="393700"/>
                </a:lnTo>
                <a:lnTo>
                  <a:pt x="10759020" y="381000"/>
                </a:lnTo>
                <a:lnTo>
                  <a:pt x="10753559" y="368300"/>
                </a:lnTo>
                <a:lnTo>
                  <a:pt x="10747781" y="355600"/>
                </a:lnTo>
                <a:lnTo>
                  <a:pt x="10741710" y="342900"/>
                </a:lnTo>
                <a:lnTo>
                  <a:pt x="10735322" y="330200"/>
                </a:lnTo>
                <a:lnTo>
                  <a:pt x="10728642" y="317500"/>
                </a:lnTo>
                <a:lnTo>
                  <a:pt x="10721657" y="304800"/>
                </a:lnTo>
                <a:lnTo>
                  <a:pt x="10714393" y="292100"/>
                </a:lnTo>
                <a:lnTo>
                  <a:pt x="10706836" y="279400"/>
                </a:lnTo>
                <a:lnTo>
                  <a:pt x="10699000" y="266700"/>
                </a:lnTo>
                <a:lnTo>
                  <a:pt x="10690885" y="254000"/>
                </a:lnTo>
                <a:lnTo>
                  <a:pt x="10709567" y="254000"/>
                </a:lnTo>
                <a:lnTo>
                  <a:pt x="10732706" y="292100"/>
                </a:lnTo>
                <a:lnTo>
                  <a:pt x="10753178" y="330200"/>
                </a:lnTo>
                <a:lnTo>
                  <a:pt x="10759389" y="355600"/>
                </a:lnTo>
                <a:lnTo>
                  <a:pt x="10765282" y="368300"/>
                </a:lnTo>
                <a:lnTo>
                  <a:pt x="10781030" y="406400"/>
                </a:lnTo>
                <a:lnTo>
                  <a:pt x="10793755" y="444500"/>
                </a:lnTo>
                <a:lnTo>
                  <a:pt x="10803343" y="495300"/>
                </a:lnTo>
                <a:lnTo>
                  <a:pt x="10805820" y="508000"/>
                </a:lnTo>
                <a:lnTo>
                  <a:pt x="10807928" y="520700"/>
                </a:lnTo>
                <a:lnTo>
                  <a:pt x="10809655" y="533400"/>
                </a:lnTo>
                <a:lnTo>
                  <a:pt x="10811014" y="546100"/>
                </a:lnTo>
                <a:lnTo>
                  <a:pt x="10798352" y="546100"/>
                </a:lnTo>
                <a:lnTo>
                  <a:pt x="10798365" y="558800"/>
                </a:lnTo>
                <a:close/>
              </a:path>
              <a:path w="10812780" h="3594100">
                <a:moveTo>
                  <a:pt x="14414" y="558800"/>
                </a:moveTo>
                <a:lnTo>
                  <a:pt x="14427" y="546100"/>
                </a:lnTo>
                <a:lnTo>
                  <a:pt x="15087" y="546100"/>
                </a:lnTo>
                <a:lnTo>
                  <a:pt x="14414" y="558800"/>
                </a:lnTo>
                <a:close/>
              </a:path>
              <a:path w="10812780" h="3594100">
                <a:moveTo>
                  <a:pt x="10665409" y="3390900"/>
                </a:moveTo>
                <a:lnTo>
                  <a:pt x="10646333" y="3390900"/>
                </a:lnTo>
                <a:lnTo>
                  <a:pt x="10655858" y="3378200"/>
                </a:lnTo>
                <a:lnTo>
                  <a:pt x="10665028" y="3365500"/>
                </a:lnTo>
                <a:lnTo>
                  <a:pt x="10673943" y="3352800"/>
                </a:lnTo>
                <a:lnTo>
                  <a:pt x="10682592" y="3340100"/>
                </a:lnTo>
                <a:lnTo>
                  <a:pt x="10690974" y="3327400"/>
                </a:lnTo>
                <a:lnTo>
                  <a:pt x="10699076" y="3314700"/>
                </a:lnTo>
                <a:lnTo>
                  <a:pt x="10706836" y="3314700"/>
                </a:lnTo>
                <a:lnTo>
                  <a:pt x="10714469" y="3302000"/>
                </a:lnTo>
                <a:lnTo>
                  <a:pt x="10721733" y="3289300"/>
                </a:lnTo>
                <a:lnTo>
                  <a:pt x="10728718" y="3276600"/>
                </a:lnTo>
                <a:lnTo>
                  <a:pt x="10735398" y="3263900"/>
                </a:lnTo>
                <a:lnTo>
                  <a:pt x="10741774" y="3251200"/>
                </a:lnTo>
                <a:lnTo>
                  <a:pt x="10747844" y="3238500"/>
                </a:lnTo>
                <a:lnTo>
                  <a:pt x="10753623" y="3225800"/>
                </a:lnTo>
                <a:lnTo>
                  <a:pt x="10759071" y="3213100"/>
                </a:lnTo>
                <a:lnTo>
                  <a:pt x="10764202" y="3187700"/>
                </a:lnTo>
                <a:lnTo>
                  <a:pt x="10769015" y="3175000"/>
                </a:lnTo>
                <a:lnTo>
                  <a:pt x="10773498" y="3162300"/>
                </a:lnTo>
                <a:lnTo>
                  <a:pt x="10777651" y="3149600"/>
                </a:lnTo>
                <a:lnTo>
                  <a:pt x="10781474" y="3136900"/>
                </a:lnTo>
                <a:lnTo>
                  <a:pt x="10784941" y="3124200"/>
                </a:lnTo>
                <a:lnTo>
                  <a:pt x="10788078" y="3111500"/>
                </a:lnTo>
                <a:lnTo>
                  <a:pt x="10790859" y="3098800"/>
                </a:lnTo>
                <a:lnTo>
                  <a:pt x="10793272" y="3086100"/>
                </a:lnTo>
                <a:lnTo>
                  <a:pt x="10795342" y="3060700"/>
                </a:lnTo>
                <a:lnTo>
                  <a:pt x="10797032" y="3048000"/>
                </a:lnTo>
                <a:lnTo>
                  <a:pt x="10798365" y="3035300"/>
                </a:lnTo>
                <a:lnTo>
                  <a:pt x="10799318" y="3022600"/>
                </a:lnTo>
                <a:lnTo>
                  <a:pt x="10799889" y="3009900"/>
                </a:lnTo>
                <a:lnTo>
                  <a:pt x="10800080" y="2984500"/>
                </a:lnTo>
                <a:lnTo>
                  <a:pt x="10800080" y="596900"/>
                </a:lnTo>
                <a:lnTo>
                  <a:pt x="10799889" y="584200"/>
                </a:lnTo>
                <a:lnTo>
                  <a:pt x="10799305" y="571500"/>
                </a:lnTo>
                <a:lnTo>
                  <a:pt x="10798352" y="546100"/>
                </a:lnTo>
                <a:lnTo>
                  <a:pt x="10811014" y="546100"/>
                </a:lnTo>
                <a:lnTo>
                  <a:pt x="10811992" y="571500"/>
                </a:lnTo>
                <a:lnTo>
                  <a:pt x="10812576" y="584200"/>
                </a:lnTo>
                <a:lnTo>
                  <a:pt x="10812780" y="596900"/>
                </a:lnTo>
                <a:lnTo>
                  <a:pt x="10812780" y="2984500"/>
                </a:lnTo>
                <a:lnTo>
                  <a:pt x="10811992" y="3022600"/>
                </a:lnTo>
                <a:lnTo>
                  <a:pt x="10807928" y="3060700"/>
                </a:lnTo>
                <a:lnTo>
                  <a:pt x="10805820" y="3086100"/>
                </a:lnTo>
                <a:lnTo>
                  <a:pt x="10797311" y="3124200"/>
                </a:lnTo>
                <a:lnTo>
                  <a:pt x="10789856" y="3149600"/>
                </a:lnTo>
                <a:lnTo>
                  <a:pt x="10785602" y="3175000"/>
                </a:lnTo>
                <a:lnTo>
                  <a:pt x="10770857" y="3213100"/>
                </a:lnTo>
                <a:lnTo>
                  <a:pt x="10753178" y="3251200"/>
                </a:lnTo>
                <a:lnTo>
                  <a:pt x="10732706" y="3289300"/>
                </a:lnTo>
                <a:lnTo>
                  <a:pt x="10709567" y="3327400"/>
                </a:lnTo>
                <a:lnTo>
                  <a:pt x="10683875" y="3365500"/>
                </a:lnTo>
                <a:lnTo>
                  <a:pt x="10674769" y="3378200"/>
                </a:lnTo>
                <a:lnTo>
                  <a:pt x="10665409" y="3390900"/>
                </a:lnTo>
                <a:close/>
              </a:path>
              <a:path w="10812780" h="3594100">
                <a:moveTo>
                  <a:pt x="217220" y="3441700"/>
                </a:moveTo>
                <a:lnTo>
                  <a:pt x="197993" y="3441700"/>
                </a:lnTo>
                <a:lnTo>
                  <a:pt x="187375" y="3429000"/>
                </a:lnTo>
                <a:lnTo>
                  <a:pt x="177012" y="3416300"/>
                </a:lnTo>
                <a:lnTo>
                  <a:pt x="166878" y="3403600"/>
                </a:lnTo>
                <a:lnTo>
                  <a:pt x="156997" y="3390900"/>
                </a:lnTo>
                <a:lnTo>
                  <a:pt x="166344" y="3390900"/>
                </a:lnTo>
                <a:lnTo>
                  <a:pt x="176123" y="3403600"/>
                </a:lnTo>
                <a:lnTo>
                  <a:pt x="185940" y="3403600"/>
                </a:lnTo>
                <a:lnTo>
                  <a:pt x="196202" y="3416300"/>
                </a:lnTo>
                <a:lnTo>
                  <a:pt x="206590" y="3429000"/>
                </a:lnTo>
                <a:lnTo>
                  <a:pt x="217220" y="3441700"/>
                </a:lnTo>
                <a:close/>
              </a:path>
              <a:path w="10812780" h="3594100">
                <a:moveTo>
                  <a:pt x="10614787" y="3441700"/>
                </a:moveTo>
                <a:lnTo>
                  <a:pt x="10595559" y="3441700"/>
                </a:lnTo>
                <a:lnTo>
                  <a:pt x="10606303" y="3429000"/>
                </a:lnTo>
                <a:lnTo>
                  <a:pt x="10616692" y="3416300"/>
                </a:lnTo>
                <a:lnTo>
                  <a:pt x="10626839" y="3403600"/>
                </a:lnTo>
                <a:lnTo>
                  <a:pt x="10636656" y="3403600"/>
                </a:lnTo>
                <a:lnTo>
                  <a:pt x="10646435" y="3390900"/>
                </a:lnTo>
                <a:lnTo>
                  <a:pt x="10655782" y="3390900"/>
                </a:lnTo>
                <a:lnTo>
                  <a:pt x="10645902" y="3403600"/>
                </a:lnTo>
                <a:lnTo>
                  <a:pt x="10635767" y="3416300"/>
                </a:lnTo>
                <a:lnTo>
                  <a:pt x="10625391" y="3429000"/>
                </a:lnTo>
                <a:lnTo>
                  <a:pt x="10614787" y="3441700"/>
                </a:lnTo>
                <a:close/>
              </a:path>
              <a:path w="10812780" h="3594100">
                <a:moveTo>
                  <a:pt x="273621" y="3479800"/>
                </a:moveTo>
                <a:lnTo>
                  <a:pt x="242747" y="3479800"/>
                </a:lnTo>
                <a:lnTo>
                  <a:pt x="231228" y="3467100"/>
                </a:lnTo>
                <a:lnTo>
                  <a:pt x="219925" y="3454400"/>
                </a:lnTo>
                <a:lnTo>
                  <a:pt x="208838" y="3441700"/>
                </a:lnTo>
                <a:lnTo>
                  <a:pt x="227952" y="3441700"/>
                </a:lnTo>
                <a:lnTo>
                  <a:pt x="239128" y="3454400"/>
                </a:lnTo>
                <a:lnTo>
                  <a:pt x="250418" y="3467100"/>
                </a:lnTo>
                <a:lnTo>
                  <a:pt x="261785" y="3467100"/>
                </a:lnTo>
                <a:lnTo>
                  <a:pt x="273621" y="3479800"/>
                </a:lnTo>
                <a:close/>
              </a:path>
              <a:path w="10812780" h="3594100">
                <a:moveTo>
                  <a:pt x="10570032" y="3479800"/>
                </a:moveTo>
                <a:lnTo>
                  <a:pt x="10539158" y="3479800"/>
                </a:lnTo>
                <a:lnTo>
                  <a:pt x="10550994" y="3467100"/>
                </a:lnTo>
                <a:lnTo>
                  <a:pt x="10562361" y="3467100"/>
                </a:lnTo>
                <a:lnTo>
                  <a:pt x="10573766" y="3454400"/>
                </a:lnTo>
                <a:lnTo>
                  <a:pt x="10584827" y="3441700"/>
                </a:lnTo>
                <a:lnTo>
                  <a:pt x="10603941" y="3441700"/>
                </a:lnTo>
                <a:lnTo>
                  <a:pt x="10592854" y="3454400"/>
                </a:lnTo>
                <a:lnTo>
                  <a:pt x="10581551" y="3467100"/>
                </a:lnTo>
                <a:lnTo>
                  <a:pt x="10570032" y="3479800"/>
                </a:lnTo>
                <a:close/>
              </a:path>
              <a:path w="10812780" h="3594100">
                <a:moveTo>
                  <a:pt x="309918" y="3505200"/>
                </a:moveTo>
                <a:lnTo>
                  <a:pt x="278599" y="3505200"/>
                </a:lnTo>
                <a:lnTo>
                  <a:pt x="266446" y="3492500"/>
                </a:lnTo>
                <a:lnTo>
                  <a:pt x="254495" y="3479800"/>
                </a:lnTo>
                <a:lnTo>
                  <a:pt x="273494" y="3479800"/>
                </a:lnTo>
                <a:lnTo>
                  <a:pt x="285521" y="3492500"/>
                </a:lnTo>
                <a:lnTo>
                  <a:pt x="297497" y="3492500"/>
                </a:lnTo>
                <a:lnTo>
                  <a:pt x="309918" y="3505200"/>
                </a:lnTo>
                <a:close/>
              </a:path>
              <a:path w="10812780" h="3594100">
                <a:moveTo>
                  <a:pt x="10534180" y="3505200"/>
                </a:moveTo>
                <a:lnTo>
                  <a:pt x="10502861" y="3505200"/>
                </a:lnTo>
                <a:lnTo>
                  <a:pt x="10515282" y="3492500"/>
                </a:lnTo>
                <a:lnTo>
                  <a:pt x="10527258" y="3492500"/>
                </a:lnTo>
                <a:lnTo>
                  <a:pt x="10539285" y="3479800"/>
                </a:lnTo>
                <a:lnTo>
                  <a:pt x="10558284" y="3479800"/>
                </a:lnTo>
                <a:lnTo>
                  <a:pt x="10546334" y="3492500"/>
                </a:lnTo>
                <a:lnTo>
                  <a:pt x="10534180" y="3505200"/>
                </a:lnTo>
                <a:close/>
              </a:path>
              <a:path w="10812780" h="3594100">
                <a:moveTo>
                  <a:pt x="335064" y="3517900"/>
                </a:moveTo>
                <a:lnTo>
                  <a:pt x="303517" y="3517900"/>
                </a:lnTo>
                <a:lnTo>
                  <a:pt x="290969" y="3505200"/>
                </a:lnTo>
                <a:lnTo>
                  <a:pt x="322262" y="3505200"/>
                </a:lnTo>
                <a:lnTo>
                  <a:pt x="335064" y="3517900"/>
                </a:lnTo>
                <a:close/>
              </a:path>
              <a:path w="10812780" h="3594100">
                <a:moveTo>
                  <a:pt x="10509262" y="3517900"/>
                </a:moveTo>
                <a:lnTo>
                  <a:pt x="10477715" y="3517900"/>
                </a:lnTo>
                <a:lnTo>
                  <a:pt x="10490517" y="3505200"/>
                </a:lnTo>
                <a:lnTo>
                  <a:pt x="10521810" y="3505200"/>
                </a:lnTo>
                <a:lnTo>
                  <a:pt x="10509262" y="3517900"/>
                </a:lnTo>
                <a:close/>
              </a:path>
              <a:path w="10812780" h="3594100">
                <a:moveTo>
                  <a:pt x="360934" y="3530600"/>
                </a:moveTo>
                <a:lnTo>
                  <a:pt x="329209" y="3530600"/>
                </a:lnTo>
                <a:lnTo>
                  <a:pt x="316268" y="3517900"/>
                </a:lnTo>
                <a:lnTo>
                  <a:pt x="347776" y="3517900"/>
                </a:lnTo>
                <a:lnTo>
                  <a:pt x="360934" y="3530600"/>
                </a:lnTo>
                <a:close/>
              </a:path>
              <a:path w="10812780" h="3594100">
                <a:moveTo>
                  <a:pt x="10483570" y="3530600"/>
                </a:moveTo>
                <a:lnTo>
                  <a:pt x="10451846" y="3530600"/>
                </a:lnTo>
                <a:lnTo>
                  <a:pt x="10465003" y="3517900"/>
                </a:lnTo>
                <a:lnTo>
                  <a:pt x="10496511" y="3517900"/>
                </a:lnTo>
                <a:lnTo>
                  <a:pt x="10483570" y="3530600"/>
                </a:lnTo>
                <a:close/>
              </a:path>
              <a:path w="10812780" h="3594100">
                <a:moveTo>
                  <a:pt x="387477" y="3543300"/>
                </a:moveTo>
                <a:lnTo>
                  <a:pt x="355625" y="3543300"/>
                </a:lnTo>
                <a:lnTo>
                  <a:pt x="342328" y="3530600"/>
                </a:lnTo>
                <a:lnTo>
                  <a:pt x="373976" y="3530600"/>
                </a:lnTo>
                <a:lnTo>
                  <a:pt x="387477" y="3543300"/>
                </a:lnTo>
                <a:close/>
              </a:path>
              <a:path w="10812780" h="3594100">
                <a:moveTo>
                  <a:pt x="10457154" y="3543300"/>
                </a:moveTo>
                <a:lnTo>
                  <a:pt x="10425303" y="3543300"/>
                </a:lnTo>
                <a:lnTo>
                  <a:pt x="10438803" y="3530600"/>
                </a:lnTo>
                <a:lnTo>
                  <a:pt x="10470451" y="3530600"/>
                </a:lnTo>
                <a:lnTo>
                  <a:pt x="10457154" y="3543300"/>
                </a:lnTo>
                <a:close/>
              </a:path>
              <a:path w="10812780" h="3594100">
                <a:moveTo>
                  <a:pt x="414655" y="3556000"/>
                </a:moveTo>
                <a:lnTo>
                  <a:pt x="382739" y="3556000"/>
                </a:lnTo>
                <a:lnTo>
                  <a:pt x="369100" y="3543300"/>
                </a:lnTo>
                <a:lnTo>
                  <a:pt x="400837" y="3543300"/>
                </a:lnTo>
                <a:lnTo>
                  <a:pt x="414655" y="3556000"/>
                </a:lnTo>
                <a:close/>
              </a:path>
              <a:path w="10812780" h="3594100">
                <a:moveTo>
                  <a:pt x="10430040" y="3556000"/>
                </a:moveTo>
                <a:lnTo>
                  <a:pt x="10398125" y="3556000"/>
                </a:lnTo>
                <a:lnTo>
                  <a:pt x="10411942" y="3543300"/>
                </a:lnTo>
                <a:lnTo>
                  <a:pt x="10443679" y="3543300"/>
                </a:lnTo>
                <a:lnTo>
                  <a:pt x="10430040" y="3556000"/>
                </a:lnTo>
                <a:close/>
              </a:path>
              <a:path w="10812780" h="3594100">
                <a:moveTo>
                  <a:pt x="456552" y="3568700"/>
                </a:moveTo>
                <a:lnTo>
                  <a:pt x="410514" y="3568700"/>
                </a:lnTo>
                <a:lnTo>
                  <a:pt x="396544" y="3556000"/>
                </a:lnTo>
                <a:lnTo>
                  <a:pt x="442290" y="3556000"/>
                </a:lnTo>
                <a:lnTo>
                  <a:pt x="456552" y="3568700"/>
                </a:lnTo>
                <a:close/>
              </a:path>
              <a:path w="10812780" h="3594100">
                <a:moveTo>
                  <a:pt x="10402265" y="3568700"/>
                </a:moveTo>
                <a:lnTo>
                  <a:pt x="10356227" y="3568700"/>
                </a:lnTo>
                <a:lnTo>
                  <a:pt x="10370489" y="3556000"/>
                </a:lnTo>
                <a:lnTo>
                  <a:pt x="10416235" y="3556000"/>
                </a:lnTo>
                <a:lnTo>
                  <a:pt x="10402265" y="3568700"/>
                </a:lnTo>
                <a:close/>
              </a:path>
              <a:path w="10812780" h="3594100">
                <a:moveTo>
                  <a:pt x="529056" y="3581400"/>
                </a:moveTo>
                <a:lnTo>
                  <a:pt x="453313" y="3581400"/>
                </a:lnTo>
                <a:lnTo>
                  <a:pt x="438899" y="3568700"/>
                </a:lnTo>
                <a:lnTo>
                  <a:pt x="514159" y="3568700"/>
                </a:lnTo>
                <a:lnTo>
                  <a:pt x="529056" y="3581400"/>
                </a:lnTo>
                <a:close/>
              </a:path>
              <a:path w="10812780" h="3594100">
                <a:moveTo>
                  <a:pt x="10359466" y="3581400"/>
                </a:moveTo>
                <a:lnTo>
                  <a:pt x="10283723" y="3581400"/>
                </a:lnTo>
                <a:lnTo>
                  <a:pt x="10298620" y="3568700"/>
                </a:lnTo>
                <a:lnTo>
                  <a:pt x="10373880" y="3568700"/>
                </a:lnTo>
                <a:lnTo>
                  <a:pt x="10359466" y="3581400"/>
                </a:lnTo>
                <a:close/>
              </a:path>
              <a:path w="10812780" h="3594100">
                <a:moveTo>
                  <a:pt x="10285399" y="3594100"/>
                </a:moveTo>
                <a:lnTo>
                  <a:pt x="527380" y="3594100"/>
                </a:lnTo>
                <a:lnTo>
                  <a:pt x="512318" y="3581400"/>
                </a:lnTo>
                <a:lnTo>
                  <a:pt x="10300462" y="3581400"/>
                </a:lnTo>
                <a:lnTo>
                  <a:pt x="10285399" y="3594100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64336" y="2316479"/>
            <a:ext cx="9862185" cy="239903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157480" rIns="0" bIns="0" rtlCol="0" vert="horz">
            <a:spAutoFit/>
          </a:bodyPr>
          <a:lstStyle/>
          <a:p>
            <a:pPr marL="434975" indent="-342900">
              <a:lnSpc>
                <a:spcPct val="100000"/>
              </a:lnSpc>
              <a:spcBef>
                <a:spcPts val="1240"/>
              </a:spcBef>
              <a:buFont typeface="Arial"/>
              <a:buChar char="•"/>
              <a:tabLst>
                <a:tab pos="434340" algn="l"/>
                <a:tab pos="434975" algn="l"/>
              </a:tabLst>
            </a:pPr>
            <a:r>
              <a:rPr dirty="0" sz="2000" spc="-5" b="1">
                <a:latin typeface="宋体"/>
                <a:cs typeface="宋体"/>
              </a:rPr>
              <a:t>while</a:t>
            </a:r>
            <a:r>
              <a:rPr dirty="0" sz="2000" b="1">
                <a:latin typeface="宋体"/>
                <a:cs typeface="宋体"/>
              </a:rPr>
              <a:t>循环</a:t>
            </a:r>
            <a:r>
              <a:rPr dirty="0" sz="2000">
                <a:latin typeface="宋体"/>
                <a:cs typeface="宋体"/>
              </a:rPr>
              <a:t>：通过判断数值是否满足来确定循环</a:t>
            </a:r>
            <a:r>
              <a:rPr dirty="0" sz="2000" spc="5">
                <a:latin typeface="宋体"/>
                <a:cs typeface="宋体"/>
              </a:rPr>
              <a:t>；</a:t>
            </a:r>
            <a:endParaRPr sz="2000">
              <a:latin typeface="宋体"/>
              <a:cs typeface="宋体"/>
            </a:endParaRPr>
          </a:p>
          <a:p>
            <a:pPr marL="434975" indent="-34290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434340" algn="l"/>
                <a:tab pos="434975" algn="l"/>
              </a:tabLst>
            </a:pPr>
            <a:r>
              <a:rPr dirty="0" sz="2000" spc="-5" b="1">
                <a:latin typeface="宋体"/>
                <a:cs typeface="宋体"/>
              </a:rPr>
              <a:t>for</a:t>
            </a:r>
            <a:r>
              <a:rPr dirty="0" sz="2000" b="1">
                <a:latin typeface="宋体"/>
                <a:cs typeface="宋体"/>
              </a:rPr>
              <a:t>循环</a:t>
            </a:r>
            <a:r>
              <a:rPr dirty="0" sz="2000">
                <a:latin typeface="宋体"/>
                <a:cs typeface="宋体"/>
              </a:rPr>
              <a:t>：通过对可迭代对象进行遍历来实现循环</a:t>
            </a:r>
            <a:r>
              <a:rPr dirty="0" sz="2000" spc="-5">
                <a:latin typeface="宋体"/>
                <a:cs typeface="宋体"/>
              </a:rPr>
              <a:t>，range()</a:t>
            </a:r>
            <a:r>
              <a:rPr dirty="0" sz="2000">
                <a:latin typeface="宋体"/>
                <a:cs typeface="宋体"/>
              </a:rPr>
              <a:t>、</a:t>
            </a:r>
            <a:r>
              <a:rPr dirty="0" sz="2000" spc="-5">
                <a:latin typeface="宋体"/>
                <a:cs typeface="宋体"/>
              </a:rPr>
              <a:t>zip()</a:t>
            </a:r>
            <a:r>
              <a:rPr dirty="0" sz="2000">
                <a:latin typeface="宋体"/>
                <a:cs typeface="宋体"/>
              </a:rPr>
              <a:t>、列表推导式</a:t>
            </a:r>
            <a:r>
              <a:rPr dirty="0" sz="2000" spc="5">
                <a:latin typeface="宋体"/>
                <a:cs typeface="宋体"/>
              </a:rPr>
              <a:t>；</a:t>
            </a:r>
            <a:endParaRPr sz="2000">
              <a:latin typeface="宋体"/>
              <a:cs typeface="宋体"/>
            </a:endParaRPr>
          </a:p>
          <a:p>
            <a:pPr marL="434975" indent="-34290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434340" algn="l"/>
                <a:tab pos="434975" algn="l"/>
              </a:tabLst>
            </a:pPr>
            <a:r>
              <a:rPr dirty="0" sz="2000" b="1">
                <a:latin typeface="宋体"/>
                <a:cs typeface="宋体"/>
              </a:rPr>
              <a:t>嵌套循环</a:t>
            </a:r>
            <a:r>
              <a:rPr dirty="0" sz="2000">
                <a:latin typeface="宋体"/>
                <a:cs typeface="宋体"/>
              </a:rPr>
              <a:t>：循环语句中可以嵌套另一个循环</a:t>
            </a:r>
            <a:r>
              <a:rPr dirty="0" sz="2000" spc="-5">
                <a:latin typeface="宋体"/>
                <a:cs typeface="宋体"/>
              </a:rPr>
              <a:t>，if</a:t>
            </a:r>
            <a:r>
              <a:rPr dirty="0" sz="2000">
                <a:latin typeface="宋体"/>
                <a:cs typeface="宋体"/>
              </a:rPr>
              <a:t>、</a:t>
            </a:r>
            <a:r>
              <a:rPr dirty="0" sz="2000" spc="-5">
                <a:latin typeface="宋体"/>
                <a:cs typeface="宋体"/>
              </a:rPr>
              <a:t>while</a:t>
            </a:r>
            <a:r>
              <a:rPr dirty="0" sz="2000">
                <a:latin typeface="宋体"/>
                <a:cs typeface="宋体"/>
              </a:rPr>
              <a:t>、</a:t>
            </a:r>
            <a:r>
              <a:rPr dirty="0" sz="2000" spc="-5">
                <a:latin typeface="宋体"/>
                <a:cs typeface="宋体"/>
              </a:rPr>
              <a:t>for</a:t>
            </a:r>
            <a:r>
              <a:rPr dirty="0" sz="2000">
                <a:latin typeface="宋体"/>
                <a:cs typeface="宋体"/>
              </a:rPr>
              <a:t>可以随意组合</a:t>
            </a:r>
            <a:r>
              <a:rPr dirty="0" sz="2000" spc="5">
                <a:latin typeface="宋体"/>
                <a:cs typeface="宋体"/>
              </a:rPr>
              <a:t>；</a:t>
            </a:r>
            <a:endParaRPr sz="2000">
              <a:latin typeface="宋体"/>
              <a:cs typeface="宋体"/>
            </a:endParaRPr>
          </a:p>
          <a:p>
            <a:pPr marL="434975" marR="269240" indent="-342900">
              <a:lnSpc>
                <a:spcPct val="150000"/>
              </a:lnSpc>
              <a:buFont typeface="Arial"/>
              <a:buChar char="•"/>
              <a:tabLst>
                <a:tab pos="434340" algn="l"/>
                <a:tab pos="434975" algn="l"/>
              </a:tabLst>
            </a:pPr>
            <a:r>
              <a:rPr dirty="0" sz="2000" b="1">
                <a:latin typeface="宋体"/>
                <a:cs typeface="宋体"/>
              </a:rPr>
              <a:t>跳转语句</a:t>
            </a:r>
            <a:r>
              <a:rPr dirty="0" sz="2000" spc="-5">
                <a:latin typeface="宋体"/>
                <a:cs typeface="宋体"/>
              </a:rPr>
              <a:t>：break</a:t>
            </a:r>
            <a:r>
              <a:rPr dirty="0" sz="2000">
                <a:latin typeface="宋体"/>
                <a:cs typeface="宋体"/>
              </a:rPr>
              <a:t>退出循环</a:t>
            </a:r>
            <a:r>
              <a:rPr dirty="0" sz="2000" spc="-5">
                <a:latin typeface="宋体"/>
                <a:cs typeface="宋体"/>
              </a:rPr>
              <a:t>，continue</a:t>
            </a:r>
            <a:r>
              <a:rPr dirty="0" sz="2000">
                <a:latin typeface="宋体"/>
                <a:cs typeface="宋体"/>
              </a:rPr>
              <a:t>跳转到下次循环</a:t>
            </a:r>
            <a:r>
              <a:rPr dirty="0" sz="2000" spc="-5">
                <a:latin typeface="宋体"/>
                <a:cs typeface="宋体"/>
              </a:rPr>
              <a:t>，break</a:t>
            </a:r>
            <a:r>
              <a:rPr dirty="0" sz="2000">
                <a:latin typeface="宋体"/>
                <a:cs typeface="宋体"/>
              </a:rPr>
              <a:t>和</a:t>
            </a:r>
            <a:r>
              <a:rPr dirty="0" sz="2000" spc="-5">
                <a:latin typeface="宋体"/>
                <a:cs typeface="宋体"/>
              </a:rPr>
              <a:t>continue</a:t>
            </a:r>
            <a:r>
              <a:rPr dirty="0" sz="2000">
                <a:latin typeface="宋体"/>
                <a:cs typeface="宋体"/>
              </a:rPr>
              <a:t>只能用</a:t>
            </a:r>
            <a:r>
              <a:rPr dirty="0" sz="2000" spc="5">
                <a:latin typeface="宋体"/>
                <a:cs typeface="宋体"/>
              </a:rPr>
              <a:t>于 </a:t>
            </a:r>
            <a:r>
              <a:rPr dirty="0" sz="2000">
                <a:latin typeface="宋体"/>
                <a:cs typeface="宋体"/>
              </a:rPr>
              <a:t>循环之中</a:t>
            </a:r>
            <a:r>
              <a:rPr dirty="0" sz="2000" spc="5"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81940" y="217411"/>
            <a:ext cx="6362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函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数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6468" y="1243583"/>
            <a:ext cx="10799445" cy="1728470"/>
          </a:xfrm>
          <a:custGeom>
            <a:avLst/>
            <a:gdLst/>
            <a:ahLst/>
            <a:cxnLst/>
            <a:rect l="l" t="t" r="r" b="b"/>
            <a:pathLst>
              <a:path w="10799445" h="1728470">
                <a:moveTo>
                  <a:pt x="10511028" y="1728215"/>
                </a:moveTo>
                <a:lnTo>
                  <a:pt x="288035" y="1728215"/>
                </a:lnTo>
                <a:lnTo>
                  <a:pt x="241180" y="1724572"/>
                </a:lnTo>
                <a:lnTo>
                  <a:pt x="196754" y="1713756"/>
                </a:lnTo>
                <a:lnTo>
                  <a:pt x="155351" y="1696360"/>
                </a:lnTo>
                <a:lnTo>
                  <a:pt x="117564" y="1672977"/>
                </a:lnTo>
                <a:lnTo>
                  <a:pt x="83986" y="1644200"/>
                </a:lnTo>
                <a:lnTo>
                  <a:pt x="55211" y="1610624"/>
                </a:lnTo>
                <a:lnTo>
                  <a:pt x="31831" y="1572840"/>
                </a:lnTo>
                <a:lnTo>
                  <a:pt x="14441" y="1531443"/>
                </a:lnTo>
                <a:lnTo>
                  <a:pt x="3633" y="1487025"/>
                </a:lnTo>
                <a:lnTo>
                  <a:pt x="0" y="1440179"/>
                </a:lnTo>
                <a:lnTo>
                  <a:pt x="0" y="288035"/>
                </a:lnTo>
                <a:lnTo>
                  <a:pt x="3633" y="241420"/>
                </a:lnTo>
                <a:lnTo>
                  <a:pt x="14441" y="197181"/>
                </a:lnTo>
                <a:lnTo>
                  <a:pt x="31831" y="155911"/>
                </a:lnTo>
                <a:lnTo>
                  <a:pt x="55211" y="118204"/>
                </a:lnTo>
                <a:lnTo>
                  <a:pt x="83986" y="84653"/>
                </a:lnTo>
                <a:lnTo>
                  <a:pt x="117564" y="55851"/>
                </a:lnTo>
                <a:lnTo>
                  <a:pt x="155351" y="32392"/>
                </a:lnTo>
                <a:lnTo>
                  <a:pt x="196754" y="14868"/>
                </a:lnTo>
                <a:lnTo>
                  <a:pt x="241180" y="3873"/>
                </a:lnTo>
                <a:lnTo>
                  <a:pt x="288035" y="0"/>
                </a:lnTo>
                <a:lnTo>
                  <a:pt x="10511028" y="0"/>
                </a:lnTo>
                <a:lnTo>
                  <a:pt x="10557883" y="3873"/>
                </a:lnTo>
                <a:lnTo>
                  <a:pt x="10602309" y="14868"/>
                </a:lnTo>
                <a:lnTo>
                  <a:pt x="10643712" y="32392"/>
                </a:lnTo>
                <a:lnTo>
                  <a:pt x="10681499" y="55851"/>
                </a:lnTo>
                <a:lnTo>
                  <a:pt x="10715077" y="84653"/>
                </a:lnTo>
                <a:lnTo>
                  <a:pt x="10743852" y="118204"/>
                </a:lnTo>
                <a:lnTo>
                  <a:pt x="10767232" y="155911"/>
                </a:lnTo>
                <a:lnTo>
                  <a:pt x="10784622" y="197181"/>
                </a:lnTo>
                <a:lnTo>
                  <a:pt x="10795430" y="241420"/>
                </a:lnTo>
                <a:lnTo>
                  <a:pt x="10799064" y="288035"/>
                </a:lnTo>
                <a:lnTo>
                  <a:pt x="10799064" y="1440179"/>
                </a:lnTo>
                <a:lnTo>
                  <a:pt x="10795430" y="1487025"/>
                </a:lnTo>
                <a:lnTo>
                  <a:pt x="10784622" y="1531443"/>
                </a:lnTo>
                <a:lnTo>
                  <a:pt x="10767232" y="1572840"/>
                </a:lnTo>
                <a:lnTo>
                  <a:pt x="10743852" y="1610624"/>
                </a:lnTo>
                <a:lnTo>
                  <a:pt x="10715077" y="1644200"/>
                </a:lnTo>
                <a:lnTo>
                  <a:pt x="10681499" y="1672977"/>
                </a:lnTo>
                <a:lnTo>
                  <a:pt x="10643712" y="1696360"/>
                </a:lnTo>
                <a:lnTo>
                  <a:pt x="10602309" y="1713756"/>
                </a:lnTo>
                <a:lnTo>
                  <a:pt x="10557883" y="1724572"/>
                </a:lnTo>
                <a:lnTo>
                  <a:pt x="10511028" y="1728215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34744" y="1361186"/>
            <a:ext cx="9810115" cy="1397000"/>
          </a:xfrm>
          <a:prstGeom prst="rect"/>
        </p:spPr>
        <p:txBody>
          <a:bodyPr wrap="square" lIns="0" tIns="165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函数</a:t>
            </a:r>
            <a:r>
              <a:rPr dirty="0" sz="2000">
                <a:solidFill>
                  <a:srgbClr val="FFFFFF"/>
                </a:solidFill>
              </a:rPr>
              <a:t>：是指组织好、可重复使用的，用来实现单一或相关联功能的代码段</a:t>
            </a:r>
            <a:r>
              <a:rPr dirty="0" sz="2000" spc="5">
                <a:solidFill>
                  <a:srgbClr val="FFFFFF"/>
                </a:solidFill>
              </a:rPr>
              <a:t>。</a:t>
            </a:r>
            <a:endParaRPr sz="2000">
              <a:latin typeface="宋体"/>
              <a:cs typeface="宋体"/>
            </a:endParaRPr>
          </a:p>
          <a:p>
            <a:pPr marL="12700" marR="5080">
              <a:lnSpc>
                <a:spcPct val="150000"/>
              </a:lnSpc>
            </a:pP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函数作用</a:t>
            </a:r>
            <a:r>
              <a:rPr dirty="0" sz="2000" spc="-5">
                <a:solidFill>
                  <a:srgbClr val="FFFFFF"/>
                </a:solidFill>
              </a:rPr>
              <a:t>：实现代码的重复使用，实现代码的一致性(一致性是指只要修改函数的代码</a:t>
            </a:r>
            <a:r>
              <a:rPr dirty="0" sz="2000">
                <a:solidFill>
                  <a:srgbClr val="FFFFFF"/>
                </a:solidFill>
              </a:rPr>
              <a:t>， </a:t>
            </a:r>
            <a:r>
              <a:rPr dirty="0" sz="2000">
                <a:solidFill>
                  <a:srgbClr val="FFFFFF"/>
                </a:solidFill>
              </a:rPr>
              <a:t>所有调用该函数的地方都能得到体现</a:t>
            </a:r>
            <a:r>
              <a:rPr dirty="0" sz="2000" spc="-5">
                <a:solidFill>
                  <a:srgbClr val="FFFFFF"/>
                </a:solidFill>
              </a:rPr>
              <a:t>)</a:t>
            </a:r>
            <a:r>
              <a:rPr dirty="0" sz="2000" spc="5">
                <a:solidFill>
                  <a:srgbClr val="FFFFFF"/>
                </a:solidFill>
              </a:rPr>
              <a:t>。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96468" y="3447288"/>
            <a:ext cx="10800715" cy="2245360"/>
          </a:xfrm>
          <a:custGeom>
            <a:avLst/>
            <a:gdLst/>
            <a:ahLst/>
            <a:cxnLst/>
            <a:rect l="l" t="t" r="r" b="b"/>
            <a:pathLst>
              <a:path w="10800715" h="2245360">
                <a:moveTo>
                  <a:pt x="10425684" y="2244852"/>
                </a:moveTo>
                <a:lnTo>
                  <a:pt x="373379" y="2244852"/>
                </a:lnTo>
                <a:lnTo>
                  <a:pt x="326498" y="2241948"/>
                </a:lnTo>
                <a:lnTo>
                  <a:pt x="281351" y="2233448"/>
                </a:lnTo>
                <a:lnTo>
                  <a:pt x="238290" y="2219705"/>
                </a:lnTo>
                <a:lnTo>
                  <a:pt x="197668" y="2201071"/>
                </a:lnTo>
                <a:lnTo>
                  <a:pt x="159838" y="2177900"/>
                </a:lnTo>
                <a:lnTo>
                  <a:pt x="125153" y="2150542"/>
                </a:lnTo>
                <a:lnTo>
                  <a:pt x="93963" y="2119352"/>
                </a:lnTo>
                <a:lnTo>
                  <a:pt x="66623" y="2084682"/>
                </a:lnTo>
                <a:lnTo>
                  <a:pt x="43485" y="2046885"/>
                </a:lnTo>
                <a:lnTo>
                  <a:pt x="24901" y="2006312"/>
                </a:lnTo>
                <a:lnTo>
                  <a:pt x="11224" y="1963317"/>
                </a:lnTo>
                <a:lnTo>
                  <a:pt x="2806" y="1918253"/>
                </a:lnTo>
                <a:lnTo>
                  <a:pt x="0" y="1871472"/>
                </a:lnTo>
                <a:lnTo>
                  <a:pt x="0" y="374903"/>
                </a:lnTo>
                <a:lnTo>
                  <a:pt x="2806" y="327875"/>
                </a:lnTo>
                <a:lnTo>
                  <a:pt x="11224" y="282601"/>
                </a:lnTo>
                <a:lnTo>
                  <a:pt x="24901" y="239430"/>
                </a:lnTo>
                <a:lnTo>
                  <a:pt x="43485" y="198710"/>
                </a:lnTo>
                <a:lnTo>
                  <a:pt x="66623" y="160789"/>
                </a:lnTo>
                <a:lnTo>
                  <a:pt x="93963" y="126015"/>
                </a:lnTo>
                <a:lnTo>
                  <a:pt x="125153" y="94738"/>
                </a:lnTo>
                <a:lnTo>
                  <a:pt x="159838" y="67305"/>
                </a:lnTo>
                <a:lnTo>
                  <a:pt x="197668" y="44065"/>
                </a:lnTo>
                <a:lnTo>
                  <a:pt x="238290" y="25366"/>
                </a:lnTo>
                <a:lnTo>
                  <a:pt x="281351" y="11557"/>
                </a:lnTo>
                <a:lnTo>
                  <a:pt x="326498" y="2985"/>
                </a:lnTo>
                <a:lnTo>
                  <a:pt x="373379" y="0"/>
                </a:lnTo>
                <a:lnTo>
                  <a:pt x="10425684" y="0"/>
                </a:lnTo>
                <a:lnTo>
                  <a:pt x="10472701" y="2985"/>
                </a:lnTo>
                <a:lnTo>
                  <a:pt x="10517966" y="11557"/>
                </a:lnTo>
                <a:lnTo>
                  <a:pt x="10561130" y="25366"/>
                </a:lnTo>
                <a:lnTo>
                  <a:pt x="10601845" y="44065"/>
                </a:lnTo>
                <a:lnTo>
                  <a:pt x="10639762" y="67305"/>
                </a:lnTo>
                <a:lnTo>
                  <a:pt x="10674534" y="94738"/>
                </a:lnTo>
                <a:lnTo>
                  <a:pt x="10705811" y="126015"/>
                </a:lnTo>
                <a:lnTo>
                  <a:pt x="10733246" y="160789"/>
                </a:lnTo>
                <a:lnTo>
                  <a:pt x="10756489" y="198710"/>
                </a:lnTo>
                <a:lnTo>
                  <a:pt x="10775194" y="239430"/>
                </a:lnTo>
                <a:lnTo>
                  <a:pt x="10789011" y="282601"/>
                </a:lnTo>
                <a:lnTo>
                  <a:pt x="10797591" y="327875"/>
                </a:lnTo>
                <a:lnTo>
                  <a:pt x="10800588" y="374903"/>
                </a:lnTo>
                <a:lnTo>
                  <a:pt x="10800588" y="1871472"/>
                </a:lnTo>
                <a:lnTo>
                  <a:pt x="10797591" y="1918253"/>
                </a:lnTo>
                <a:lnTo>
                  <a:pt x="10789011" y="1963317"/>
                </a:lnTo>
                <a:lnTo>
                  <a:pt x="10775194" y="2006312"/>
                </a:lnTo>
                <a:lnTo>
                  <a:pt x="10756489" y="2046885"/>
                </a:lnTo>
                <a:lnTo>
                  <a:pt x="10733246" y="2084682"/>
                </a:lnTo>
                <a:lnTo>
                  <a:pt x="10705811" y="2119352"/>
                </a:lnTo>
                <a:lnTo>
                  <a:pt x="10674534" y="2150542"/>
                </a:lnTo>
                <a:lnTo>
                  <a:pt x="10639762" y="2177900"/>
                </a:lnTo>
                <a:lnTo>
                  <a:pt x="10601845" y="2201071"/>
                </a:lnTo>
                <a:lnTo>
                  <a:pt x="10561130" y="2219705"/>
                </a:lnTo>
                <a:lnTo>
                  <a:pt x="10517966" y="2233448"/>
                </a:lnTo>
                <a:lnTo>
                  <a:pt x="10472701" y="2241948"/>
                </a:lnTo>
                <a:lnTo>
                  <a:pt x="10425684" y="22448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89609" y="3441268"/>
            <a:ext cx="10813415" cy="2247900"/>
          </a:xfrm>
          <a:custGeom>
            <a:avLst/>
            <a:gdLst/>
            <a:ahLst/>
            <a:cxnLst/>
            <a:rect l="l" t="t" r="r" b="b"/>
            <a:pathLst>
              <a:path w="10813415" h="2247900">
                <a:moveTo>
                  <a:pt x="10537113" y="12700"/>
                </a:moveTo>
                <a:lnTo>
                  <a:pt x="276301" y="12700"/>
                </a:lnTo>
                <a:lnTo>
                  <a:pt x="285381" y="0"/>
                </a:lnTo>
                <a:lnTo>
                  <a:pt x="10528033" y="0"/>
                </a:lnTo>
                <a:lnTo>
                  <a:pt x="10537113" y="12700"/>
                </a:lnTo>
                <a:close/>
              </a:path>
              <a:path w="10813415" h="2247900">
                <a:moveTo>
                  <a:pt x="279692" y="25400"/>
                </a:moveTo>
                <a:lnTo>
                  <a:pt x="240944" y="25400"/>
                </a:lnTo>
                <a:lnTo>
                  <a:pt x="249643" y="12700"/>
                </a:lnTo>
                <a:lnTo>
                  <a:pt x="288620" y="12700"/>
                </a:lnTo>
                <a:lnTo>
                  <a:pt x="279692" y="25400"/>
                </a:lnTo>
                <a:close/>
              </a:path>
              <a:path w="10813415" h="2247900">
                <a:moveTo>
                  <a:pt x="10572470" y="25400"/>
                </a:moveTo>
                <a:lnTo>
                  <a:pt x="10533722" y="25400"/>
                </a:lnTo>
                <a:lnTo>
                  <a:pt x="10524794" y="12700"/>
                </a:lnTo>
                <a:lnTo>
                  <a:pt x="10563771" y="12700"/>
                </a:lnTo>
                <a:lnTo>
                  <a:pt x="10572470" y="25400"/>
                </a:lnTo>
                <a:close/>
              </a:path>
              <a:path w="10813415" h="2247900">
                <a:moveTo>
                  <a:pt x="245529" y="38100"/>
                </a:moveTo>
                <a:lnTo>
                  <a:pt x="207251" y="38100"/>
                </a:lnTo>
                <a:lnTo>
                  <a:pt x="215506" y="25400"/>
                </a:lnTo>
                <a:lnTo>
                  <a:pt x="254076" y="25400"/>
                </a:lnTo>
                <a:lnTo>
                  <a:pt x="245529" y="38100"/>
                </a:lnTo>
                <a:close/>
              </a:path>
              <a:path w="10813415" h="2247900">
                <a:moveTo>
                  <a:pt x="10606163" y="38100"/>
                </a:moveTo>
                <a:lnTo>
                  <a:pt x="10567873" y="38100"/>
                </a:lnTo>
                <a:lnTo>
                  <a:pt x="10559338" y="25400"/>
                </a:lnTo>
                <a:lnTo>
                  <a:pt x="10597908" y="25400"/>
                </a:lnTo>
                <a:lnTo>
                  <a:pt x="10606163" y="38100"/>
                </a:lnTo>
                <a:close/>
              </a:path>
              <a:path w="10813415" h="2247900">
                <a:moveTo>
                  <a:pt x="212966" y="50800"/>
                </a:moveTo>
                <a:lnTo>
                  <a:pt x="183172" y="50800"/>
                </a:lnTo>
                <a:lnTo>
                  <a:pt x="191071" y="38100"/>
                </a:lnTo>
                <a:lnTo>
                  <a:pt x="221094" y="38100"/>
                </a:lnTo>
                <a:lnTo>
                  <a:pt x="212966" y="50800"/>
                </a:lnTo>
                <a:close/>
              </a:path>
              <a:path w="10813415" h="2247900">
                <a:moveTo>
                  <a:pt x="10630242" y="50800"/>
                </a:moveTo>
                <a:lnTo>
                  <a:pt x="10600448" y="50800"/>
                </a:lnTo>
                <a:lnTo>
                  <a:pt x="10592320" y="38100"/>
                </a:lnTo>
                <a:lnTo>
                  <a:pt x="10622343" y="38100"/>
                </a:lnTo>
                <a:lnTo>
                  <a:pt x="10630242" y="50800"/>
                </a:lnTo>
                <a:close/>
              </a:path>
              <a:path w="10813415" h="2247900">
                <a:moveTo>
                  <a:pt x="189699" y="63500"/>
                </a:moveTo>
                <a:lnTo>
                  <a:pt x="167728" y="63500"/>
                </a:lnTo>
                <a:lnTo>
                  <a:pt x="175387" y="50800"/>
                </a:lnTo>
                <a:lnTo>
                  <a:pt x="197472" y="50800"/>
                </a:lnTo>
                <a:lnTo>
                  <a:pt x="189699" y="63500"/>
                </a:lnTo>
                <a:close/>
              </a:path>
              <a:path w="10813415" h="2247900">
                <a:moveTo>
                  <a:pt x="10645686" y="63500"/>
                </a:moveTo>
                <a:lnTo>
                  <a:pt x="10623715" y="63500"/>
                </a:lnTo>
                <a:lnTo>
                  <a:pt x="10615942" y="50800"/>
                </a:lnTo>
                <a:lnTo>
                  <a:pt x="10638028" y="50800"/>
                </a:lnTo>
                <a:lnTo>
                  <a:pt x="10645686" y="63500"/>
                </a:lnTo>
                <a:close/>
              </a:path>
              <a:path w="10813415" h="2247900">
                <a:moveTo>
                  <a:pt x="167512" y="76200"/>
                </a:moveTo>
                <a:lnTo>
                  <a:pt x="145567" y="76200"/>
                </a:lnTo>
                <a:lnTo>
                  <a:pt x="152819" y="63500"/>
                </a:lnTo>
                <a:lnTo>
                  <a:pt x="174904" y="63500"/>
                </a:lnTo>
                <a:lnTo>
                  <a:pt x="167512" y="76200"/>
                </a:lnTo>
                <a:close/>
              </a:path>
              <a:path w="10813415" h="2247900">
                <a:moveTo>
                  <a:pt x="10667847" y="76200"/>
                </a:moveTo>
                <a:lnTo>
                  <a:pt x="10645902" y="76200"/>
                </a:lnTo>
                <a:lnTo>
                  <a:pt x="10638510" y="63500"/>
                </a:lnTo>
                <a:lnTo>
                  <a:pt x="10660595" y="63500"/>
                </a:lnTo>
                <a:lnTo>
                  <a:pt x="10667847" y="76200"/>
                </a:lnTo>
                <a:close/>
              </a:path>
              <a:path w="10813415" h="2247900">
                <a:moveTo>
                  <a:pt x="153352" y="88900"/>
                </a:moveTo>
                <a:lnTo>
                  <a:pt x="131470" y="88900"/>
                </a:lnTo>
                <a:lnTo>
                  <a:pt x="138442" y="76200"/>
                </a:lnTo>
                <a:lnTo>
                  <a:pt x="160489" y="76200"/>
                </a:lnTo>
                <a:lnTo>
                  <a:pt x="153352" y="88900"/>
                </a:lnTo>
                <a:close/>
              </a:path>
              <a:path w="10813415" h="2247900">
                <a:moveTo>
                  <a:pt x="10681944" y="88900"/>
                </a:moveTo>
                <a:lnTo>
                  <a:pt x="10660062" y="88900"/>
                </a:lnTo>
                <a:lnTo>
                  <a:pt x="10652925" y="76200"/>
                </a:lnTo>
                <a:lnTo>
                  <a:pt x="10674972" y="76200"/>
                </a:lnTo>
                <a:lnTo>
                  <a:pt x="10681944" y="88900"/>
                </a:lnTo>
                <a:close/>
              </a:path>
              <a:path w="10813415" h="2247900">
                <a:moveTo>
                  <a:pt x="139725" y="101600"/>
                </a:moveTo>
                <a:lnTo>
                  <a:pt x="117957" y="101600"/>
                </a:lnTo>
                <a:lnTo>
                  <a:pt x="124637" y="88900"/>
                </a:lnTo>
                <a:lnTo>
                  <a:pt x="146583" y="88900"/>
                </a:lnTo>
                <a:lnTo>
                  <a:pt x="139725" y="101600"/>
                </a:lnTo>
                <a:close/>
              </a:path>
              <a:path w="10813415" h="2247900">
                <a:moveTo>
                  <a:pt x="10695457" y="101600"/>
                </a:moveTo>
                <a:lnTo>
                  <a:pt x="10673689" y="101600"/>
                </a:lnTo>
                <a:lnTo>
                  <a:pt x="10666831" y="88900"/>
                </a:lnTo>
                <a:lnTo>
                  <a:pt x="10688764" y="88900"/>
                </a:lnTo>
                <a:lnTo>
                  <a:pt x="10695457" y="101600"/>
                </a:lnTo>
                <a:close/>
              </a:path>
              <a:path w="10813415" h="2247900">
                <a:moveTo>
                  <a:pt x="120357" y="114300"/>
                </a:moveTo>
                <a:lnTo>
                  <a:pt x="105054" y="114300"/>
                </a:lnTo>
                <a:lnTo>
                  <a:pt x="111429" y="101600"/>
                </a:lnTo>
                <a:lnTo>
                  <a:pt x="126784" y="101600"/>
                </a:lnTo>
                <a:lnTo>
                  <a:pt x="120357" y="114300"/>
                </a:lnTo>
                <a:close/>
              </a:path>
              <a:path w="10813415" h="2247900">
                <a:moveTo>
                  <a:pt x="126669" y="114300"/>
                </a:moveTo>
                <a:lnTo>
                  <a:pt x="126784" y="101600"/>
                </a:lnTo>
                <a:lnTo>
                  <a:pt x="133235" y="101600"/>
                </a:lnTo>
                <a:lnTo>
                  <a:pt x="126669" y="114300"/>
                </a:lnTo>
                <a:close/>
              </a:path>
              <a:path w="10813415" h="2247900">
                <a:moveTo>
                  <a:pt x="10686745" y="114300"/>
                </a:moveTo>
                <a:lnTo>
                  <a:pt x="10680179" y="101600"/>
                </a:lnTo>
                <a:lnTo>
                  <a:pt x="10686630" y="101600"/>
                </a:lnTo>
                <a:lnTo>
                  <a:pt x="10686745" y="114300"/>
                </a:lnTo>
                <a:close/>
              </a:path>
              <a:path w="10813415" h="2247900">
                <a:moveTo>
                  <a:pt x="10708360" y="114300"/>
                </a:moveTo>
                <a:lnTo>
                  <a:pt x="10693057" y="114300"/>
                </a:lnTo>
                <a:lnTo>
                  <a:pt x="10686630" y="101600"/>
                </a:lnTo>
                <a:lnTo>
                  <a:pt x="10701985" y="101600"/>
                </a:lnTo>
                <a:lnTo>
                  <a:pt x="10708360" y="114300"/>
                </a:lnTo>
                <a:close/>
              </a:path>
              <a:path w="10813415" h="2247900">
                <a:moveTo>
                  <a:pt x="108178" y="127000"/>
                </a:moveTo>
                <a:lnTo>
                  <a:pt x="92773" y="127000"/>
                </a:lnTo>
                <a:lnTo>
                  <a:pt x="98831" y="114300"/>
                </a:lnTo>
                <a:lnTo>
                  <a:pt x="114300" y="114300"/>
                </a:lnTo>
                <a:lnTo>
                  <a:pt x="108178" y="127000"/>
                </a:lnTo>
                <a:close/>
              </a:path>
              <a:path w="10813415" h="2247900">
                <a:moveTo>
                  <a:pt x="10720641" y="127000"/>
                </a:moveTo>
                <a:lnTo>
                  <a:pt x="10705236" y="127000"/>
                </a:lnTo>
                <a:lnTo>
                  <a:pt x="10699115" y="114300"/>
                </a:lnTo>
                <a:lnTo>
                  <a:pt x="10714583" y="114300"/>
                </a:lnTo>
                <a:lnTo>
                  <a:pt x="10720641" y="127000"/>
                </a:lnTo>
                <a:close/>
              </a:path>
              <a:path w="10813415" h="2247900">
                <a:moveTo>
                  <a:pt x="91084" y="152400"/>
                </a:moveTo>
                <a:lnTo>
                  <a:pt x="75590" y="152400"/>
                </a:lnTo>
                <a:lnTo>
                  <a:pt x="81153" y="139700"/>
                </a:lnTo>
                <a:lnTo>
                  <a:pt x="86880" y="127000"/>
                </a:lnTo>
                <a:lnTo>
                  <a:pt x="108280" y="127000"/>
                </a:lnTo>
                <a:lnTo>
                  <a:pt x="102323" y="139700"/>
                </a:lnTo>
                <a:lnTo>
                  <a:pt x="96723" y="139700"/>
                </a:lnTo>
                <a:lnTo>
                  <a:pt x="91084" y="152400"/>
                </a:lnTo>
                <a:close/>
              </a:path>
              <a:path w="10813415" h="2247900">
                <a:moveTo>
                  <a:pt x="10737824" y="152400"/>
                </a:moveTo>
                <a:lnTo>
                  <a:pt x="10722330" y="152400"/>
                </a:lnTo>
                <a:lnTo>
                  <a:pt x="10716691" y="139700"/>
                </a:lnTo>
                <a:lnTo>
                  <a:pt x="10711091" y="139700"/>
                </a:lnTo>
                <a:lnTo>
                  <a:pt x="10705134" y="127000"/>
                </a:lnTo>
                <a:lnTo>
                  <a:pt x="10726534" y="127000"/>
                </a:lnTo>
                <a:lnTo>
                  <a:pt x="10732262" y="139700"/>
                </a:lnTo>
                <a:lnTo>
                  <a:pt x="10737824" y="152400"/>
                </a:lnTo>
                <a:close/>
              </a:path>
              <a:path w="10813415" h="2247900">
                <a:moveTo>
                  <a:pt x="80505" y="165100"/>
                </a:moveTo>
                <a:lnTo>
                  <a:pt x="64973" y="165100"/>
                </a:lnTo>
                <a:lnTo>
                  <a:pt x="70192" y="152400"/>
                </a:lnTo>
                <a:lnTo>
                  <a:pt x="85801" y="152400"/>
                </a:lnTo>
                <a:lnTo>
                  <a:pt x="80505" y="165100"/>
                </a:lnTo>
                <a:close/>
              </a:path>
              <a:path w="10813415" h="2247900">
                <a:moveTo>
                  <a:pt x="10748441" y="165100"/>
                </a:moveTo>
                <a:lnTo>
                  <a:pt x="10732909" y="165100"/>
                </a:lnTo>
                <a:lnTo>
                  <a:pt x="10727613" y="152400"/>
                </a:lnTo>
                <a:lnTo>
                  <a:pt x="10743222" y="152400"/>
                </a:lnTo>
                <a:lnTo>
                  <a:pt x="10748441" y="165100"/>
                </a:lnTo>
                <a:close/>
              </a:path>
              <a:path w="10813415" h="2247900">
                <a:moveTo>
                  <a:pt x="61379" y="190500"/>
                </a:moveTo>
                <a:lnTo>
                  <a:pt x="50406" y="190500"/>
                </a:lnTo>
                <a:lnTo>
                  <a:pt x="55079" y="177800"/>
                </a:lnTo>
                <a:lnTo>
                  <a:pt x="59944" y="165100"/>
                </a:lnTo>
                <a:lnTo>
                  <a:pt x="75539" y="165100"/>
                </a:lnTo>
                <a:lnTo>
                  <a:pt x="70586" y="177800"/>
                </a:lnTo>
                <a:lnTo>
                  <a:pt x="65976" y="177800"/>
                </a:lnTo>
                <a:lnTo>
                  <a:pt x="61379" y="190500"/>
                </a:lnTo>
                <a:close/>
              </a:path>
              <a:path w="10813415" h="2247900">
                <a:moveTo>
                  <a:pt x="10763008" y="190500"/>
                </a:moveTo>
                <a:lnTo>
                  <a:pt x="10752035" y="190500"/>
                </a:lnTo>
                <a:lnTo>
                  <a:pt x="10747438" y="177800"/>
                </a:lnTo>
                <a:lnTo>
                  <a:pt x="10742828" y="177800"/>
                </a:lnTo>
                <a:lnTo>
                  <a:pt x="10737875" y="165100"/>
                </a:lnTo>
                <a:lnTo>
                  <a:pt x="10753471" y="165100"/>
                </a:lnTo>
                <a:lnTo>
                  <a:pt x="10758335" y="177800"/>
                </a:lnTo>
                <a:lnTo>
                  <a:pt x="10763008" y="190500"/>
                </a:lnTo>
                <a:close/>
              </a:path>
              <a:path w="10813415" h="2247900">
                <a:moveTo>
                  <a:pt x="57048" y="203200"/>
                </a:moveTo>
                <a:lnTo>
                  <a:pt x="41630" y="203200"/>
                </a:lnTo>
                <a:lnTo>
                  <a:pt x="45923" y="190500"/>
                </a:lnTo>
                <a:lnTo>
                  <a:pt x="61455" y="190500"/>
                </a:lnTo>
                <a:lnTo>
                  <a:pt x="57048" y="203200"/>
                </a:lnTo>
                <a:close/>
              </a:path>
              <a:path w="10813415" h="2247900">
                <a:moveTo>
                  <a:pt x="10771784" y="203200"/>
                </a:moveTo>
                <a:lnTo>
                  <a:pt x="10756366" y="203200"/>
                </a:lnTo>
                <a:lnTo>
                  <a:pt x="10751959" y="190500"/>
                </a:lnTo>
                <a:lnTo>
                  <a:pt x="10767491" y="190500"/>
                </a:lnTo>
                <a:lnTo>
                  <a:pt x="10771784" y="203200"/>
                </a:lnTo>
                <a:close/>
              </a:path>
              <a:path w="10813415" h="2247900">
                <a:moveTo>
                  <a:pt x="45148" y="228600"/>
                </a:moveTo>
                <a:lnTo>
                  <a:pt x="29895" y="228600"/>
                </a:lnTo>
                <a:lnTo>
                  <a:pt x="33604" y="215900"/>
                </a:lnTo>
                <a:lnTo>
                  <a:pt x="37515" y="203200"/>
                </a:lnTo>
                <a:lnTo>
                  <a:pt x="52959" y="203200"/>
                </a:lnTo>
                <a:lnTo>
                  <a:pt x="48933" y="215900"/>
                </a:lnTo>
                <a:lnTo>
                  <a:pt x="45148" y="228600"/>
                </a:lnTo>
                <a:close/>
              </a:path>
              <a:path w="10813415" h="2247900">
                <a:moveTo>
                  <a:pt x="10783519" y="228600"/>
                </a:moveTo>
                <a:lnTo>
                  <a:pt x="10768266" y="228600"/>
                </a:lnTo>
                <a:lnTo>
                  <a:pt x="10764418" y="215900"/>
                </a:lnTo>
                <a:lnTo>
                  <a:pt x="10760456" y="203200"/>
                </a:lnTo>
                <a:lnTo>
                  <a:pt x="10775899" y="203200"/>
                </a:lnTo>
                <a:lnTo>
                  <a:pt x="10779798" y="215900"/>
                </a:lnTo>
                <a:lnTo>
                  <a:pt x="10783519" y="228600"/>
                </a:lnTo>
                <a:close/>
              </a:path>
              <a:path w="10813415" h="2247900">
                <a:moveTo>
                  <a:pt x="29210" y="266700"/>
                </a:moveTo>
                <a:lnTo>
                  <a:pt x="17106" y="266700"/>
                </a:lnTo>
                <a:lnTo>
                  <a:pt x="19989" y="254000"/>
                </a:lnTo>
                <a:lnTo>
                  <a:pt x="23088" y="241300"/>
                </a:lnTo>
                <a:lnTo>
                  <a:pt x="26390" y="228600"/>
                </a:lnTo>
                <a:lnTo>
                  <a:pt x="41630" y="228600"/>
                </a:lnTo>
                <a:lnTo>
                  <a:pt x="38176" y="241300"/>
                </a:lnTo>
                <a:lnTo>
                  <a:pt x="35039" y="241300"/>
                </a:lnTo>
                <a:lnTo>
                  <a:pt x="31991" y="254000"/>
                </a:lnTo>
                <a:lnTo>
                  <a:pt x="29210" y="266700"/>
                </a:lnTo>
                <a:close/>
              </a:path>
              <a:path w="10813415" h="2247900">
                <a:moveTo>
                  <a:pt x="10796308" y="266700"/>
                </a:moveTo>
                <a:lnTo>
                  <a:pt x="10784205" y="266700"/>
                </a:lnTo>
                <a:lnTo>
                  <a:pt x="10781372" y="254000"/>
                </a:lnTo>
                <a:lnTo>
                  <a:pt x="10778375" y="241300"/>
                </a:lnTo>
                <a:lnTo>
                  <a:pt x="10775238" y="241300"/>
                </a:lnTo>
                <a:lnTo>
                  <a:pt x="10771784" y="228600"/>
                </a:lnTo>
                <a:lnTo>
                  <a:pt x="10787024" y="228600"/>
                </a:lnTo>
                <a:lnTo>
                  <a:pt x="10790326" y="241300"/>
                </a:lnTo>
                <a:lnTo>
                  <a:pt x="10793425" y="254000"/>
                </a:lnTo>
                <a:lnTo>
                  <a:pt x="10796308" y="266700"/>
                </a:lnTo>
                <a:close/>
              </a:path>
              <a:path w="10813415" h="2247900">
                <a:moveTo>
                  <a:pt x="34988" y="254000"/>
                </a:moveTo>
                <a:lnTo>
                  <a:pt x="35039" y="241300"/>
                </a:lnTo>
                <a:lnTo>
                  <a:pt x="38239" y="241300"/>
                </a:lnTo>
                <a:lnTo>
                  <a:pt x="34988" y="254000"/>
                </a:lnTo>
                <a:close/>
              </a:path>
              <a:path w="10813415" h="2247900">
                <a:moveTo>
                  <a:pt x="10778426" y="254000"/>
                </a:moveTo>
                <a:lnTo>
                  <a:pt x="10775175" y="241300"/>
                </a:lnTo>
                <a:lnTo>
                  <a:pt x="10778375" y="241300"/>
                </a:lnTo>
                <a:lnTo>
                  <a:pt x="10778426" y="254000"/>
                </a:lnTo>
                <a:close/>
              </a:path>
              <a:path w="10813415" h="2247900">
                <a:moveTo>
                  <a:pt x="22098" y="292100"/>
                </a:moveTo>
                <a:lnTo>
                  <a:pt x="9740" y="292100"/>
                </a:lnTo>
                <a:lnTo>
                  <a:pt x="11976" y="279400"/>
                </a:lnTo>
                <a:lnTo>
                  <a:pt x="14427" y="266700"/>
                </a:lnTo>
                <a:lnTo>
                  <a:pt x="29260" y="266700"/>
                </a:lnTo>
                <a:lnTo>
                  <a:pt x="26631" y="279400"/>
                </a:lnTo>
                <a:lnTo>
                  <a:pt x="24295" y="279400"/>
                </a:lnTo>
                <a:lnTo>
                  <a:pt x="22098" y="292100"/>
                </a:lnTo>
                <a:close/>
              </a:path>
              <a:path w="10813415" h="2247900">
                <a:moveTo>
                  <a:pt x="10803674" y="292100"/>
                </a:moveTo>
                <a:lnTo>
                  <a:pt x="10791317" y="292100"/>
                </a:lnTo>
                <a:lnTo>
                  <a:pt x="10789119" y="279400"/>
                </a:lnTo>
                <a:lnTo>
                  <a:pt x="10786783" y="279400"/>
                </a:lnTo>
                <a:lnTo>
                  <a:pt x="10784154" y="266700"/>
                </a:lnTo>
                <a:lnTo>
                  <a:pt x="10798987" y="266700"/>
                </a:lnTo>
                <a:lnTo>
                  <a:pt x="10801438" y="279400"/>
                </a:lnTo>
                <a:lnTo>
                  <a:pt x="10803674" y="292100"/>
                </a:lnTo>
                <a:close/>
              </a:path>
              <a:path w="10813415" h="2247900">
                <a:moveTo>
                  <a:pt x="15646" y="330200"/>
                </a:moveTo>
                <a:lnTo>
                  <a:pt x="3060" y="330200"/>
                </a:lnTo>
                <a:lnTo>
                  <a:pt x="4381" y="317500"/>
                </a:lnTo>
                <a:lnTo>
                  <a:pt x="5943" y="304800"/>
                </a:lnTo>
                <a:lnTo>
                  <a:pt x="7734" y="292100"/>
                </a:lnTo>
                <a:lnTo>
                  <a:pt x="22136" y="292100"/>
                </a:lnTo>
                <a:lnTo>
                  <a:pt x="20154" y="304800"/>
                </a:lnTo>
                <a:lnTo>
                  <a:pt x="18453" y="304800"/>
                </a:lnTo>
                <a:lnTo>
                  <a:pt x="16929" y="317500"/>
                </a:lnTo>
                <a:lnTo>
                  <a:pt x="15646" y="330200"/>
                </a:lnTo>
                <a:close/>
              </a:path>
              <a:path w="10813415" h="2247900">
                <a:moveTo>
                  <a:pt x="10810354" y="330200"/>
                </a:moveTo>
                <a:lnTo>
                  <a:pt x="10797768" y="330200"/>
                </a:lnTo>
                <a:lnTo>
                  <a:pt x="10796460" y="317500"/>
                </a:lnTo>
                <a:lnTo>
                  <a:pt x="10794961" y="304800"/>
                </a:lnTo>
                <a:lnTo>
                  <a:pt x="10793260" y="304800"/>
                </a:lnTo>
                <a:lnTo>
                  <a:pt x="10791278" y="292100"/>
                </a:lnTo>
                <a:lnTo>
                  <a:pt x="10805680" y="292100"/>
                </a:lnTo>
                <a:lnTo>
                  <a:pt x="10807471" y="304800"/>
                </a:lnTo>
                <a:lnTo>
                  <a:pt x="10809033" y="317500"/>
                </a:lnTo>
                <a:lnTo>
                  <a:pt x="10810354" y="330200"/>
                </a:lnTo>
                <a:close/>
              </a:path>
              <a:path w="10813415" h="2247900">
                <a:moveTo>
                  <a:pt x="12814" y="368300"/>
                </a:moveTo>
                <a:lnTo>
                  <a:pt x="127" y="368300"/>
                </a:lnTo>
                <a:lnTo>
                  <a:pt x="495" y="355600"/>
                </a:lnTo>
                <a:lnTo>
                  <a:pt x="1104" y="342900"/>
                </a:lnTo>
                <a:lnTo>
                  <a:pt x="1968" y="330200"/>
                </a:lnTo>
                <a:lnTo>
                  <a:pt x="14605" y="330200"/>
                </a:lnTo>
                <a:lnTo>
                  <a:pt x="13766" y="342900"/>
                </a:lnTo>
                <a:lnTo>
                  <a:pt x="13169" y="355600"/>
                </a:lnTo>
                <a:lnTo>
                  <a:pt x="12814" y="368300"/>
                </a:lnTo>
                <a:close/>
              </a:path>
              <a:path w="10813415" h="2247900">
                <a:moveTo>
                  <a:pt x="14592" y="342900"/>
                </a:moveTo>
                <a:lnTo>
                  <a:pt x="14605" y="330200"/>
                </a:lnTo>
                <a:lnTo>
                  <a:pt x="15659" y="330200"/>
                </a:lnTo>
                <a:lnTo>
                  <a:pt x="14592" y="342900"/>
                </a:lnTo>
                <a:close/>
              </a:path>
              <a:path w="10813415" h="2247900">
                <a:moveTo>
                  <a:pt x="10798822" y="342900"/>
                </a:moveTo>
                <a:lnTo>
                  <a:pt x="10797755" y="330200"/>
                </a:lnTo>
                <a:lnTo>
                  <a:pt x="10798810" y="330200"/>
                </a:lnTo>
                <a:lnTo>
                  <a:pt x="10798822" y="342900"/>
                </a:lnTo>
                <a:close/>
              </a:path>
              <a:path w="10813415" h="2247900">
                <a:moveTo>
                  <a:pt x="10813288" y="368300"/>
                </a:moveTo>
                <a:lnTo>
                  <a:pt x="10800600" y="368300"/>
                </a:lnTo>
                <a:lnTo>
                  <a:pt x="10800232" y="355600"/>
                </a:lnTo>
                <a:lnTo>
                  <a:pt x="10799635" y="342900"/>
                </a:lnTo>
                <a:lnTo>
                  <a:pt x="10798810" y="330200"/>
                </a:lnTo>
                <a:lnTo>
                  <a:pt x="10811446" y="330200"/>
                </a:lnTo>
                <a:lnTo>
                  <a:pt x="10812310" y="342900"/>
                </a:lnTo>
                <a:lnTo>
                  <a:pt x="10812919" y="355600"/>
                </a:lnTo>
                <a:lnTo>
                  <a:pt x="10813288" y="368300"/>
                </a:lnTo>
                <a:close/>
              </a:path>
              <a:path w="10813415" h="2247900">
                <a:moveTo>
                  <a:pt x="13779" y="1905000"/>
                </a:moveTo>
                <a:lnTo>
                  <a:pt x="1104" y="1905000"/>
                </a:lnTo>
                <a:lnTo>
                  <a:pt x="495" y="1892300"/>
                </a:lnTo>
                <a:lnTo>
                  <a:pt x="127" y="1879600"/>
                </a:lnTo>
                <a:lnTo>
                  <a:pt x="0" y="1866900"/>
                </a:lnTo>
                <a:lnTo>
                  <a:pt x="0" y="368300"/>
                </a:lnTo>
                <a:lnTo>
                  <a:pt x="12700" y="368300"/>
                </a:lnTo>
                <a:lnTo>
                  <a:pt x="12700" y="1866900"/>
                </a:lnTo>
                <a:lnTo>
                  <a:pt x="12814" y="1879600"/>
                </a:lnTo>
                <a:lnTo>
                  <a:pt x="13182" y="1892300"/>
                </a:lnTo>
                <a:lnTo>
                  <a:pt x="13779" y="1905000"/>
                </a:lnTo>
                <a:close/>
              </a:path>
              <a:path w="10813415" h="2247900">
                <a:moveTo>
                  <a:pt x="10812310" y="1905000"/>
                </a:moveTo>
                <a:lnTo>
                  <a:pt x="10799635" y="1905000"/>
                </a:lnTo>
                <a:lnTo>
                  <a:pt x="10800245" y="1892300"/>
                </a:lnTo>
                <a:lnTo>
                  <a:pt x="10800600" y="1879600"/>
                </a:lnTo>
                <a:lnTo>
                  <a:pt x="10800715" y="368300"/>
                </a:lnTo>
                <a:lnTo>
                  <a:pt x="10813415" y="368300"/>
                </a:lnTo>
                <a:lnTo>
                  <a:pt x="10813288" y="1879600"/>
                </a:lnTo>
                <a:lnTo>
                  <a:pt x="10812919" y="1892300"/>
                </a:lnTo>
                <a:lnTo>
                  <a:pt x="10812310" y="1905000"/>
                </a:lnTo>
                <a:close/>
              </a:path>
              <a:path w="10813415" h="2247900">
                <a:moveTo>
                  <a:pt x="20193" y="1943100"/>
                </a:moveTo>
                <a:lnTo>
                  <a:pt x="5943" y="1943100"/>
                </a:lnTo>
                <a:lnTo>
                  <a:pt x="4381" y="1930400"/>
                </a:lnTo>
                <a:lnTo>
                  <a:pt x="3060" y="1917700"/>
                </a:lnTo>
                <a:lnTo>
                  <a:pt x="1968" y="1905000"/>
                </a:lnTo>
                <a:lnTo>
                  <a:pt x="14592" y="1905000"/>
                </a:lnTo>
                <a:lnTo>
                  <a:pt x="15659" y="1917700"/>
                </a:lnTo>
                <a:lnTo>
                  <a:pt x="16954" y="1930400"/>
                </a:lnTo>
                <a:lnTo>
                  <a:pt x="18427" y="1930400"/>
                </a:lnTo>
                <a:lnTo>
                  <a:pt x="20193" y="1943100"/>
                </a:lnTo>
                <a:close/>
              </a:path>
              <a:path w="10813415" h="2247900">
                <a:moveTo>
                  <a:pt x="10807471" y="1943100"/>
                </a:moveTo>
                <a:lnTo>
                  <a:pt x="10793222" y="1943100"/>
                </a:lnTo>
                <a:lnTo>
                  <a:pt x="10794987" y="1930400"/>
                </a:lnTo>
                <a:lnTo>
                  <a:pt x="10796460" y="1930400"/>
                </a:lnTo>
                <a:lnTo>
                  <a:pt x="10797768" y="1917700"/>
                </a:lnTo>
                <a:lnTo>
                  <a:pt x="10798822" y="1905000"/>
                </a:lnTo>
                <a:lnTo>
                  <a:pt x="10811446" y="1905000"/>
                </a:lnTo>
                <a:lnTo>
                  <a:pt x="10810354" y="1917700"/>
                </a:lnTo>
                <a:lnTo>
                  <a:pt x="10809033" y="1930400"/>
                </a:lnTo>
                <a:lnTo>
                  <a:pt x="10807471" y="1943100"/>
                </a:lnTo>
                <a:close/>
              </a:path>
              <a:path w="10813415" h="2247900">
                <a:moveTo>
                  <a:pt x="24295" y="1968500"/>
                </a:moveTo>
                <a:lnTo>
                  <a:pt x="11976" y="1968500"/>
                </a:lnTo>
                <a:lnTo>
                  <a:pt x="9740" y="1955800"/>
                </a:lnTo>
                <a:lnTo>
                  <a:pt x="7734" y="1943100"/>
                </a:lnTo>
                <a:lnTo>
                  <a:pt x="20154" y="1943100"/>
                </a:lnTo>
                <a:lnTo>
                  <a:pt x="22136" y="1955800"/>
                </a:lnTo>
                <a:lnTo>
                  <a:pt x="24295" y="1968500"/>
                </a:lnTo>
                <a:close/>
              </a:path>
              <a:path w="10813415" h="2247900">
                <a:moveTo>
                  <a:pt x="10801438" y="1968500"/>
                </a:moveTo>
                <a:lnTo>
                  <a:pt x="10789119" y="1968500"/>
                </a:lnTo>
                <a:lnTo>
                  <a:pt x="10791317" y="1955800"/>
                </a:lnTo>
                <a:lnTo>
                  <a:pt x="10793260" y="1943100"/>
                </a:lnTo>
                <a:lnTo>
                  <a:pt x="10805680" y="1943100"/>
                </a:lnTo>
                <a:lnTo>
                  <a:pt x="10803674" y="1955800"/>
                </a:lnTo>
                <a:lnTo>
                  <a:pt x="10801438" y="1968500"/>
                </a:lnTo>
                <a:close/>
              </a:path>
              <a:path w="10813415" h="2247900">
                <a:moveTo>
                  <a:pt x="38239" y="2006600"/>
                </a:moveTo>
                <a:lnTo>
                  <a:pt x="23088" y="2006600"/>
                </a:lnTo>
                <a:lnTo>
                  <a:pt x="19989" y="1993900"/>
                </a:lnTo>
                <a:lnTo>
                  <a:pt x="17106" y="1981200"/>
                </a:lnTo>
                <a:lnTo>
                  <a:pt x="14427" y="1968500"/>
                </a:lnTo>
                <a:lnTo>
                  <a:pt x="26631" y="1968500"/>
                </a:lnTo>
                <a:lnTo>
                  <a:pt x="29260" y="1981200"/>
                </a:lnTo>
                <a:lnTo>
                  <a:pt x="32042" y="1993900"/>
                </a:lnTo>
                <a:lnTo>
                  <a:pt x="34988" y="1993900"/>
                </a:lnTo>
                <a:lnTo>
                  <a:pt x="38239" y="2006600"/>
                </a:lnTo>
                <a:close/>
              </a:path>
              <a:path w="10813415" h="2247900">
                <a:moveTo>
                  <a:pt x="10790326" y="2006600"/>
                </a:moveTo>
                <a:lnTo>
                  <a:pt x="10775175" y="2006600"/>
                </a:lnTo>
                <a:lnTo>
                  <a:pt x="10778426" y="1993900"/>
                </a:lnTo>
                <a:lnTo>
                  <a:pt x="10781372" y="1993900"/>
                </a:lnTo>
                <a:lnTo>
                  <a:pt x="10784205" y="1981200"/>
                </a:lnTo>
                <a:lnTo>
                  <a:pt x="10786783" y="1968500"/>
                </a:lnTo>
                <a:lnTo>
                  <a:pt x="10798987" y="1968500"/>
                </a:lnTo>
                <a:lnTo>
                  <a:pt x="10796308" y="1981200"/>
                </a:lnTo>
                <a:lnTo>
                  <a:pt x="10793425" y="1993900"/>
                </a:lnTo>
                <a:lnTo>
                  <a:pt x="10790326" y="2006600"/>
                </a:lnTo>
                <a:close/>
              </a:path>
              <a:path w="10813415" h="2247900">
                <a:moveTo>
                  <a:pt x="48996" y="2032000"/>
                </a:moveTo>
                <a:lnTo>
                  <a:pt x="33604" y="2032000"/>
                </a:lnTo>
                <a:lnTo>
                  <a:pt x="29895" y="2019300"/>
                </a:lnTo>
                <a:lnTo>
                  <a:pt x="26390" y="2006600"/>
                </a:lnTo>
                <a:lnTo>
                  <a:pt x="38176" y="2006600"/>
                </a:lnTo>
                <a:lnTo>
                  <a:pt x="41630" y="2019300"/>
                </a:lnTo>
                <a:lnTo>
                  <a:pt x="45148" y="2019300"/>
                </a:lnTo>
                <a:lnTo>
                  <a:pt x="48996" y="2032000"/>
                </a:lnTo>
                <a:close/>
              </a:path>
              <a:path w="10813415" h="2247900">
                <a:moveTo>
                  <a:pt x="10779798" y="2032000"/>
                </a:moveTo>
                <a:lnTo>
                  <a:pt x="10764418" y="2032000"/>
                </a:lnTo>
                <a:lnTo>
                  <a:pt x="10768266" y="2019300"/>
                </a:lnTo>
                <a:lnTo>
                  <a:pt x="10771784" y="2019300"/>
                </a:lnTo>
                <a:lnTo>
                  <a:pt x="10775238" y="2006600"/>
                </a:lnTo>
                <a:lnTo>
                  <a:pt x="10787024" y="2006600"/>
                </a:lnTo>
                <a:lnTo>
                  <a:pt x="10783519" y="2019300"/>
                </a:lnTo>
                <a:lnTo>
                  <a:pt x="10779798" y="2032000"/>
                </a:lnTo>
                <a:close/>
              </a:path>
              <a:path w="10813415" h="2247900">
                <a:moveTo>
                  <a:pt x="61455" y="2057400"/>
                </a:moveTo>
                <a:lnTo>
                  <a:pt x="45923" y="2057400"/>
                </a:lnTo>
                <a:lnTo>
                  <a:pt x="41630" y="2044700"/>
                </a:lnTo>
                <a:lnTo>
                  <a:pt x="37515" y="2032000"/>
                </a:lnTo>
                <a:lnTo>
                  <a:pt x="52895" y="2032000"/>
                </a:lnTo>
                <a:lnTo>
                  <a:pt x="57124" y="2044700"/>
                </a:lnTo>
                <a:lnTo>
                  <a:pt x="61455" y="2057400"/>
                </a:lnTo>
                <a:close/>
              </a:path>
              <a:path w="10813415" h="2247900">
                <a:moveTo>
                  <a:pt x="10767491" y="2057400"/>
                </a:moveTo>
                <a:lnTo>
                  <a:pt x="10751959" y="2057400"/>
                </a:lnTo>
                <a:lnTo>
                  <a:pt x="10756366" y="2044700"/>
                </a:lnTo>
                <a:lnTo>
                  <a:pt x="10760519" y="2032000"/>
                </a:lnTo>
                <a:lnTo>
                  <a:pt x="10775899" y="2032000"/>
                </a:lnTo>
                <a:lnTo>
                  <a:pt x="10771784" y="2044700"/>
                </a:lnTo>
                <a:lnTo>
                  <a:pt x="10767491" y="2057400"/>
                </a:lnTo>
                <a:close/>
              </a:path>
              <a:path w="10813415" h="2247900">
                <a:moveTo>
                  <a:pt x="70675" y="2070100"/>
                </a:moveTo>
                <a:lnTo>
                  <a:pt x="55079" y="2070100"/>
                </a:lnTo>
                <a:lnTo>
                  <a:pt x="50406" y="2057400"/>
                </a:lnTo>
                <a:lnTo>
                  <a:pt x="65900" y="2057400"/>
                </a:lnTo>
                <a:lnTo>
                  <a:pt x="70675" y="2070100"/>
                </a:lnTo>
                <a:close/>
              </a:path>
              <a:path w="10813415" h="2247900">
                <a:moveTo>
                  <a:pt x="10758335" y="2070100"/>
                </a:moveTo>
                <a:lnTo>
                  <a:pt x="10742739" y="2070100"/>
                </a:lnTo>
                <a:lnTo>
                  <a:pt x="10747514" y="2057400"/>
                </a:lnTo>
                <a:lnTo>
                  <a:pt x="10763008" y="2057400"/>
                </a:lnTo>
                <a:lnTo>
                  <a:pt x="10758335" y="2070100"/>
                </a:lnTo>
                <a:close/>
              </a:path>
              <a:path w="10813415" h="2247900">
                <a:moveTo>
                  <a:pt x="85801" y="2095500"/>
                </a:moveTo>
                <a:lnTo>
                  <a:pt x="70192" y="2095500"/>
                </a:lnTo>
                <a:lnTo>
                  <a:pt x="64973" y="2082800"/>
                </a:lnTo>
                <a:lnTo>
                  <a:pt x="59944" y="2070100"/>
                </a:lnTo>
                <a:lnTo>
                  <a:pt x="75463" y="2070100"/>
                </a:lnTo>
                <a:lnTo>
                  <a:pt x="80594" y="2082800"/>
                </a:lnTo>
                <a:lnTo>
                  <a:pt x="85801" y="2095500"/>
                </a:lnTo>
                <a:close/>
              </a:path>
              <a:path w="10813415" h="2247900">
                <a:moveTo>
                  <a:pt x="10743222" y="2095500"/>
                </a:moveTo>
                <a:lnTo>
                  <a:pt x="10727613" y="2095500"/>
                </a:lnTo>
                <a:lnTo>
                  <a:pt x="10732909" y="2082800"/>
                </a:lnTo>
                <a:lnTo>
                  <a:pt x="10737951" y="2070100"/>
                </a:lnTo>
                <a:lnTo>
                  <a:pt x="10753471" y="2070100"/>
                </a:lnTo>
                <a:lnTo>
                  <a:pt x="10748441" y="2082800"/>
                </a:lnTo>
                <a:lnTo>
                  <a:pt x="10743222" y="2095500"/>
                </a:lnTo>
                <a:close/>
              </a:path>
              <a:path w="10813415" h="2247900">
                <a:moveTo>
                  <a:pt x="96723" y="2108200"/>
                </a:moveTo>
                <a:lnTo>
                  <a:pt x="81153" y="2108200"/>
                </a:lnTo>
                <a:lnTo>
                  <a:pt x="75590" y="2095500"/>
                </a:lnTo>
                <a:lnTo>
                  <a:pt x="91084" y="2095500"/>
                </a:lnTo>
                <a:lnTo>
                  <a:pt x="96723" y="2108200"/>
                </a:lnTo>
                <a:close/>
              </a:path>
              <a:path w="10813415" h="2247900">
                <a:moveTo>
                  <a:pt x="10732262" y="2108200"/>
                </a:moveTo>
                <a:lnTo>
                  <a:pt x="10716691" y="2108200"/>
                </a:lnTo>
                <a:lnTo>
                  <a:pt x="10722330" y="2095500"/>
                </a:lnTo>
                <a:lnTo>
                  <a:pt x="10737824" y="2095500"/>
                </a:lnTo>
                <a:lnTo>
                  <a:pt x="10732262" y="2108200"/>
                </a:lnTo>
                <a:close/>
              </a:path>
              <a:path w="10813415" h="2247900">
                <a:moveTo>
                  <a:pt x="108280" y="2120900"/>
                </a:moveTo>
                <a:lnTo>
                  <a:pt x="92773" y="2120900"/>
                </a:lnTo>
                <a:lnTo>
                  <a:pt x="86880" y="2108200"/>
                </a:lnTo>
                <a:lnTo>
                  <a:pt x="102323" y="2108200"/>
                </a:lnTo>
                <a:lnTo>
                  <a:pt x="108280" y="2120900"/>
                </a:lnTo>
                <a:close/>
              </a:path>
              <a:path w="10813415" h="2247900">
                <a:moveTo>
                  <a:pt x="10720641" y="2120900"/>
                </a:moveTo>
                <a:lnTo>
                  <a:pt x="10705134" y="2120900"/>
                </a:lnTo>
                <a:lnTo>
                  <a:pt x="10711091" y="2108200"/>
                </a:lnTo>
                <a:lnTo>
                  <a:pt x="10726534" y="2108200"/>
                </a:lnTo>
                <a:lnTo>
                  <a:pt x="10720641" y="2120900"/>
                </a:lnTo>
                <a:close/>
              </a:path>
              <a:path w="10813415" h="2247900">
                <a:moveTo>
                  <a:pt x="120459" y="2133600"/>
                </a:moveTo>
                <a:lnTo>
                  <a:pt x="105054" y="2133600"/>
                </a:lnTo>
                <a:lnTo>
                  <a:pt x="98831" y="2120900"/>
                </a:lnTo>
                <a:lnTo>
                  <a:pt x="114198" y="2120900"/>
                </a:lnTo>
                <a:lnTo>
                  <a:pt x="120459" y="2133600"/>
                </a:lnTo>
                <a:close/>
              </a:path>
              <a:path w="10813415" h="2247900">
                <a:moveTo>
                  <a:pt x="10708360" y="2133600"/>
                </a:moveTo>
                <a:lnTo>
                  <a:pt x="10692955" y="2133600"/>
                </a:lnTo>
                <a:lnTo>
                  <a:pt x="10699216" y="2120900"/>
                </a:lnTo>
                <a:lnTo>
                  <a:pt x="10714583" y="2120900"/>
                </a:lnTo>
                <a:lnTo>
                  <a:pt x="10708360" y="2133600"/>
                </a:lnTo>
                <a:close/>
              </a:path>
              <a:path w="10813415" h="2247900">
                <a:moveTo>
                  <a:pt x="133235" y="2146300"/>
                </a:moveTo>
                <a:lnTo>
                  <a:pt x="117957" y="2146300"/>
                </a:lnTo>
                <a:lnTo>
                  <a:pt x="111429" y="2133600"/>
                </a:lnTo>
                <a:lnTo>
                  <a:pt x="126669" y="2133600"/>
                </a:lnTo>
                <a:lnTo>
                  <a:pt x="133235" y="2146300"/>
                </a:lnTo>
                <a:close/>
              </a:path>
              <a:path w="10813415" h="2247900">
                <a:moveTo>
                  <a:pt x="10695457" y="2146300"/>
                </a:moveTo>
                <a:lnTo>
                  <a:pt x="10680179" y="2146300"/>
                </a:lnTo>
                <a:lnTo>
                  <a:pt x="10686745" y="2133600"/>
                </a:lnTo>
                <a:lnTo>
                  <a:pt x="10701985" y="2133600"/>
                </a:lnTo>
                <a:lnTo>
                  <a:pt x="10695457" y="2146300"/>
                </a:lnTo>
                <a:close/>
              </a:path>
              <a:path w="10813415" h="2247900">
                <a:moveTo>
                  <a:pt x="146583" y="2159000"/>
                </a:moveTo>
                <a:lnTo>
                  <a:pt x="131470" y="2159000"/>
                </a:lnTo>
                <a:lnTo>
                  <a:pt x="124637" y="2146300"/>
                </a:lnTo>
                <a:lnTo>
                  <a:pt x="139725" y="2146300"/>
                </a:lnTo>
                <a:lnTo>
                  <a:pt x="146583" y="2159000"/>
                </a:lnTo>
                <a:close/>
              </a:path>
              <a:path w="10813415" h="2247900">
                <a:moveTo>
                  <a:pt x="10681944" y="2159000"/>
                </a:moveTo>
                <a:lnTo>
                  <a:pt x="10666831" y="2159000"/>
                </a:lnTo>
                <a:lnTo>
                  <a:pt x="10673689" y="2146300"/>
                </a:lnTo>
                <a:lnTo>
                  <a:pt x="10688764" y="2146300"/>
                </a:lnTo>
                <a:lnTo>
                  <a:pt x="10681944" y="2159000"/>
                </a:lnTo>
                <a:close/>
              </a:path>
              <a:path w="10813415" h="2247900">
                <a:moveTo>
                  <a:pt x="167627" y="2171700"/>
                </a:moveTo>
                <a:lnTo>
                  <a:pt x="145567" y="2171700"/>
                </a:lnTo>
                <a:lnTo>
                  <a:pt x="138442" y="2159000"/>
                </a:lnTo>
                <a:lnTo>
                  <a:pt x="160362" y="2159000"/>
                </a:lnTo>
                <a:lnTo>
                  <a:pt x="167627" y="2171700"/>
                </a:lnTo>
                <a:close/>
              </a:path>
              <a:path w="10813415" h="2247900">
                <a:moveTo>
                  <a:pt x="10667847" y="2171700"/>
                </a:moveTo>
                <a:lnTo>
                  <a:pt x="10645787" y="2171700"/>
                </a:lnTo>
                <a:lnTo>
                  <a:pt x="10653052" y="2159000"/>
                </a:lnTo>
                <a:lnTo>
                  <a:pt x="10674972" y="2159000"/>
                </a:lnTo>
                <a:lnTo>
                  <a:pt x="10667847" y="2171700"/>
                </a:lnTo>
                <a:close/>
              </a:path>
              <a:path w="10813415" h="2247900">
                <a:moveTo>
                  <a:pt x="182308" y="2184400"/>
                </a:moveTo>
                <a:lnTo>
                  <a:pt x="160210" y="2184400"/>
                </a:lnTo>
                <a:lnTo>
                  <a:pt x="152819" y="2171700"/>
                </a:lnTo>
                <a:lnTo>
                  <a:pt x="174777" y="2171700"/>
                </a:lnTo>
                <a:lnTo>
                  <a:pt x="182308" y="2184400"/>
                </a:lnTo>
                <a:close/>
              </a:path>
              <a:path w="10813415" h="2247900">
                <a:moveTo>
                  <a:pt x="10653204" y="2184400"/>
                </a:moveTo>
                <a:lnTo>
                  <a:pt x="10631106" y="2184400"/>
                </a:lnTo>
                <a:lnTo>
                  <a:pt x="10638637" y="2171700"/>
                </a:lnTo>
                <a:lnTo>
                  <a:pt x="10660595" y="2171700"/>
                </a:lnTo>
                <a:lnTo>
                  <a:pt x="10653204" y="2184400"/>
                </a:lnTo>
                <a:close/>
              </a:path>
              <a:path w="10813415" h="2247900">
                <a:moveTo>
                  <a:pt x="205231" y="2197100"/>
                </a:moveTo>
                <a:lnTo>
                  <a:pt x="175387" y="2197100"/>
                </a:lnTo>
                <a:lnTo>
                  <a:pt x="167728" y="2184400"/>
                </a:lnTo>
                <a:lnTo>
                  <a:pt x="197332" y="2184400"/>
                </a:lnTo>
                <a:lnTo>
                  <a:pt x="205231" y="2197100"/>
                </a:lnTo>
                <a:close/>
              </a:path>
              <a:path w="10813415" h="2247900">
                <a:moveTo>
                  <a:pt x="10638028" y="2197100"/>
                </a:moveTo>
                <a:lnTo>
                  <a:pt x="10608183" y="2197100"/>
                </a:lnTo>
                <a:lnTo>
                  <a:pt x="10616069" y="2184400"/>
                </a:lnTo>
                <a:lnTo>
                  <a:pt x="10645686" y="2184400"/>
                </a:lnTo>
                <a:lnTo>
                  <a:pt x="10638028" y="2197100"/>
                </a:lnTo>
                <a:close/>
              </a:path>
              <a:path w="10813415" h="2247900">
                <a:moveTo>
                  <a:pt x="229184" y="2209800"/>
                </a:moveTo>
                <a:lnTo>
                  <a:pt x="199097" y="2209800"/>
                </a:lnTo>
                <a:lnTo>
                  <a:pt x="191071" y="2197100"/>
                </a:lnTo>
                <a:lnTo>
                  <a:pt x="220954" y="2197100"/>
                </a:lnTo>
                <a:lnTo>
                  <a:pt x="229184" y="2209800"/>
                </a:lnTo>
                <a:close/>
              </a:path>
              <a:path w="10813415" h="2247900">
                <a:moveTo>
                  <a:pt x="10614317" y="2209800"/>
                </a:moveTo>
                <a:lnTo>
                  <a:pt x="10584230" y="2209800"/>
                </a:lnTo>
                <a:lnTo>
                  <a:pt x="10592460" y="2197100"/>
                </a:lnTo>
                <a:lnTo>
                  <a:pt x="10622343" y="2197100"/>
                </a:lnTo>
                <a:lnTo>
                  <a:pt x="10614317" y="2209800"/>
                </a:lnTo>
                <a:close/>
              </a:path>
              <a:path w="10813415" h="2247900">
                <a:moveTo>
                  <a:pt x="262572" y="2222500"/>
                </a:moveTo>
                <a:lnTo>
                  <a:pt x="223875" y="2222500"/>
                </a:lnTo>
                <a:lnTo>
                  <a:pt x="215506" y="2209800"/>
                </a:lnTo>
                <a:lnTo>
                  <a:pt x="253936" y="2209800"/>
                </a:lnTo>
                <a:lnTo>
                  <a:pt x="262572" y="2222500"/>
                </a:lnTo>
                <a:close/>
              </a:path>
              <a:path w="10813415" h="2247900">
                <a:moveTo>
                  <a:pt x="10589539" y="2222500"/>
                </a:moveTo>
                <a:lnTo>
                  <a:pt x="10550842" y="2222500"/>
                </a:lnTo>
                <a:lnTo>
                  <a:pt x="10559478" y="2209800"/>
                </a:lnTo>
                <a:lnTo>
                  <a:pt x="10597908" y="2209800"/>
                </a:lnTo>
                <a:lnTo>
                  <a:pt x="10589539" y="2222500"/>
                </a:lnTo>
                <a:close/>
              </a:path>
              <a:path w="10813415" h="2247900">
                <a:moveTo>
                  <a:pt x="306412" y="2235200"/>
                </a:moveTo>
                <a:lnTo>
                  <a:pt x="258432" y="2235200"/>
                </a:lnTo>
                <a:lnTo>
                  <a:pt x="249643" y="2222500"/>
                </a:lnTo>
                <a:lnTo>
                  <a:pt x="297319" y="2222500"/>
                </a:lnTo>
                <a:lnTo>
                  <a:pt x="306412" y="2235200"/>
                </a:lnTo>
                <a:close/>
              </a:path>
              <a:path w="10813415" h="2247900">
                <a:moveTo>
                  <a:pt x="10554982" y="2235200"/>
                </a:moveTo>
                <a:lnTo>
                  <a:pt x="10507002" y="2235200"/>
                </a:lnTo>
                <a:lnTo>
                  <a:pt x="10516095" y="2222500"/>
                </a:lnTo>
                <a:lnTo>
                  <a:pt x="10563771" y="2222500"/>
                </a:lnTo>
                <a:lnTo>
                  <a:pt x="10554982" y="2235200"/>
                </a:lnTo>
                <a:close/>
              </a:path>
              <a:path w="10813415" h="2247900">
                <a:moveTo>
                  <a:pt x="10509631" y="2247900"/>
                </a:moveTo>
                <a:lnTo>
                  <a:pt x="303784" y="2247900"/>
                </a:lnTo>
                <a:lnTo>
                  <a:pt x="294538" y="2235200"/>
                </a:lnTo>
                <a:lnTo>
                  <a:pt x="10518876" y="2235200"/>
                </a:lnTo>
                <a:lnTo>
                  <a:pt x="10509631" y="2247900"/>
                </a:lnTo>
                <a:close/>
              </a:path>
            </a:pathLst>
          </a:custGeom>
          <a:solidFill>
            <a:srgbClr val="293E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135380" y="3690797"/>
            <a:ext cx="8488680" cy="1671320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dirty="0" sz="1800" b="1">
                <a:latin typeface="宋体"/>
                <a:cs typeface="宋体"/>
              </a:rPr>
              <a:t>Python中的函数可以分为如下几类</a:t>
            </a:r>
            <a:r>
              <a:rPr dirty="0" sz="1800">
                <a:latin typeface="宋体"/>
                <a:cs typeface="宋体"/>
              </a:rPr>
              <a:t>：</a:t>
            </a:r>
            <a:endParaRPr sz="1800">
              <a:latin typeface="宋体"/>
              <a:cs typeface="宋体"/>
            </a:endParaRPr>
          </a:p>
          <a:p>
            <a:pPr marL="12700" marR="5080">
              <a:lnSpc>
                <a:spcPct val="150000"/>
              </a:lnSpc>
            </a:pPr>
            <a:r>
              <a:rPr dirty="0" sz="1800" b="1">
                <a:latin typeface="宋体"/>
                <a:cs typeface="宋体"/>
              </a:rPr>
              <a:t>内置函数</a:t>
            </a:r>
            <a:r>
              <a:rPr dirty="0" sz="1800">
                <a:latin typeface="宋体"/>
                <a:cs typeface="宋体"/>
              </a:rPr>
              <a:t>：由Python提供，可以直接拿来使用的函数，如：input()、print()等等； </a:t>
            </a:r>
            <a:r>
              <a:rPr dirty="0" sz="1800" b="1">
                <a:latin typeface="宋体"/>
                <a:cs typeface="宋体"/>
              </a:rPr>
              <a:t>自定义函数</a:t>
            </a:r>
            <a:r>
              <a:rPr dirty="0" sz="1800">
                <a:latin typeface="宋体"/>
                <a:cs typeface="宋体"/>
              </a:rPr>
              <a:t>：用户根据需求自己定义的函数；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1800" b="1">
                <a:latin typeface="宋体"/>
                <a:cs typeface="宋体"/>
              </a:rPr>
              <a:t>匿名函数</a:t>
            </a:r>
            <a:r>
              <a:rPr dirty="0" sz="1800">
                <a:latin typeface="宋体"/>
                <a:cs typeface="宋体"/>
              </a:rPr>
              <a:t>：没有显式定义的函数，一般只有一行表达式，只能使用一次。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76755" y="2267711"/>
            <a:ext cx="1335405" cy="1945005"/>
          </a:xfrm>
          <a:custGeom>
            <a:avLst/>
            <a:gdLst/>
            <a:ahLst/>
            <a:cxnLst/>
            <a:rect l="l" t="t" r="r" b="b"/>
            <a:pathLst>
              <a:path w="1335405" h="1945004">
                <a:moveTo>
                  <a:pt x="0" y="0"/>
                </a:moveTo>
                <a:lnTo>
                  <a:pt x="1335024" y="0"/>
                </a:lnTo>
                <a:lnTo>
                  <a:pt x="1335024" y="1944624"/>
                </a:lnTo>
                <a:lnTo>
                  <a:pt x="0" y="1944624"/>
                </a:lnTo>
                <a:lnTo>
                  <a:pt x="0" y="0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476755" y="2363635"/>
            <a:ext cx="1335405" cy="1671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4485" marR="316865">
              <a:lnSpc>
                <a:spcPct val="100000"/>
              </a:lnSpc>
              <a:spcBef>
                <a:spcPts val="100"/>
              </a:spcBef>
            </a:pPr>
            <a:r>
              <a:rPr dirty="0" sz="5400">
                <a:solidFill>
                  <a:srgbClr val="EBEBEB"/>
                </a:solidFill>
                <a:latin typeface="宋体"/>
                <a:cs typeface="宋体"/>
              </a:rPr>
              <a:t>目 录</a:t>
            </a:r>
            <a:endParaRPr sz="5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92491" y="2279535"/>
            <a:ext cx="1304925" cy="1891664"/>
          </a:xfrm>
          <a:custGeom>
            <a:avLst/>
            <a:gdLst/>
            <a:ahLst/>
            <a:cxnLst/>
            <a:rect l="l" t="t" r="r" b="b"/>
            <a:pathLst>
              <a:path w="1304925" h="1891664">
                <a:moveTo>
                  <a:pt x="1304302" y="1891055"/>
                </a:moveTo>
                <a:lnTo>
                  <a:pt x="0" y="1891055"/>
                </a:lnTo>
                <a:lnTo>
                  <a:pt x="0" y="0"/>
                </a:lnTo>
                <a:lnTo>
                  <a:pt x="1304302" y="0"/>
                </a:lnTo>
                <a:lnTo>
                  <a:pt x="1304302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1872005"/>
                </a:lnTo>
                <a:lnTo>
                  <a:pt x="9525" y="1872005"/>
                </a:lnTo>
                <a:lnTo>
                  <a:pt x="19050" y="1881530"/>
                </a:lnTo>
                <a:lnTo>
                  <a:pt x="1304302" y="1881530"/>
                </a:lnTo>
                <a:lnTo>
                  <a:pt x="1304302" y="1891055"/>
                </a:lnTo>
                <a:close/>
              </a:path>
              <a:path w="1304925" h="1891664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1304925" h="1891664">
                <a:moveTo>
                  <a:pt x="1285252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1285252" y="9525"/>
                </a:lnTo>
                <a:lnTo>
                  <a:pt x="1285252" y="19050"/>
                </a:lnTo>
                <a:close/>
              </a:path>
              <a:path w="1304925" h="1891664">
                <a:moveTo>
                  <a:pt x="1285252" y="1881530"/>
                </a:moveTo>
                <a:lnTo>
                  <a:pt x="1285252" y="9525"/>
                </a:lnTo>
                <a:lnTo>
                  <a:pt x="1294777" y="19050"/>
                </a:lnTo>
                <a:lnTo>
                  <a:pt x="1304302" y="19050"/>
                </a:lnTo>
                <a:lnTo>
                  <a:pt x="1304302" y="1872005"/>
                </a:lnTo>
                <a:lnTo>
                  <a:pt x="1294777" y="1872005"/>
                </a:lnTo>
                <a:lnTo>
                  <a:pt x="1285252" y="1881530"/>
                </a:lnTo>
                <a:close/>
              </a:path>
              <a:path w="1304925" h="1891664">
                <a:moveTo>
                  <a:pt x="1304302" y="19050"/>
                </a:moveTo>
                <a:lnTo>
                  <a:pt x="1294777" y="19050"/>
                </a:lnTo>
                <a:lnTo>
                  <a:pt x="1285252" y="9525"/>
                </a:lnTo>
                <a:lnTo>
                  <a:pt x="1304302" y="9525"/>
                </a:lnTo>
                <a:lnTo>
                  <a:pt x="1304302" y="19050"/>
                </a:lnTo>
                <a:close/>
              </a:path>
              <a:path w="1304925" h="1891664">
                <a:moveTo>
                  <a:pt x="19050" y="1881530"/>
                </a:moveTo>
                <a:lnTo>
                  <a:pt x="9525" y="1872005"/>
                </a:lnTo>
                <a:lnTo>
                  <a:pt x="19050" y="1872005"/>
                </a:lnTo>
                <a:lnTo>
                  <a:pt x="19050" y="1881530"/>
                </a:lnTo>
                <a:close/>
              </a:path>
              <a:path w="1304925" h="1891664">
                <a:moveTo>
                  <a:pt x="1285252" y="1881530"/>
                </a:moveTo>
                <a:lnTo>
                  <a:pt x="19050" y="1881530"/>
                </a:lnTo>
                <a:lnTo>
                  <a:pt x="19050" y="1872005"/>
                </a:lnTo>
                <a:lnTo>
                  <a:pt x="1285252" y="1872005"/>
                </a:lnTo>
                <a:lnTo>
                  <a:pt x="1285252" y="1881530"/>
                </a:lnTo>
                <a:close/>
              </a:path>
              <a:path w="1304925" h="1891664">
                <a:moveTo>
                  <a:pt x="1304302" y="1881530"/>
                </a:moveTo>
                <a:lnTo>
                  <a:pt x="1285252" y="1881530"/>
                </a:lnTo>
                <a:lnTo>
                  <a:pt x="1294777" y="1872005"/>
                </a:lnTo>
                <a:lnTo>
                  <a:pt x="1304302" y="1872005"/>
                </a:lnTo>
                <a:lnTo>
                  <a:pt x="1304302" y="188153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201767" y="3632"/>
            <a:ext cx="0" cy="6854825"/>
          </a:xfrm>
          <a:custGeom>
            <a:avLst/>
            <a:gdLst/>
            <a:ahLst/>
            <a:cxnLst/>
            <a:rect l="l" t="t" r="r" b="b"/>
            <a:pathLst>
              <a:path w="0" h="6854825">
                <a:moveTo>
                  <a:pt x="0" y="0"/>
                </a:moveTo>
                <a:lnTo>
                  <a:pt x="0" y="6854367"/>
                </a:lnTo>
              </a:path>
            </a:pathLst>
          </a:custGeom>
          <a:ln w="22225">
            <a:solidFill>
              <a:srgbClr val="2E5B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838700" y="1515110"/>
            <a:ext cx="704215" cy="704215"/>
          </a:xfrm>
          <a:custGeom>
            <a:avLst/>
            <a:gdLst/>
            <a:ahLst/>
            <a:cxnLst/>
            <a:rect l="l" t="t" r="r" b="b"/>
            <a:pathLst>
              <a:path w="704214" h="704214">
                <a:moveTo>
                  <a:pt x="352107" y="704214"/>
                </a:moveTo>
                <a:lnTo>
                  <a:pt x="304328" y="701000"/>
                </a:lnTo>
                <a:lnTo>
                  <a:pt x="258503" y="691635"/>
                </a:lnTo>
                <a:lnTo>
                  <a:pt x="215051" y="676539"/>
                </a:lnTo>
                <a:lnTo>
                  <a:pt x="174392" y="656129"/>
                </a:lnTo>
                <a:lnTo>
                  <a:pt x="136945" y="630825"/>
                </a:lnTo>
                <a:lnTo>
                  <a:pt x="103130" y="601044"/>
                </a:lnTo>
                <a:lnTo>
                  <a:pt x="73366" y="567206"/>
                </a:lnTo>
                <a:lnTo>
                  <a:pt x="48073" y="529728"/>
                </a:lnTo>
                <a:lnTo>
                  <a:pt x="27670" y="489029"/>
                </a:lnTo>
                <a:lnTo>
                  <a:pt x="12577" y="445527"/>
                </a:lnTo>
                <a:lnTo>
                  <a:pt x="3214" y="399641"/>
                </a:lnTo>
                <a:lnTo>
                  <a:pt x="0" y="351789"/>
                </a:lnTo>
                <a:lnTo>
                  <a:pt x="3214" y="304084"/>
                </a:lnTo>
                <a:lnTo>
                  <a:pt x="12577" y="258320"/>
                </a:lnTo>
                <a:lnTo>
                  <a:pt x="27670" y="214917"/>
                </a:lnTo>
                <a:lnTo>
                  <a:pt x="48073" y="174298"/>
                </a:lnTo>
                <a:lnTo>
                  <a:pt x="73366" y="136882"/>
                </a:lnTo>
                <a:lnTo>
                  <a:pt x="103130" y="103090"/>
                </a:lnTo>
                <a:lnTo>
                  <a:pt x="136945" y="73343"/>
                </a:lnTo>
                <a:lnTo>
                  <a:pt x="174392" y="48061"/>
                </a:lnTo>
                <a:lnTo>
                  <a:pt x="215051" y="27665"/>
                </a:lnTo>
                <a:lnTo>
                  <a:pt x="258503" y="12576"/>
                </a:lnTo>
                <a:lnTo>
                  <a:pt x="304328" y="3214"/>
                </a:lnTo>
                <a:lnTo>
                  <a:pt x="352107" y="0"/>
                </a:lnTo>
                <a:lnTo>
                  <a:pt x="399886" y="3214"/>
                </a:lnTo>
                <a:lnTo>
                  <a:pt x="445711" y="12577"/>
                </a:lnTo>
                <a:lnTo>
                  <a:pt x="489163" y="27670"/>
                </a:lnTo>
                <a:lnTo>
                  <a:pt x="529822" y="48073"/>
                </a:lnTo>
                <a:lnTo>
                  <a:pt x="567269" y="73366"/>
                </a:lnTo>
                <a:lnTo>
                  <a:pt x="601084" y="103130"/>
                </a:lnTo>
                <a:lnTo>
                  <a:pt x="630848" y="136945"/>
                </a:lnTo>
                <a:lnTo>
                  <a:pt x="656141" y="174392"/>
                </a:lnTo>
                <a:lnTo>
                  <a:pt x="676544" y="215051"/>
                </a:lnTo>
                <a:lnTo>
                  <a:pt x="691637" y="258503"/>
                </a:lnTo>
                <a:lnTo>
                  <a:pt x="701000" y="304328"/>
                </a:lnTo>
                <a:lnTo>
                  <a:pt x="704214" y="352107"/>
                </a:lnTo>
                <a:lnTo>
                  <a:pt x="701000" y="399886"/>
                </a:lnTo>
                <a:lnTo>
                  <a:pt x="691637" y="445711"/>
                </a:lnTo>
                <a:lnTo>
                  <a:pt x="676544" y="489163"/>
                </a:lnTo>
                <a:lnTo>
                  <a:pt x="656141" y="529822"/>
                </a:lnTo>
                <a:lnTo>
                  <a:pt x="630848" y="567269"/>
                </a:lnTo>
                <a:lnTo>
                  <a:pt x="601084" y="601084"/>
                </a:lnTo>
                <a:lnTo>
                  <a:pt x="567269" y="630848"/>
                </a:lnTo>
                <a:lnTo>
                  <a:pt x="529822" y="656141"/>
                </a:lnTo>
                <a:lnTo>
                  <a:pt x="489163" y="676544"/>
                </a:lnTo>
                <a:lnTo>
                  <a:pt x="445711" y="691637"/>
                </a:lnTo>
                <a:lnTo>
                  <a:pt x="399886" y="701000"/>
                </a:lnTo>
                <a:lnTo>
                  <a:pt x="352107" y="704214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063744" y="1704594"/>
            <a:ext cx="254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01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838700" y="2875914"/>
            <a:ext cx="704215" cy="704215"/>
          </a:xfrm>
          <a:custGeom>
            <a:avLst/>
            <a:gdLst/>
            <a:ahLst/>
            <a:cxnLst/>
            <a:rect l="l" t="t" r="r" b="b"/>
            <a:pathLst>
              <a:path w="704214" h="704214">
                <a:moveTo>
                  <a:pt x="352107" y="704214"/>
                </a:moveTo>
                <a:lnTo>
                  <a:pt x="304328" y="701000"/>
                </a:lnTo>
                <a:lnTo>
                  <a:pt x="258503" y="691636"/>
                </a:lnTo>
                <a:lnTo>
                  <a:pt x="215051" y="676541"/>
                </a:lnTo>
                <a:lnTo>
                  <a:pt x="174392" y="656134"/>
                </a:lnTo>
                <a:lnTo>
                  <a:pt x="136945" y="630834"/>
                </a:lnTo>
                <a:lnTo>
                  <a:pt x="103130" y="601060"/>
                </a:lnTo>
                <a:lnTo>
                  <a:pt x="73366" y="567231"/>
                </a:lnTo>
                <a:lnTo>
                  <a:pt x="48073" y="529765"/>
                </a:lnTo>
                <a:lnTo>
                  <a:pt x="27670" y="489082"/>
                </a:lnTo>
                <a:lnTo>
                  <a:pt x="12577" y="445600"/>
                </a:lnTo>
                <a:lnTo>
                  <a:pt x="3214" y="399739"/>
                </a:lnTo>
                <a:lnTo>
                  <a:pt x="0" y="351917"/>
                </a:lnTo>
                <a:lnTo>
                  <a:pt x="3214" y="304182"/>
                </a:lnTo>
                <a:lnTo>
                  <a:pt x="12577" y="258393"/>
                </a:lnTo>
                <a:lnTo>
                  <a:pt x="27670" y="214971"/>
                </a:lnTo>
                <a:lnTo>
                  <a:pt x="48073" y="174336"/>
                </a:lnTo>
                <a:lnTo>
                  <a:pt x="73366" y="136907"/>
                </a:lnTo>
                <a:lnTo>
                  <a:pt x="103130" y="103106"/>
                </a:lnTo>
                <a:lnTo>
                  <a:pt x="136945" y="73352"/>
                </a:lnTo>
                <a:lnTo>
                  <a:pt x="174392" y="48066"/>
                </a:lnTo>
                <a:lnTo>
                  <a:pt x="215051" y="27667"/>
                </a:lnTo>
                <a:lnTo>
                  <a:pt x="258503" y="12576"/>
                </a:lnTo>
                <a:lnTo>
                  <a:pt x="304328" y="3214"/>
                </a:lnTo>
                <a:lnTo>
                  <a:pt x="352107" y="0"/>
                </a:lnTo>
                <a:lnTo>
                  <a:pt x="399886" y="3214"/>
                </a:lnTo>
                <a:lnTo>
                  <a:pt x="445711" y="12577"/>
                </a:lnTo>
                <a:lnTo>
                  <a:pt x="489163" y="27670"/>
                </a:lnTo>
                <a:lnTo>
                  <a:pt x="529822" y="48073"/>
                </a:lnTo>
                <a:lnTo>
                  <a:pt x="567269" y="73366"/>
                </a:lnTo>
                <a:lnTo>
                  <a:pt x="601084" y="103130"/>
                </a:lnTo>
                <a:lnTo>
                  <a:pt x="630848" y="136945"/>
                </a:lnTo>
                <a:lnTo>
                  <a:pt x="656141" y="174392"/>
                </a:lnTo>
                <a:lnTo>
                  <a:pt x="676544" y="215051"/>
                </a:lnTo>
                <a:lnTo>
                  <a:pt x="691637" y="258503"/>
                </a:lnTo>
                <a:lnTo>
                  <a:pt x="701000" y="304328"/>
                </a:lnTo>
                <a:lnTo>
                  <a:pt x="704214" y="352107"/>
                </a:lnTo>
                <a:lnTo>
                  <a:pt x="701000" y="399886"/>
                </a:lnTo>
                <a:lnTo>
                  <a:pt x="691637" y="445711"/>
                </a:lnTo>
                <a:lnTo>
                  <a:pt x="676544" y="489163"/>
                </a:lnTo>
                <a:lnTo>
                  <a:pt x="656141" y="529822"/>
                </a:lnTo>
                <a:lnTo>
                  <a:pt x="630848" y="567269"/>
                </a:lnTo>
                <a:lnTo>
                  <a:pt x="601084" y="601084"/>
                </a:lnTo>
                <a:lnTo>
                  <a:pt x="567269" y="630848"/>
                </a:lnTo>
                <a:lnTo>
                  <a:pt x="529822" y="656141"/>
                </a:lnTo>
                <a:lnTo>
                  <a:pt x="489163" y="676544"/>
                </a:lnTo>
                <a:lnTo>
                  <a:pt x="445711" y="691637"/>
                </a:lnTo>
                <a:lnTo>
                  <a:pt x="399886" y="701000"/>
                </a:lnTo>
                <a:lnTo>
                  <a:pt x="352107" y="704214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063744" y="3065398"/>
            <a:ext cx="254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02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838700" y="4236084"/>
            <a:ext cx="704215" cy="704215"/>
          </a:xfrm>
          <a:custGeom>
            <a:avLst/>
            <a:gdLst/>
            <a:ahLst/>
            <a:cxnLst/>
            <a:rect l="l" t="t" r="r" b="b"/>
            <a:pathLst>
              <a:path w="704214" h="704214">
                <a:moveTo>
                  <a:pt x="352107" y="704214"/>
                </a:moveTo>
                <a:lnTo>
                  <a:pt x="304327" y="701000"/>
                </a:lnTo>
                <a:lnTo>
                  <a:pt x="258496" y="691637"/>
                </a:lnTo>
                <a:lnTo>
                  <a:pt x="215034" y="676544"/>
                </a:lnTo>
                <a:lnTo>
                  <a:pt x="174361" y="656141"/>
                </a:lnTo>
                <a:lnTo>
                  <a:pt x="136898" y="630848"/>
                </a:lnTo>
                <a:lnTo>
                  <a:pt x="103067" y="601084"/>
                </a:lnTo>
                <a:lnTo>
                  <a:pt x="73366" y="567382"/>
                </a:lnTo>
                <a:lnTo>
                  <a:pt x="48073" y="529991"/>
                </a:lnTo>
                <a:lnTo>
                  <a:pt x="27670" y="489404"/>
                </a:lnTo>
                <a:lnTo>
                  <a:pt x="12577" y="446041"/>
                </a:lnTo>
                <a:lnTo>
                  <a:pt x="3214" y="400326"/>
                </a:lnTo>
                <a:lnTo>
                  <a:pt x="0" y="352678"/>
                </a:lnTo>
                <a:lnTo>
                  <a:pt x="3214" y="304769"/>
                </a:lnTo>
                <a:lnTo>
                  <a:pt x="12577" y="258834"/>
                </a:lnTo>
                <a:lnTo>
                  <a:pt x="27670" y="215292"/>
                </a:lnTo>
                <a:lnTo>
                  <a:pt x="48073" y="174561"/>
                </a:lnTo>
                <a:lnTo>
                  <a:pt x="73366" y="137059"/>
                </a:lnTo>
                <a:lnTo>
                  <a:pt x="103130" y="103201"/>
                </a:lnTo>
                <a:lnTo>
                  <a:pt x="137006" y="73366"/>
                </a:lnTo>
                <a:lnTo>
                  <a:pt x="174434" y="48073"/>
                </a:lnTo>
                <a:lnTo>
                  <a:pt x="215077" y="27670"/>
                </a:lnTo>
                <a:lnTo>
                  <a:pt x="258516" y="12577"/>
                </a:lnTo>
                <a:lnTo>
                  <a:pt x="304333" y="3214"/>
                </a:lnTo>
                <a:lnTo>
                  <a:pt x="352107" y="0"/>
                </a:lnTo>
                <a:lnTo>
                  <a:pt x="399887" y="3214"/>
                </a:lnTo>
                <a:lnTo>
                  <a:pt x="445718" y="12580"/>
                </a:lnTo>
                <a:lnTo>
                  <a:pt x="489180" y="27679"/>
                </a:lnTo>
                <a:lnTo>
                  <a:pt x="529853" y="48094"/>
                </a:lnTo>
                <a:lnTo>
                  <a:pt x="567316" y="73407"/>
                </a:lnTo>
                <a:lnTo>
                  <a:pt x="601147" y="103201"/>
                </a:lnTo>
                <a:lnTo>
                  <a:pt x="630848" y="136945"/>
                </a:lnTo>
                <a:lnTo>
                  <a:pt x="656141" y="174392"/>
                </a:lnTo>
                <a:lnTo>
                  <a:pt x="676544" y="215051"/>
                </a:lnTo>
                <a:lnTo>
                  <a:pt x="691637" y="258503"/>
                </a:lnTo>
                <a:lnTo>
                  <a:pt x="701000" y="304328"/>
                </a:lnTo>
                <a:lnTo>
                  <a:pt x="704214" y="352107"/>
                </a:lnTo>
                <a:lnTo>
                  <a:pt x="701000" y="399886"/>
                </a:lnTo>
                <a:lnTo>
                  <a:pt x="691637" y="445711"/>
                </a:lnTo>
                <a:lnTo>
                  <a:pt x="676544" y="489163"/>
                </a:lnTo>
                <a:lnTo>
                  <a:pt x="656141" y="529822"/>
                </a:lnTo>
                <a:lnTo>
                  <a:pt x="630848" y="567269"/>
                </a:lnTo>
                <a:lnTo>
                  <a:pt x="601084" y="601084"/>
                </a:lnTo>
                <a:lnTo>
                  <a:pt x="567208" y="630889"/>
                </a:lnTo>
                <a:lnTo>
                  <a:pt x="529780" y="656162"/>
                </a:lnTo>
                <a:lnTo>
                  <a:pt x="489137" y="676553"/>
                </a:lnTo>
                <a:lnTo>
                  <a:pt x="445698" y="691639"/>
                </a:lnTo>
                <a:lnTo>
                  <a:pt x="399881" y="701000"/>
                </a:lnTo>
                <a:lnTo>
                  <a:pt x="352107" y="704214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063744" y="4425569"/>
            <a:ext cx="254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03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5915025" y="1652904"/>
            <a:ext cx="124841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内置函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数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15025" y="3013709"/>
            <a:ext cx="15544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自定义函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数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15025" y="4373245"/>
            <a:ext cx="12484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匿名函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数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5444" y="2106167"/>
            <a:ext cx="2127885" cy="2646045"/>
          </a:xfrm>
          <a:prstGeom prst="rect">
            <a:avLst/>
          </a:prstGeom>
          <a:solidFill>
            <a:srgbClr val="F1F1F1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9300"/>
              </a:lnSpc>
            </a:pPr>
            <a:r>
              <a:rPr dirty="0" sz="16600" spc="-35" b="1">
                <a:solidFill>
                  <a:srgbClr val="205657"/>
                </a:solidFill>
                <a:latin typeface="宋体"/>
                <a:cs typeface="宋体"/>
              </a:rPr>
              <a:t>01</a:t>
            </a:r>
            <a:endParaRPr sz="166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73838" y="2909912"/>
            <a:ext cx="346710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b="1">
                <a:solidFill>
                  <a:srgbClr val="2E5B50"/>
                </a:solidFill>
                <a:latin typeface="宋体"/>
                <a:cs typeface="宋体"/>
              </a:rPr>
              <a:t>内置函数</a:t>
            </a:r>
            <a:r>
              <a:rPr dirty="0" sz="6000" spc="-25" b="1">
                <a:solidFill>
                  <a:srgbClr val="2E5B50"/>
                </a:solidFill>
                <a:latin typeface="宋体"/>
                <a:cs typeface="宋体"/>
              </a:rPr>
              <a:t> </a:t>
            </a:r>
            <a:endParaRPr sz="6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24841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内置函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数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6468" y="1243583"/>
            <a:ext cx="10799445" cy="1260475"/>
          </a:xfrm>
          <a:custGeom>
            <a:avLst/>
            <a:gdLst/>
            <a:ahLst/>
            <a:cxnLst/>
            <a:rect l="l" t="t" r="r" b="b"/>
            <a:pathLst>
              <a:path w="10799445" h="1260475">
                <a:moveTo>
                  <a:pt x="10590276" y="1260347"/>
                </a:moveTo>
                <a:lnTo>
                  <a:pt x="208787" y="1260347"/>
                </a:lnTo>
                <a:lnTo>
                  <a:pt x="160906" y="1254906"/>
                </a:lnTo>
                <a:lnTo>
                  <a:pt x="116904" y="1239170"/>
                </a:lnTo>
                <a:lnTo>
                  <a:pt x="78066" y="1214396"/>
                </a:lnTo>
                <a:lnTo>
                  <a:pt x="45673" y="1181838"/>
                </a:lnTo>
                <a:lnTo>
                  <a:pt x="21009" y="1142755"/>
                </a:lnTo>
                <a:lnTo>
                  <a:pt x="5357" y="1098402"/>
                </a:lnTo>
                <a:lnTo>
                  <a:pt x="0" y="1050035"/>
                </a:lnTo>
                <a:lnTo>
                  <a:pt x="0" y="210311"/>
                </a:lnTo>
                <a:lnTo>
                  <a:pt x="5357" y="162192"/>
                </a:lnTo>
                <a:lnTo>
                  <a:pt x="21009" y="118004"/>
                </a:lnTo>
                <a:lnTo>
                  <a:pt x="45673" y="79003"/>
                </a:lnTo>
                <a:lnTo>
                  <a:pt x="78066" y="46446"/>
                </a:lnTo>
                <a:lnTo>
                  <a:pt x="116904" y="21589"/>
                </a:lnTo>
                <a:lnTo>
                  <a:pt x="160906" y="5688"/>
                </a:lnTo>
                <a:lnTo>
                  <a:pt x="208787" y="0"/>
                </a:lnTo>
                <a:lnTo>
                  <a:pt x="10590276" y="0"/>
                </a:lnTo>
                <a:lnTo>
                  <a:pt x="10638157" y="5688"/>
                </a:lnTo>
                <a:lnTo>
                  <a:pt x="10682159" y="21589"/>
                </a:lnTo>
                <a:lnTo>
                  <a:pt x="10720997" y="46446"/>
                </a:lnTo>
                <a:lnTo>
                  <a:pt x="10753390" y="79003"/>
                </a:lnTo>
                <a:lnTo>
                  <a:pt x="10778054" y="118004"/>
                </a:lnTo>
                <a:lnTo>
                  <a:pt x="10793706" y="162192"/>
                </a:lnTo>
                <a:lnTo>
                  <a:pt x="10799064" y="210311"/>
                </a:lnTo>
                <a:lnTo>
                  <a:pt x="10799064" y="1050035"/>
                </a:lnTo>
                <a:lnTo>
                  <a:pt x="10793706" y="1098402"/>
                </a:lnTo>
                <a:lnTo>
                  <a:pt x="10778054" y="1142755"/>
                </a:lnTo>
                <a:lnTo>
                  <a:pt x="10753390" y="1181838"/>
                </a:lnTo>
                <a:lnTo>
                  <a:pt x="10720997" y="1214396"/>
                </a:lnTo>
                <a:lnTo>
                  <a:pt x="10682159" y="1239170"/>
                </a:lnTo>
                <a:lnTo>
                  <a:pt x="10638157" y="1254906"/>
                </a:lnTo>
                <a:lnTo>
                  <a:pt x="10590276" y="1260347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85572" y="2618232"/>
            <a:ext cx="5623560" cy="41422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641592" y="2746248"/>
            <a:ext cx="4744720" cy="1800225"/>
          </a:xfrm>
          <a:custGeom>
            <a:avLst/>
            <a:gdLst/>
            <a:ahLst/>
            <a:cxnLst/>
            <a:rect l="l" t="t" r="r" b="b"/>
            <a:pathLst>
              <a:path w="4744720" h="1800225">
                <a:moveTo>
                  <a:pt x="4443983" y="1799843"/>
                </a:moveTo>
                <a:lnTo>
                  <a:pt x="298703" y="1799843"/>
                </a:lnTo>
                <a:lnTo>
                  <a:pt x="250203" y="1796052"/>
                </a:lnTo>
                <a:lnTo>
                  <a:pt x="204172" y="1784785"/>
                </a:lnTo>
                <a:lnTo>
                  <a:pt x="161236" y="1766660"/>
                </a:lnTo>
                <a:lnTo>
                  <a:pt x="122023" y="1742294"/>
                </a:lnTo>
                <a:lnTo>
                  <a:pt x="87158" y="1712304"/>
                </a:lnTo>
                <a:lnTo>
                  <a:pt x="57269" y="1677308"/>
                </a:lnTo>
                <a:lnTo>
                  <a:pt x="32982" y="1637924"/>
                </a:lnTo>
                <a:lnTo>
                  <a:pt x="14924" y="1594769"/>
                </a:lnTo>
                <a:lnTo>
                  <a:pt x="3721" y="1548460"/>
                </a:lnTo>
                <a:lnTo>
                  <a:pt x="0" y="1499615"/>
                </a:lnTo>
                <a:lnTo>
                  <a:pt x="0" y="300227"/>
                </a:lnTo>
                <a:lnTo>
                  <a:pt x="3721" y="251383"/>
                </a:lnTo>
                <a:lnTo>
                  <a:pt x="14924" y="205074"/>
                </a:lnTo>
                <a:lnTo>
                  <a:pt x="32982" y="161919"/>
                </a:lnTo>
                <a:lnTo>
                  <a:pt x="57269" y="122535"/>
                </a:lnTo>
                <a:lnTo>
                  <a:pt x="87158" y="87539"/>
                </a:lnTo>
                <a:lnTo>
                  <a:pt x="122023" y="57549"/>
                </a:lnTo>
                <a:lnTo>
                  <a:pt x="161236" y="33183"/>
                </a:lnTo>
                <a:lnTo>
                  <a:pt x="204172" y="15058"/>
                </a:lnTo>
                <a:lnTo>
                  <a:pt x="250203" y="3791"/>
                </a:lnTo>
                <a:lnTo>
                  <a:pt x="298703" y="0"/>
                </a:lnTo>
                <a:lnTo>
                  <a:pt x="4443983" y="0"/>
                </a:lnTo>
                <a:lnTo>
                  <a:pt x="4492794" y="3791"/>
                </a:lnTo>
                <a:lnTo>
                  <a:pt x="4539076" y="15058"/>
                </a:lnTo>
                <a:lnTo>
                  <a:pt x="4582212" y="33183"/>
                </a:lnTo>
                <a:lnTo>
                  <a:pt x="4621585" y="57549"/>
                </a:lnTo>
                <a:lnTo>
                  <a:pt x="4656577" y="87539"/>
                </a:lnTo>
                <a:lnTo>
                  <a:pt x="4686570" y="122535"/>
                </a:lnTo>
                <a:lnTo>
                  <a:pt x="4710948" y="161919"/>
                </a:lnTo>
                <a:lnTo>
                  <a:pt x="4729092" y="205074"/>
                </a:lnTo>
                <a:lnTo>
                  <a:pt x="4740386" y="251383"/>
                </a:lnTo>
                <a:lnTo>
                  <a:pt x="4744211" y="300227"/>
                </a:lnTo>
                <a:lnTo>
                  <a:pt x="4744211" y="1499615"/>
                </a:lnTo>
                <a:lnTo>
                  <a:pt x="4740386" y="1548460"/>
                </a:lnTo>
                <a:lnTo>
                  <a:pt x="4729092" y="1594769"/>
                </a:lnTo>
                <a:lnTo>
                  <a:pt x="4710948" y="1637924"/>
                </a:lnTo>
                <a:lnTo>
                  <a:pt x="4686570" y="1677308"/>
                </a:lnTo>
                <a:lnTo>
                  <a:pt x="4656577" y="1712304"/>
                </a:lnTo>
                <a:lnTo>
                  <a:pt x="4621585" y="1742294"/>
                </a:lnTo>
                <a:lnTo>
                  <a:pt x="4582212" y="1766660"/>
                </a:lnTo>
                <a:lnTo>
                  <a:pt x="4539076" y="1784785"/>
                </a:lnTo>
                <a:lnTo>
                  <a:pt x="4492794" y="1796052"/>
                </a:lnTo>
                <a:lnTo>
                  <a:pt x="4443983" y="17998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519671" y="2746248"/>
            <a:ext cx="731520" cy="378460"/>
          </a:xfrm>
          <a:custGeom>
            <a:avLst/>
            <a:gdLst/>
            <a:ahLst/>
            <a:cxnLst/>
            <a:rect l="l" t="t" r="r" b="b"/>
            <a:pathLst>
              <a:path w="731520" h="378460">
                <a:moveTo>
                  <a:pt x="669035" y="377951"/>
                </a:moveTo>
                <a:lnTo>
                  <a:pt x="64007" y="377951"/>
                </a:lnTo>
                <a:lnTo>
                  <a:pt x="39220" y="373355"/>
                </a:lnTo>
                <a:lnTo>
                  <a:pt x="18988" y="360011"/>
                </a:lnTo>
                <a:lnTo>
                  <a:pt x="5263" y="340016"/>
                </a:lnTo>
                <a:lnTo>
                  <a:pt x="0" y="315468"/>
                </a:lnTo>
                <a:lnTo>
                  <a:pt x="0" y="62483"/>
                </a:lnTo>
                <a:lnTo>
                  <a:pt x="5263" y="38006"/>
                </a:lnTo>
                <a:lnTo>
                  <a:pt x="18988" y="18035"/>
                </a:lnTo>
                <a:lnTo>
                  <a:pt x="39220" y="4667"/>
                </a:lnTo>
                <a:lnTo>
                  <a:pt x="64007" y="0"/>
                </a:lnTo>
                <a:lnTo>
                  <a:pt x="669035" y="0"/>
                </a:lnTo>
                <a:lnTo>
                  <a:pt x="693513" y="4667"/>
                </a:lnTo>
                <a:lnTo>
                  <a:pt x="713484" y="18035"/>
                </a:lnTo>
                <a:lnTo>
                  <a:pt x="726852" y="38006"/>
                </a:lnTo>
                <a:lnTo>
                  <a:pt x="731520" y="62483"/>
                </a:lnTo>
                <a:lnTo>
                  <a:pt x="731520" y="315468"/>
                </a:lnTo>
                <a:lnTo>
                  <a:pt x="726852" y="340016"/>
                </a:lnTo>
                <a:lnTo>
                  <a:pt x="713484" y="360011"/>
                </a:lnTo>
                <a:lnTo>
                  <a:pt x="693513" y="373355"/>
                </a:lnTo>
                <a:lnTo>
                  <a:pt x="669035" y="377951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134744" y="1361186"/>
            <a:ext cx="9893300" cy="2880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728980">
              <a:lnSpc>
                <a:spcPct val="150000"/>
              </a:lnSpc>
              <a:spcBef>
                <a:spcPts val="100"/>
              </a:spcBef>
            </a:pP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Python提供了69个内置函数，可通过查询Python的官方文档了解内置函数的功能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；  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Python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官方网站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：https://docs.python.org/zh-cn/3.7/library/functions.html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 algn="ctr" marL="1607820">
              <a:lnSpc>
                <a:spcPct val="100000"/>
              </a:lnSpc>
              <a:spcBef>
                <a:spcPts val="1614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注意</a:t>
            </a:r>
            <a:endParaRPr sz="1800">
              <a:latin typeface="宋体"/>
              <a:cs typeface="宋体"/>
            </a:endParaRPr>
          </a:p>
          <a:p>
            <a:pPr algn="just" marL="5797550" marR="5080">
              <a:lnSpc>
                <a:spcPct val="150000"/>
              </a:lnSpc>
              <a:spcBef>
                <a:spcPts val="560"/>
              </a:spcBef>
            </a:pPr>
            <a:r>
              <a:rPr dirty="0" sz="1600" b="1">
                <a:latin typeface="宋体"/>
                <a:cs typeface="宋体"/>
              </a:rPr>
              <a:t>标识符命名时不要使用内置函数名</a:t>
            </a:r>
            <a:r>
              <a:rPr dirty="0" sz="1600">
                <a:latin typeface="宋体"/>
                <a:cs typeface="宋体"/>
              </a:rPr>
              <a:t>，虽然使</a:t>
            </a:r>
            <a:r>
              <a:rPr dirty="0" sz="1600" spc="-5">
                <a:latin typeface="宋体"/>
                <a:cs typeface="宋体"/>
              </a:rPr>
              <a:t>用 </a:t>
            </a:r>
            <a:r>
              <a:rPr dirty="0" sz="1600">
                <a:latin typeface="宋体"/>
                <a:cs typeface="宋体"/>
              </a:rPr>
              <a:t>内置函数名命名时</a:t>
            </a:r>
            <a:r>
              <a:rPr dirty="0" sz="1600" spc="-5">
                <a:latin typeface="宋体"/>
                <a:cs typeface="宋体"/>
              </a:rPr>
              <a:t>Python</a:t>
            </a:r>
            <a:r>
              <a:rPr dirty="0" sz="1600">
                <a:latin typeface="宋体"/>
                <a:cs typeface="宋体"/>
              </a:rPr>
              <a:t>不会报错，但是会</a:t>
            </a:r>
            <a:r>
              <a:rPr dirty="0" sz="1600" spc="-5">
                <a:latin typeface="宋体"/>
                <a:cs typeface="宋体"/>
              </a:rPr>
              <a:t>导 </a:t>
            </a:r>
            <a:r>
              <a:rPr dirty="0" sz="1600">
                <a:latin typeface="宋体"/>
                <a:cs typeface="宋体"/>
              </a:rPr>
              <a:t>致同名的内置函数被覆盖，从而无法使用</a:t>
            </a:r>
            <a:r>
              <a:rPr dirty="0" sz="1600" spc="-5">
                <a:latin typeface="宋体"/>
                <a:cs typeface="宋体"/>
              </a:rPr>
              <a:t>。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377940" y="4716779"/>
            <a:ext cx="5387340" cy="1752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5444" y="2106167"/>
            <a:ext cx="2127885" cy="2646045"/>
          </a:xfrm>
          <a:prstGeom prst="rect">
            <a:avLst/>
          </a:prstGeom>
          <a:solidFill>
            <a:srgbClr val="F1F1F1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9300"/>
              </a:lnSpc>
            </a:pPr>
            <a:r>
              <a:rPr dirty="0" sz="16600" spc="-35" b="1">
                <a:solidFill>
                  <a:srgbClr val="205657"/>
                </a:solidFill>
                <a:latin typeface="宋体"/>
                <a:cs typeface="宋体"/>
              </a:rPr>
              <a:t>02</a:t>
            </a:r>
            <a:endParaRPr sz="16600">
              <a:latin typeface="宋体"/>
              <a:cs typeface="宋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89981" y="2909912"/>
            <a:ext cx="423227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b="1">
                <a:solidFill>
                  <a:srgbClr val="2E5B50"/>
                </a:solidFill>
                <a:latin typeface="宋体"/>
                <a:cs typeface="宋体"/>
              </a:rPr>
              <a:t>自定义函数</a:t>
            </a:r>
            <a:r>
              <a:rPr dirty="0" sz="6000" spc="-25" b="1">
                <a:solidFill>
                  <a:srgbClr val="2E5B50"/>
                </a:solidFill>
                <a:latin typeface="宋体"/>
                <a:cs typeface="宋体"/>
              </a:rPr>
              <a:t> </a:t>
            </a:r>
            <a:endParaRPr sz="6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430911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创造属于你的函数：自定义函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数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6468" y="1243583"/>
            <a:ext cx="10799445" cy="756285"/>
          </a:xfrm>
          <a:custGeom>
            <a:avLst/>
            <a:gdLst/>
            <a:ahLst/>
            <a:cxnLst/>
            <a:rect l="l" t="t" r="r" b="b"/>
            <a:pathLst>
              <a:path w="10799445" h="756285">
                <a:moveTo>
                  <a:pt x="10674096" y="755903"/>
                </a:moveTo>
                <a:lnTo>
                  <a:pt x="124968" y="755903"/>
                </a:lnTo>
                <a:lnTo>
                  <a:pt x="76234" y="746289"/>
                </a:lnTo>
                <a:lnTo>
                  <a:pt x="36395" y="719489"/>
                </a:lnTo>
                <a:lnTo>
                  <a:pt x="9600" y="679655"/>
                </a:lnTo>
                <a:lnTo>
                  <a:pt x="0" y="630935"/>
                </a:lnTo>
                <a:lnTo>
                  <a:pt x="0" y="126491"/>
                </a:lnTo>
                <a:lnTo>
                  <a:pt x="9600" y="77377"/>
                </a:lnTo>
                <a:lnTo>
                  <a:pt x="36395" y="37252"/>
                </a:lnTo>
                <a:lnTo>
                  <a:pt x="76234" y="10123"/>
                </a:lnTo>
                <a:lnTo>
                  <a:pt x="124968" y="0"/>
                </a:lnTo>
                <a:lnTo>
                  <a:pt x="10674096" y="0"/>
                </a:lnTo>
                <a:lnTo>
                  <a:pt x="10722829" y="10123"/>
                </a:lnTo>
                <a:lnTo>
                  <a:pt x="10762668" y="37252"/>
                </a:lnTo>
                <a:lnTo>
                  <a:pt x="10789463" y="77377"/>
                </a:lnTo>
                <a:lnTo>
                  <a:pt x="10799064" y="126491"/>
                </a:lnTo>
                <a:lnTo>
                  <a:pt x="10799064" y="630935"/>
                </a:lnTo>
                <a:lnTo>
                  <a:pt x="10789463" y="679655"/>
                </a:lnTo>
                <a:lnTo>
                  <a:pt x="10762668" y="719489"/>
                </a:lnTo>
                <a:lnTo>
                  <a:pt x="10722829" y="746289"/>
                </a:lnTo>
                <a:lnTo>
                  <a:pt x="10674096" y="755903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38225" y="1470672"/>
            <a:ext cx="6122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如果想实现的功能内置函数无法完成，该如何处理呢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？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94944" y="2241804"/>
            <a:ext cx="10800715" cy="1518285"/>
          </a:xfrm>
          <a:custGeom>
            <a:avLst/>
            <a:gdLst/>
            <a:ahLst/>
            <a:cxnLst/>
            <a:rect l="l" t="t" r="r" b="b"/>
            <a:pathLst>
              <a:path w="10800715" h="1518285">
                <a:moveTo>
                  <a:pt x="10547604" y="1517904"/>
                </a:moveTo>
                <a:lnTo>
                  <a:pt x="252984" y="1517904"/>
                </a:lnTo>
                <a:lnTo>
                  <a:pt x="207463" y="1514039"/>
                </a:lnTo>
                <a:lnTo>
                  <a:pt x="164621" y="1502439"/>
                </a:lnTo>
                <a:lnTo>
                  <a:pt x="125176" y="1483822"/>
                </a:lnTo>
                <a:lnTo>
                  <a:pt x="89845" y="1458905"/>
                </a:lnTo>
                <a:lnTo>
                  <a:pt x="59346" y="1428406"/>
                </a:lnTo>
                <a:lnTo>
                  <a:pt x="34394" y="1393040"/>
                </a:lnTo>
                <a:lnTo>
                  <a:pt x="15708" y="1353526"/>
                </a:lnTo>
                <a:lnTo>
                  <a:pt x="4004" y="1310580"/>
                </a:lnTo>
                <a:lnTo>
                  <a:pt x="0" y="1264920"/>
                </a:lnTo>
                <a:lnTo>
                  <a:pt x="0" y="252984"/>
                </a:lnTo>
                <a:lnTo>
                  <a:pt x="4004" y="207335"/>
                </a:lnTo>
                <a:lnTo>
                  <a:pt x="15708" y="164397"/>
                </a:lnTo>
                <a:lnTo>
                  <a:pt x="34394" y="124888"/>
                </a:lnTo>
                <a:lnTo>
                  <a:pt x="59346" y="89526"/>
                </a:lnTo>
                <a:lnTo>
                  <a:pt x="89845" y="59026"/>
                </a:lnTo>
                <a:lnTo>
                  <a:pt x="125176" y="34106"/>
                </a:lnTo>
                <a:lnTo>
                  <a:pt x="164621" y="15484"/>
                </a:lnTo>
                <a:lnTo>
                  <a:pt x="207463" y="3876"/>
                </a:lnTo>
                <a:lnTo>
                  <a:pt x="252984" y="0"/>
                </a:lnTo>
                <a:lnTo>
                  <a:pt x="10547604" y="0"/>
                </a:lnTo>
                <a:lnTo>
                  <a:pt x="10593012" y="3876"/>
                </a:lnTo>
                <a:lnTo>
                  <a:pt x="10635768" y="15484"/>
                </a:lnTo>
                <a:lnTo>
                  <a:pt x="10675157" y="34106"/>
                </a:lnTo>
                <a:lnTo>
                  <a:pt x="10710459" y="59026"/>
                </a:lnTo>
                <a:lnTo>
                  <a:pt x="10740959" y="89526"/>
                </a:lnTo>
                <a:lnTo>
                  <a:pt x="10765939" y="124888"/>
                </a:lnTo>
                <a:lnTo>
                  <a:pt x="10784682" y="164397"/>
                </a:lnTo>
                <a:lnTo>
                  <a:pt x="10796470" y="207335"/>
                </a:lnTo>
                <a:lnTo>
                  <a:pt x="10800588" y="252984"/>
                </a:lnTo>
                <a:lnTo>
                  <a:pt x="10800588" y="1264920"/>
                </a:lnTo>
                <a:lnTo>
                  <a:pt x="10796470" y="1310580"/>
                </a:lnTo>
                <a:lnTo>
                  <a:pt x="10784682" y="1353526"/>
                </a:lnTo>
                <a:lnTo>
                  <a:pt x="10765939" y="1393040"/>
                </a:lnTo>
                <a:lnTo>
                  <a:pt x="10740959" y="1428406"/>
                </a:lnTo>
                <a:lnTo>
                  <a:pt x="10710459" y="1458905"/>
                </a:lnTo>
                <a:lnTo>
                  <a:pt x="10675157" y="1483822"/>
                </a:lnTo>
                <a:lnTo>
                  <a:pt x="10635768" y="1502439"/>
                </a:lnTo>
                <a:lnTo>
                  <a:pt x="10593012" y="1514039"/>
                </a:lnTo>
                <a:lnTo>
                  <a:pt x="10547604" y="151790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88340" y="2234768"/>
            <a:ext cx="10813415" cy="1524000"/>
          </a:xfrm>
          <a:custGeom>
            <a:avLst/>
            <a:gdLst/>
            <a:ahLst/>
            <a:cxnLst/>
            <a:rect l="l" t="t" r="r" b="b"/>
            <a:pathLst>
              <a:path w="10813415" h="1524000">
                <a:moveTo>
                  <a:pt x="10637088" y="12700"/>
                </a:moveTo>
                <a:lnTo>
                  <a:pt x="176326" y="12700"/>
                </a:lnTo>
                <a:lnTo>
                  <a:pt x="182384" y="0"/>
                </a:lnTo>
                <a:lnTo>
                  <a:pt x="10631030" y="0"/>
                </a:lnTo>
                <a:lnTo>
                  <a:pt x="10637088" y="12700"/>
                </a:lnTo>
                <a:close/>
              </a:path>
              <a:path w="10813415" h="1524000">
                <a:moveTo>
                  <a:pt x="180314" y="25400"/>
                </a:moveTo>
                <a:lnTo>
                  <a:pt x="147027" y="25400"/>
                </a:lnTo>
                <a:lnTo>
                  <a:pt x="158534" y="12700"/>
                </a:lnTo>
                <a:lnTo>
                  <a:pt x="186232" y="12700"/>
                </a:lnTo>
                <a:lnTo>
                  <a:pt x="180314" y="25400"/>
                </a:lnTo>
                <a:close/>
              </a:path>
              <a:path w="10813415" h="1524000">
                <a:moveTo>
                  <a:pt x="10666387" y="25400"/>
                </a:moveTo>
                <a:lnTo>
                  <a:pt x="10633100" y="25400"/>
                </a:lnTo>
                <a:lnTo>
                  <a:pt x="10627182" y="12700"/>
                </a:lnTo>
                <a:lnTo>
                  <a:pt x="10654880" y="12700"/>
                </a:lnTo>
                <a:lnTo>
                  <a:pt x="10666387" y="25400"/>
                </a:lnTo>
                <a:close/>
              </a:path>
              <a:path w="10813415" h="1524000">
                <a:moveTo>
                  <a:pt x="121424" y="50800"/>
                </a:moveTo>
                <a:lnTo>
                  <a:pt x="104266" y="50800"/>
                </a:lnTo>
                <a:lnTo>
                  <a:pt x="114439" y="38100"/>
                </a:lnTo>
                <a:lnTo>
                  <a:pt x="124968" y="25400"/>
                </a:lnTo>
                <a:lnTo>
                  <a:pt x="152679" y="25400"/>
                </a:lnTo>
                <a:lnTo>
                  <a:pt x="141770" y="38100"/>
                </a:lnTo>
                <a:lnTo>
                  <a:pt x="131698" y="38100"/>
                </a:lnTo>
                <a:lnTo>
                  <a:pt x="121424" y="50800"/>
                </a:lnTo>
                <a:close/>
              </a:path>
              <a:path w="10813415" h="1524000">
                <a:moveTo>
                  <a:pt x="10709148" y="50800"/>
                </a:moveTo>
                <a:lnTo>
                  <a:pt x="10691990" y="50800"/>
                </a:lnTo>
                <a:lnTo>
                  <a:pt x="10681716" y="38100"/>
                </a:lnTo>
                <a:lnTo>
                  <a:pt x="10671644" y="38100"/>
                </a:lnTo>
                <a:lnTo>
                  <a:pt x="10660735" y="25400"/>
                </a:lnTo>
                <a:lnTo>
                  <a:pt x="10688446" y="25400"/>
                </a:lnTo>
                <a:lnTo>
                  <a:pt x="10698975" y="38100"/>
                </a:lnTo>
                <a:lnTo>
                  <a:pt x="10709148" y="50800"/>
                </a:lnTo>
                <a:close/>
              </a:path>
              <a:path w="10813415" h="1524000">
                <a:moveTo>
                  <a:pt x="102425" y="63500"/>
                </a:moveTo>
                <a:lnTo>
                  <a:pt x="85039" y="63500"/>
                </a:lnTo>
                <a:lnTo>
                  <a:pt x="94462" y="50800"/>
                </a:lnTo>
                <a:lnTo>
                  <a:pt x="111988" y="50800"/>
                </a:lnTo>
                <a:lnTo>
                  <a:pt x="102425" y="63500"/>
                </a:lnTo>
                <a:close/>
              </a:path>
              <a:path w="10813415" h="1524000">
                <a:moveTo>
                  <a:pt x="10728375" y="63500"/>
                </a:moveTo>
                <a:lnTo>
                  <a:pt x="10710989" y="63500"/>
                </a:lnTo>
                <a:lnTo>
                  <a:pt x="10701426" y="50800"/>
                </a:lnTo>
                <a:lnTo>
                  <a:pt x="10718952" y="50800"/>
                </a:lnTo>
                <a:lnTo>
                  <a:pt x="10728375" y="63500"/>
                </a:lnTo>
                <a:close/>
              </a:path>
              <a:path w="10813415" h="1524000">
                <a:moveTo>
                  <a:pt x="54775" y="114300"/>
                </a:moveTo>
                <a:lnTo>
                  <a:pt x="44335" y="114300"/>
                </a:lnTo>
                <a:lnTo>
                  <a:pt x="51574" y="101600"/>
                </a:lnTo>
                <a:lnTo>
                  <a:pt x="59270" y="88900"/>
                </a:lnTo>
                <a:lnTo>
                  <a:pt x="67436" y="76200"/>
                </a:lnTo>
                <a:lnTo>
                  <a:pt x="76022" y="63500"/>
                </a:lnTo>
                <a:lnTo>
                  <a:pt x="102654" y="63500"/>
                </a:lnTo>
                <a:lnTo>
                  <a:pt x="93472" y="76200"/>
                </a:lnTo>
                <a:lnTo>
                  <a:pt x="85115" y="76200"/>
                </a:lnTo>
                <a:lnTo>
                  <a:pt x="76733" y="88900"/>
                </a:lnTo>
                <a:lnTo>
                  <a:pt x="76936" y="88900"/>
                </a:lnTo>
                <a:lnTo>
                  <a:pt x="68973" y="101600"/>
                </a:lnTo>
                <a:lnTo>
                  <a:pt x="61836" y="101600"/>
                </a:lnTo>
                <a:lnTo>
                  <a:pt x="54775" y="114300"/>
                </a:lnTo>
                <a:close/>
              </a:path>
              <a:path w="10813415" h="1524000">
                <a:moveTo>
                  <a:pt x="10769079" y="114300"/>
                </a:moveTo>
                <a:lnTo>
                  <a:pt x="10758639" y="114300"/>
                </a:lnTo>
                <a:lnTo>
                  <a:pt x="10751578" y="101600"/>
                </a:lnTo>
                <a:lnTo>
                  <a:pt x="10744441" y="101600"/>
                </a:lnTo>
                <a:lnTo>
                  <a:pt x="10736478" y="88900"/>
                </a:lnTo>
                <a:lnTo>
                  <a:pt x="10736681" y="88900"/>
                </a:lnTo>
                <a:lnTo>
                  <a:pt x="10728299" y="76200"/>
                </a:lnTo>
                <a:lnTo>
                  <a:pt x="10719942" y="76200"/>
                </a:lnTo>
                <a:lnTo>
                  <a:pt x="10710760" y="63500"/>
                </a:lnTo>
                <a:lnTo>
                  <a:pt x="10737392" y="63500"/>
                </a:lnTo>
                <a:lnTo>
                  <a:pt x="10745978" y="76200"/>
                </a:lnTo>
                <a:lnTo>
                  <a:pt x="10754144" y="88900"/>
                </a:lnTo>
                <a:lnTo>
                  <a:pt x="10761840" y="101600"/>
                </a:lnTo>
                <a:lnTo>
                  <a:pt x="10769079" y="114300"/>
                </a:lnTo>
                <a:close/>
              </a:path>
              <a:path w="10813415" h="1524000">
                <a:moveTo>
                  <a:pt x="27622" y="165100"/>
                </a:moveTo>
                <a:lnTo>
                  <a:pt x="15760" y="165100"/>
                </a:lnTo>
                <a:lnTo>
                  <a:pt x="20396" y="152400"/>
                </a:lnTo>
                <a:lnTo>
                  <a:pt x="25603" y="139700"/>
                </a:lnTo>
                <a:lnTo>
                  <a:pt x="31330" y="127000"/>
                </a:lnTo>
                <a:lnTo>
                  <a:pt x="37579" y="114300"/>
                </a:lnTo>
                <a:lnTo>
                  <a:pt x="54940" y="114300"/>
                </a:lnTo>
                <a:lnTo>
                  <a:pt x="48361" y="127000"/>
                </a:lnTo>
                <a:lnTo>
                  <a:pt x="48514" y="127000"/>
                </a:lnTo>
                <a:lnTo>
                  <a:pt x="42417" y="139700"/>
                </a:lnTo>
                <a:lnTo>
                  <a:pt x="42570" y="139700"/>
                </a:lnTo>
                <a:lnTo>
                  <a:pt x="36969" y="152400"/>
                </a:lnTo>
                <a:lnTo>
                  <a:pt x="32156" y="152400"/>
                </a:lnTo>
                <a:lnTo>
                  <a:pt x="27622" y="165100"/>
                </a:lnTo>
                <a:close/>
              </a:path>
              <a:path w="10813415" h="1524000">
                <a:moveTo>
                  <a:pt x="10797654" y="165100"/>
                </a:moveTo>
                <a:lnTo>
                  <a:pt x="10785792" y="165100"/>
                </a:lnTo>
                <a:lnTo>
                  <a:pt x="10781258" y="152400"/>
                </a:lnTo>
                <a:lnTo>
                  <a:pt x="10776445" y="152400"/>
                </a:lnTo>
                <a:lnTo>
                  <a:pt x="10770844" y="139700"/>
                </a:lnTo>
                <a:lnTo>
                  <a:pt x="10770996" y="139700"/>
                </a:lnTo>
                <a:lnTo>
                  <a:pt x="10764901" y="127000"/>
                </a:lnTo>
                <a:lnTo>
                  <a:pt x="10765053" y="127000"/>
                </a:lnTo>
                <a:lnTo>
                  <a:pt x="10758474" y="114300"/>
                </a:lnTo>
                <a:lnTo>
                  <a:pt x="10775835" y="114300"/>
                </a:lnTo>
                <a:lnTo>
                  <a:pt x="10782084" y="127000"/>
                </a:lnTo>
                <a:lnTo>
                  <a:pt x="10787811" y="139700"/>
                </a:lnTo>
                <a:lnTo>
                  <a:pt x="10793018" y="152400"/>
                </a:lnTo>
                <a:lnTo>
                  <a:pt x="10797654" y="165100"/>
                </a:lnTo>
                <a:close/>
              </a:path>
              <a:path w="10813415" h="1524000">
                <a:moveTo>
                  <a:pt x="25641" y="177800"/>
                </a:moveTo>
                <a:lnTo>
                  <a:pt x="11671" y="177800"/>
                </a:lnTo>
                <a:lnTo>
                  <a:pt x="13639" y="165100"/>
                </a:lnTo>
                <a:lnTo>
                  <a:pt x="27698" y="165100"/>
                </a:lnTo>
                <a:lnTo>
                  <a:pt x="25641" y="177800"/>
                </a:lnTo>
                <a:close/>
              </a:path>
              <a:path w="10813415" h="1524000">
                <a:moveTo>
                  <a:pt x="10801743" y="177800"/>
                </a:moveTo>
                <a:lnTo>
                  <a:pt x="10787773" y="177800"/>
                </a:lnTo>
                <a:lnTo>
                  <a:pt x="10785716" y="165100"/>
                </a:lnTo>
                <a:lnTo>
                  <a:pt x="10799775" y="165100"/>
                </a:lnTo>
                <a:lnTo>
                  <a:pt x="10801743" y="177800"/>
                </a:lnTo>
                <a:close/>
              </a:path>
              <a:path w="10813415" h="1524000">
                <a:moveTo>
                  <a:pt x="22047" y="190500"/>
                </a:moveTo>
                <a:lnTo>
                  <a:pt x="8166" y="190500"/>
                </a:lnTo>
                <a:lnTo>
                  <a:pt x="9842" y="177800"/>
                </a:lnTo>
                <a:lnTo>
                  <a:pt x="23825" y="177800"/>
                </a:lnTo>
                <a:lnTo>
                  <a:pt x="22047" y="190500"/>
                </a:lnTo>
                <a:close/>
              </a:path>
              <a:path w="10813415" h="1524000">
                <a:moveTo>
                  <a:pt x="10805236" y="190500"/>
                </a:moveTo>
                <a:lnTo>
                  <a:pt x="10791367" y="190500"/>
                </a:lnTo>
                <a:lnTo>
                  <a:pt x="10789589" y="177800"/>
                </a:lnTo>
                <a:lnTo>
                  <a:pt x="10803572" y="177800"/>
                </a:lnTo>
                <a:lnTo>
                  <a:pt x="10805236" y="190500"/>
                </a:lnTo>
                <a:close/>
              </a:path>
              <a:path w="10813415" h="1524000">
                <a:moveTo>
                  <a:pt x="18999" y="203200"/>
                </a:moveTo>
                <a:lnTo>
                  <a:pt x="5270" y="203200"/>
                </a:lnTo>
                <a:lnTo>
                  <a:pt x="6642" y="190500"/>
                </a:lnTo>
                <a:lnTo>
                  <a:pt x="20485" y="190500"/>
                </a:lnTo>
                <a:lnTo>
                  <a:pt x="18999" y="203200"/>
                </a:lnTo>
                <a:close/>
              </a:path>
              <a:path w="10813415" h="1524000">
                <a:moveTo>
                  <a:pt x="10808144" y="203200"/>
                </a:moveTo>
                <a:lnTo>
                  <a:pt x="10794415" y="203200"/>
                </a:lnTo>
                <a:lnTo>
                  <a:pt x="10792917" y="190500"/>
                </a:lnTo>
                <a:lnTo>
                  <a:pt x="10806772" y="190500"/>
                </a:lnTo>
                <a:lnTo>
                  <a:pt x="10808144" y="203200"/>
                </a:lnTo>
                <a:close/>
              </a:path>
              <a:path w="10813415" h="1524000">
                <a:moveTo>
                  <a:pt x="15532" y="215900"/>
                </a:moveTo>
                <a:lnTo>
                  <a:pt x="2984" y="215900"/>
                </a:lnTo>
                <a:lnTo>
                  <a:pt x="4051" y="203200"/>
                </a:lnTo>
                <a:lnTo>
                  <a:pt x="16573" y="203200"/>
                </a:lnTo>
                <a:lnTo>
                  <a:pt x="15532" y="215900"/>
                </a:lnTo>
                <a:close/>
              </a:path>
              <a:path w="10813415" h="1524000">
                <a:moveTo>
                  <a:pt x="16535" y="215900"/>
                </a:moveTo>
                <a:lnTo>
                  <a:pt x="16573" y="203200"/>
                </a:lnTo>
                <a:lnTo>
                  <a:pt x="17729" y="203200"/>
                </a:lnTo>
                <a:lnTo>
                  <a:pt x="16535" y="215900"/>
                </a:lnTo>
                <a:close/>
              </a:path>
              <a:path w="10813415" h="1524000">
                <a:moveTo>
                  <a:pt x="10796866" y="215900"/>
                </a:moveTo>
                <a:lnTo>
                  <a:pt x="10795685" y="203200"/>
                </a:lnTo>
                <a:lnTo>
                  <a:pt x="10796841" y="203200"/>
                </a:lnTo>
                <a:lnTo>
                  <a:pt x="10796866" y="215900"/>
                </a:lnTo>
                <a:close/>
              </a:path>
              <a:path w="10813415" h="1524000">
                <a:moveTo>
                  <a:pt x="10810417" y="215900"/>
                </a:moveTo>
                <a:lnTo>
                  <a:pt x="10797882" y="215900"/>
                </a:lnTo>
                <a:lnTo>
                  <a:pt x="10796841" y="203200"/>
                </a:lnTo>
                <a:lnTo>
                  <a:pt x="10809363" y="203200"/>
                </a:lnTo>
                <a:lnTo>
                  <a:pt x="10810417" y="215900"/>
                </a:lnTo>
                <a:close/>
              </a:path>
              <a:path w="10813415" h="1524000">
                <a:moveTo>
                  <a:pt x="13969" y="228600"/>
                </a:moveTo>
                <a:lnTo>
                  <a:pt x="1333" y="228600"/>
                </a:lnTo>
                <a:lnTo>
                  <a:pt x="2082" y="215900"/>
                </a:lnTo>
                <a:lnTo>
                  <a:pt x="14693" y="215900"/>
                </a:lnTo>
                <a:lnTo>
                  <a:pt x="13969" y="228600"/>
                </a:lnTo>
                <a:close/>
              </a:path>
              <a:path w="10813415" h="1524000">
                <a:moveTo>
                  <a:pt x="10812068" y="228600"/>
                </a:moveTo>
                <a:lnTo>
                  <a:pt x="10799444" y="228600"/>
                </a:lnTo>
                <a:lnTo>
                  <a:pt x="10798721" y="215900"/>
                </a:lnTo>
                <a:lnTo>
                  <a:pt x="10811332" y="215900"/>
                </a:lnTo>
                <a:lnTo>
                  <a:pt x="10812068" y="228600"/>
                </a:lnTo>
                <a:close/>
              </a:path>
              <a:path w="10813415" h="1524000">
                <a:moveTo>
                  <a:pt x="13017" y="241300"/>
                </a:moveTo>
                <a:lnTo>
                  <a:pt x="342" y="241300"/>
                </a:lnTo>
                <a:lnTo>
                  <a:pt x="761" y="228600"/>
                </a:lnTo>
                <a:lnTo>
                  <a:pt x="13423" y="228600"/>
                </a:lnTo>
                <a:lnTo>
                  <a:pt x="13017" y="241300"/>
                </a:lnTo>
                <a:close/>
              </a:path>
              <a:path w="10813415" h="1524000">
                <a:moveTo>
                  <a:pt x="10813072" y="241300"/>
                </a:moveTo>
                <a:lnTo>
                  <a:pt x="10800397" y="241300"/>
                </a:lnTo>
                <a:lnTo>
                  <a:pt x="10799991" y="228600"/>
                </a:lnTo>
                <a:lnTo>
                  <a:pt x="10812653" y="228600"/>
                </a:lnTo>
                <a:lnTo>
                  <a:pt x="10813072" y="241300"/>
                </a:lnTo>
                <a:close/>
              </a:path>
              <a:path w="10813415" h="1524000">
                <a:moveTo>
                  <a:pt x="12700" y="1270000"/>
                </a:moveTo>
                <a:lnTo>
                  <a:pt x="0" y="1270000"/>
                </a:lnTo>
                <a:lnTo>
                  <a:pt x="88" y="241300"/>
                </a:lnTo>
                <a:lnTo>
                  <a:pt x="12776" y="241300"/>
                </a:lnTo>
                <a:lnTo>
                  <a:pt x="12700" y="1270000"/>
                </a:lnTo>
                <a:close/>
              </a:path>
              <a:path w="10813415" h="1524000">
                <a:moveTo>
                  <a:pt x="10813415" y="1270000"/>
                </a:moveTo>
                <a:lnTo>
                  <a:pt x="10800715" y="1270000"/>
                </a:lnTo>
                <a:lnTo>
                  <a:pt x="10800626" y="241300"/>
                </a:lnTo>
                <a:lnTo>
                  <a:pt x="10813326" y="241300"/>
                </a:lnTo>
                <a:lnTo>
                  <a:pt x="10813415" y="1270000"/>
                </a:lnTo>
                <a:close/>
              </a:path>
              <a:path w="10813415" h="1524000">
                <a:moveTo>
                  <a:pt x="13030" y="1282700"/>
                </a:moveTo>
                <a:lnTo>
                  <a:pt x="342" y="1282700"/>
                </a:lnTo>
                <a:lnTo>
                  <a:pt x="88" y="1270000"/>
                </a:lnTo>
                <a:lnTo>
                  <a:pt x="12776" y="1270000"/>
                </a:lnTo>
                <a:lnTo>
                  <a:pt x="13030" y="1282700"/>
                </a:lnTo>
                <a:close/>
              </a:path>
              <a:path w="10813415" h="1524000">
                <a:moveTo>
                  <a:pt x="10813072" y="1282700"/>
                </a:moveTo>
                <a:lnTo>
                  <a:pt x="10800384" y="1282700"/>
                </a:lnTo>
                <a:lnTo>
                  <a:pt x="10800638" y="1270000"/>
                </a:lnTo>
                <a:lnTo>
                  <a:pt x="10813326" y="1270000"/>
                </a:lnTo>
                <a:lnTo>
                  <a:pt x="10813072" y="1282700"/>
                </a:lnTo>
                <a:close/>
              </a:path>
              <a:path w="10813415" h="1524000">
                <a:moveTo>
                  <a:pt x="13982" y="1295400"/>
                </a:moveTo>
                <a:lnTo>
                  <a:pt x="1333" y="1295400"/>
                </a:lnTo>
                <a:lnTo>
                  <a:pt x="761" y="1282700"/>
                </a:lnTo>
                <a:lnTo>
                  <a:pt x="13411" y="1282700"/>
                </a:lnTo>
                <a:lnTo>
                  <a:pt x="13982" y="1295400"/>
                </a:lnTo>
                <a:close/>
              </a:path>
              <a:path w="10813415" h="1524000">
                <a:moveTo>
                  <a:pt x="10812068" y="1295400"/>
                </a:moveTo>
                <a:lnTo>
                  <a:pt x="10799432" y="1295400"/>
                </a:lnTo>
                <a:lnTo>
                  <a:pt x="10800003" y="1282700"/>
                </a:lnTo>
                <a:lnTo>
                  <a:pt x="10812653" y="1282700"/>
                </a:lnTo>
                <a:lnTo>
                  <a:pt x="10812068" y="1295400"/>
                </a:lnTo>
                <a:close/>
              </a:path>
              <a:path w="10813415" h="1524000">
                <a:moveTo>
                  <a:pt x="15557" y="1308100"/>
                </a:moveTo>
                <a:lnTo>
                  <a:pt x="2984" y="1308100"/>
                </a:lnTo>
                <a:lnTo>
                  <a:pt x="2082" y="1295400"/>
                </a:lnTo>
                <a:lnTo>
                  <a:pt x="14668" y="1295400"/>
                </a:lnTo>
                <a:lnTo>
                  <a:pt x="15557" y="1308100"/>
                </a:lnTo>
                <a:close/>
              </a:path>
              <a:path w="10813415" h="1524000">
                <a:moveTo>
                  <a:pt x="10810417" y="1308100"/>
                </a:moveTo>
                <a:lnTo>
                  <a:pt x="10797857" y="1308100"/>
                </a:lnTo>
                <a:lnTo>
                  <a:pt x="10798746" y="1295400"/>
                </a:lnTo>
                <a:lnTo>
                  <a:pt x="10811332" y="1295400"/>
                </a:lnTo>
                <a:lnTo>
                  <a:pt x="10810417" y="1308100"/>
                </a:lnTo>
                <a:close/>
              </a:path>
              <a:path w="10813415" h="1524000">
                <a:moveTo>
                  <a:pt x="17729" y="1320800"/>
                </a:moveTo>
                <a:lnTo>
                  <a:pt x="5270" y="1320800"/>
                </a:lnTo>
                <a:lnTo>
                  <a:pt x="4051" y="1308100"/>
                </a:lnTo>
                <a:lnTo>
                  <a:pt x="16535" y="1308100"/>
                </a:lnTo>
                <a:lnTo>
                  <a:pt x="17729" y="1320800"/>
                </a:lnTo>
                <a:close/>
              </a:path>
              <a:path w="10813415" h="1524000">
                <a:moveTo>
                  <a:pt x="10808144" y="1320800"/>
                </a:moveTo>
                <a:lnTo>
                  <a:pt x="10795685" y="1320800"/>
                </a:lnTo>
                <a:lnTo>
                  <a:pt x="10796866" y="1308100"/>
                </a:lnTo>
                <a:lnTo>
                  <a:pt x="10809363" y="1308100"/>
                </a:lnTo>
                <a:lnTo>
                  <a:pt x="10808144" y="1320800"/>
                </a:lnTo>
                <a:close/>
              </a:path>
              <a:path w="10813415" h="1524000">
                <a:moveTo>
                  <a:pt x="20485" y="1333500"/>
                </a:moveTo>
                <a:lnTo>
                  <a:pt x="8166" y="1333500"/>
                </a:lnTo>
                <a:lnTo>
                  <a:pt x="6642" y="1320800"/>
                </a:lnTo>
                <a:lnTo>
                  <a:pt x="18999" y="1320800"/>
                </a:lnTo>
                <a:lnTo>
                  <a:pt x="20485" y="1333500"/>
                </a:lnTo>
                <a:close/>
              </a:path>
              <a:path w="10813415" h="1524000">
                <a:moveTo>
                  <a:pt x="10805236" y="1333500"/>
                </a:moveTo>
                <a:lnTo>
                  <a:pt x="10792917" y="1333500"/>
                </a:lnTo>
                <a:lnTo>
                  <a:pt x="10794415" y="1320800"/>
                </a:lnTo>
                <a:lnTo>
                  <a:pt x="10806772" y="1320800"/>
                </a:lnTo>
                <a:lnTo>
                  <a:pt x="10805236" y="1333500"/>
                </a:lnTo>
                <a:close/>
              </a:path>
              <a:path w="10813415" h="1524000">
                <a:moveTo>
                  <a:pt x="25692" y="1346200"/>
                </a:moveTo>
                <a:lnTo>
                  <a:pt x="11671" y="1346200"/>
                </a:lnTo>
                <a:lnTo>
                  <a:pt x="9842" y="1333500"/>
                </a:lnTo>
                <a:lnTo>
                  <a:pt x="23774" y="1333500"/>
                </a:lnTo>
                <a:lnTo>
                  <a:pt x="25692" y="1346200"/>
                </a:lnTo>
                <a:close/>
              </a:path>
              <a:path w="10813415" h="1524000">
                <a:moveTo>
                  <a:pt x="10801743" y="1346200"/>
                </a:moveTo>
                <a:lnTo>
                  <a:pt x="10787722" y="1346200"/>
                </a:lnTo>
                <a:lnTo>
                  <a:pt x="10789640" y="1333500"/>
                </a:lnTo>
                <a:lnTo>
                  <a:pt x="10803572" y="1333500"/>
                </a:lnTo>
                <a:lnTo>
                  <a:pt x="10801743" y="1346200"/>
                </a:lnTo>
                <a:close/>
              </a:path>
              <a:path w="10813415" h="1524000">
                <a:moveTo>
                  <a:pt x="42570" y="1384300"/>
                </a:moveTo>
                <a:lnTo>
                  <a:pt x="25603" y="1384300"/>
                </a:lnTo>
                <a:lnTo>
                  <a:pt x="20396" y="1371600"/>
                </a:lnTo>
                <a:lnTo>
                  <a:pt x="15760" y="1358900"/>
                </a:lnTo>
                <a:lnTo>
                  <a:pt x="13639" y="1346200"/>
                </a:lnTo>
                <a:lnTo>
                  <a:pt x="27622" y="1346200"/>
                </a:lnTo>
                <a:lnTo>
                  <a:pt x="32156" y="1358900"/>
                </a:lnTo>
                <a:lnTo>
                  <a:pt x="37109" y="1371600"/>
                </a:lnTo>
                <a:lnTo>
                  <a:pt x="36969" y="1371600"/>
                </a:lnTo>
                <a:lnTo>
                  <a:pt x="42570" y="1384300"/>
                </a:lnTo>
                <a:close/>
              </a:path>
              <a:path w="10813415" h="1524000">
                <a:moveTo>
                  <a:pt x="10787811" y="1384300"/>
                </a:moveTo>
                <a:lnTo>
                  <a:pt x="10770844" y="1384300"/>
                </a:lnTo>
                <a:lnTo>
                  <a:pt x="10776445" y="1371600"/>
                </a:lnTo>
                <a:lnTo>
                  <a:pt x="10776305" y="1371600"/>
                </a:lnTo>
                <a:lnTo>
                  <a:pt x="10781385" y="1358900"/>
                </a:lnTo>
                <a:lnTo>
                  <a:pt x="10785792" y="1346200"/>
                </a:lnTo>
                <a:lnTo>
                  <a:pt x="10799775" y="1346200"/>
                </a:lnTo>
                <a:lnTo>
                  <a:pt x="10797654" y="1358900"/>
                </a:lnTo>
                <a:lnTo>
                  <a:pt x="10793018" y="1371600"/>
                </a:lnTo>
                <a:lnTo>
                  <a:pt x="10787811" y="1384300"/>
                </a:lnTo>
                <a:close/>
              </a:path>
              <a:path w="10813415" h="1524000">
                <a:moveTo>
                  <a:pt x="76936" y="1435100"/>
                </a:moveTo>
                <a:lnTo>
                  <a:pt x="59270" y="1435100"/>
                </a:lnTo>
                <a:lnTo>
                  <a:pt x="51574" y="1422400"/>
                </a:lnTo>
                <a:lnTo>
                  <a:pt x="44335" y="1409700"/>
                </a:lnTo>
                <a:lnTo>
                  <a:pt x="37579" y="1397000"/>
                </a:lnTo>
                <a:lnTo>
                  <a:pt x="31330" y="1384300"/>
                </a:lnTo>
                <a:lnTo>
                  <a:pt x="42417" y="1384300"/>
                </a:lnTo>
                <a:lnTo>
                  <a:pt x="48514" y="1397000"/>
                </a:lnTo>
                <a:lnTo>
                  <a:pt x="48361" y="1397000"/>
                </a:lnTo>
                <a:lnTo>
                  <a:pt x="54940" y="1409700"/>
                </a:lnTo>
                <a:lnTo>
                  <a:pt x="61645" y="1409700"/>
                </a:lnTo>
                <a:lnTo>
                  <a:pt x="69164" y="1422400"/>
                </a:lnTo>
                <a:lnTo>
                  <a:pt x="68973" y="1422400"/>
                </a:lnTo>
                <a:lnTo>
                  <a:pt x="76936" y="1435100"/>
                </a:lnTo>
                <a:close/>
              </a:path>
              <a:path w="10813415" h="1524000">
                <a:moveTo>
                  <a:pt x="10754144" y="1435100"/>
                </a:moveTo>
                <a:lnTo>
                  <a:pt x="10736478" y="1435100"/>
                </a:lnTo>
                <a:lnTo>
                  <a:pt x="10744441" y="1422400"/>
                </a:lnTo>
                <a:lnTo>
                  <a:pt x="10744250" y="1422400"/>
                </a:lnTo>
                <a:lnTo>
                  <a:pt x="10751769" y="1409700"/>
                </a:lnTo>
                <a:lnTo>
                  <a:pt x="10758474" y="1409700"/>
                </a:lnTo>
                <a:lnTo>
                  <a:pt x="10765053" y="1397000"/>
                </a:lnTo>
                <a:lnTo>
                  <a:pt x="10764901" y="1397000"/>
                </a:lnTo>
                <a:lnTo>
                  <a:pt x="10770996" y="1384300"/>
                </a:lnTo>
                <a:lnTo>
                  <a:pt x="10782084" y="1384300"/>
                </a:lnTo>
                <a:lnTo>
                  <a:pt x="10775835" y="1397000"/>
                </a:lnTo>
                <a:lnTo>
                  <a:pt x="10769079" y="1409700"/>
                </a:lnTo>
                <a:lnTo>
                  <a:pt x="10761840" y="1422400"/>
                </a:lnTo>
                <a:lnTo>
                  <a:pt x="10754144" y="1435100"/>
                </a:lnTo>
                <a:close/>
              </a:path>
              <a:path w="10813415" h="1524000">
                <a:moveTo>
                  <a:pt x="102654" y="1460500"/>
                </a:moveTo>
                <a:lnTo>
                  <a:pt x="85039" y="1460500"/>
                </a:lnTo>
                <a:lnTo>
                  <a:pt x="76022" y="1447800"/>
                </a:lnTo>
                <a:lnTo>
                  <a:pt x="67436" y="1435100"/>
                </a:lnTo>
                <a:lnTo>
                  <a:pt x="84899" y="1435100"/>
                </a:lnTo>
                <a:lnTo>
                  <a:pt x="93687" y="1447800"/>
                </a:lnTo>
                <a:lnTo>
                  <a:pt x="93472" y="1447800"/>
                </a:lnTo>
                <a:lnTo>
                  <a:pt x="102654" y="1460500"/>
                </a:lnTo>
                <a:close/>
              </a:path>
              <a:path w="10813415" h="1524000">
                <a:moveTo>
                  <a:pt x="10728375" y="1460500"/>
                </a:moveTo>
                <a:lnTo>
                  <a:pt x="10710760" y="1460500"/>
                </a:lnTo>
                <a:lnTo>
                  <a:pt x="10719942" y="1447800"/>
                </a:lnTo>
                <a:lnTo>
                  <a:pt x="10719727" y="1447800"/>
                </a:lnTo>
                <a:lnTo>
                  <a:pt x="10728515" y="1435100"/>
                </a:lnTo>
                <a:lnTo>
                  <a:pt x="10745978" y="1435100"/>
                </a:lnTo>
                <a:lnTo>
                  <a:pt x="10737392" y="1447800"/>
                </a:lnTo>
                <a:lnTo>
                  <a:pt x="10728375" y="1460500"/>
                </a:lnTo>
                <a:close/>
              </a:path>
              <a:path w="10813415" h="1524000">
                <a:moveTo>
                  <a:pt x="142036" y="1485900"/>
                </a:moveTo>
                <a:lnTo>
                  <a:pt x="114439" y="1485900"/>
                </a:lnTo>
                <a:lnTo>
                  <a:pt x="104266" y="1473200"/>
                </a:lnTo>
                <a:lnTo>
                  <a:pt x="94462" y="1460500"/>
                </a:lnTo>
                <a:lnTo>
                  <a:pt x="111747" y="1460500"/>
                </a:lnTo>
                <a:lnTo>
                  <a:pt x="121678" y="1473200"/>
                </a:lnTo>
                <a:lnTo>
                  <a:pt x="131432" y="1473200"/>
                </a:lnTo>
                <a:lnTo>
                  <a:pt x="142036" y="1485900"/>
                </a:lnTo>
                <a:close/>
              </a:path>
              <a:path w="10813415" h="1524000">
                <a:moveTo>
                  <a:pt x="10698975" y="1485900"/>
                </a:moveTo>
                <a:lnTo>
                  <a:pt x="10671378" y="1485900"/>
                </a:lnTo>
                <a:lnTo>
                  <a:pt x="10681982" y="1473200"/>
                </a:lnTo>
                <a:lnTo>
                  <a:pt x="10691736" y="1473200"/>
                </a:lnTo>
                <a:lnTo>
                  <a:pt x="10701667" y="1460500"/>
                </a:lnTo>
                <a:lnTo>
                  <a:pt x="10718952" y="1460500"/>
                </a:lnTo>
                <a:lnTo>
                  <a:pt x="10709148" y="1473200"/>
                </a:lnTo>
                <a:lnTo>
                  <a:pt x="10698975" y="1485900"/>
                </a:lnTo>
                <a:close/>
              </a:path>
              <a:path w="10813415" h="1524000">
                <a:moveTo>
                  <a:pt x="163626" y="1498600"/>
                </a:moveTo>
                <a:lnTo>
                  <a:pt x="135839" y="1498600"/>
                </a:lnTo>
                <a:lnTo>
                  <a:pt x="124968" y="1485900"/>
                </a:lnTo>
                <a:lnTo>
                  <a:pt x="152412" y="1485900"/>
                </a:lnTo>
                <a:lnTo>
                  <a:pt x="163626" y="1498600"/>
                </a:lnTo>
                <a:close/>
              </a:path>
              <a:path w="10813415" h="1524000">
                <a:moveTo>
                  <a:pt x="10677575" y="1498600"/>
                </a:moveTo>
                <a:lnTo>
                  <a:pt x="10649788" y="1498600"/>
                </a:lnTo>
                <a:lnTo>
                  <a:pt x="10661002" y="1485900"/>
                </a:lnTo>
                <a:lnTo>
                  <a:pt x="10688446" y="1485900"/>
                </a:lnTo>
                <a:lnTo>
                  <a:pt x="10677575" y="1498600"/>
                </a:lnTo>
                <a:close/>
              </a:path>
              <a:path w="10813415" h="1524000">
                <a:moveTo>
                  <a:pt x="197942" y="1511300"/>
                </a:moveTo>
                <a:lnTo>
                  <a:pt x="158534" y="1511300"/>
                </a:lnTo>
                <a:lnTo>
                  <a:pt x="147027" y="1498600"/>
                </a:lnTo>
                <a:lnTo>
                  <a:pt x="191909" y="1498600"/>
                </a:lnTo>
                <a:lnTo>
                  <a:pt x="197942" y="1511300"/>
                </a:lnTo>
                <a:close/>
              </a:path>
              <a:path w="10813415" h="1524000">
                <a:moveTo>
                  <a:pt x="10654880" y="1511300"/>
                </a:moveTo>
                <a:lnTo>
                  <a:pt x="10615472" y="1511300"/>
                </a:lnTo>
                <a:lnTo>
                  <a:pt x="10621505" y="1498600"/>
                </a:lnTo>
                <a:lnTo>
                  <a:pt x="10666387" y="1498600"/>
                </a:lnTo>
                <a:lnTo>
                  <a:pt x="10654880" y="1511300"/>
                </a:lnTo>
                <a:close/>
              </a:path>
              <a:path w="10813415" h="1524000">
                <a:moveTo>
                  <a:pt x="10612450" y="1524000"/>
                </a:moveTo>
                <a:lnTo>
                  <a:pt x="200952" y="1524000"/>
                </a:lnTo>
                <a:lnTo>
                  <a:pt x="194703" y="1511300"/>
                </a:lnTo>
                <a:lnTo>
                  <a:pt x="10618711" y="1511300"/>
                </a:lnTo>
                <a:lnTo>
                  <a:pt x="10612450" y="1524000"/>
                </a:lnTo>
                <a:close/>
              </a:path>
            </a:pathLst>
          </a:custGeom>
          <a:solidFill>
            <a:srgbClr val="293E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96468" y="3986784"/>
            <a:ext cx="10799445" cy="2512060"/>
          </a:xfrm>
          <a:custGeom>
            <a:avLst/>
            <a:gdLst/>
            <a:ahLst/>
            <a:cxnLst/>
            <a:rect l="l" t="t" r="r" b="b"/>
            <a:pathLst>
              <a:path w="10799445" h="2512060">
                <a:moveTo>
                  <a:pt x="10381488" y="2511552"/>
                </a:moveTo>
                <a:lnTo>
                  <a:pt x="417575" y="2511552"/>
                </a:lnTo>
                <a:lnTo>
                  <a:pt x="368861" y="2508606"/>
                </a:lnTo>
                <a:lnTo>
                  <a:pt x="321787" y="2500257"/>
                </a:lnTo>
                <a:lnTo>
                  <a:pt x="276670" y="2486817"/>
                </a:lnTo>
                <a:lnTo>
                  <a:pt x="233826" y="2468598"/>
                </a:lnTo>
                <a:lnTo>
                  <a:pt x="193571" y="2445915"/>
                </a:lnTo>
                <a:lnTo>
                  <a:pt x="156222" y="2419078"/>
                </a:lnTo>
                <a:lnTo>
                  <a:pt x="122096" y="2388403"/>
                </a:lnTo>
                <a:lnTo>
                  <a:pt x="91507" y="2354200"/>
                </a:lnTo>
                <a:lnTo>
                  <a:pt x="64774" y="2316785"/>
                </a:lnTo>
                <a:lnTo>
                  <a:pt x="42212" y="2276468"/>
                </a:lnTo>
                <a:lnTo>
                  <a:pt x="24137" y="2233563"/>
                </a:lnTo>
                <a:lnTo>
                  <a:pt x="10865" y="2188384"/>
                </a:lnTo>
                <a:lnTo>
                  <a:pt x="2714" y="2141242"/>
                </a:lnTo>
                <a:lnTo>
                  <a:pt x="0" y="2092452"/>
                </a:lnTo>
                <a:lnTo>
                  <a:pt x="0" y="417575"/>
                </a:lnTo>
                <a:lnTo>
                  <a:pt x="2714" y="368843"/>
                </a:lnTo>
                <a:lnTo>
                  <a:pt x="10865" y="321755"/>
                </a:lnTo>
                <a:lnTo>
                  <a:pt x="24137" y="276626"/>
                </a:lnTo>
                <a:lnTo>
                  <a:pt x="42212" y="233774"/>
                </a:lnTo>
                <a:lnTo>
                  <a:pt x="64774" y="193513"/>
                </a:lnTo>
                <a:lnTo>
                  <a:pt x="91507" y="156161"/>
                </a:lnTo>
                <a:lnTo>
                  <a:pt x="122096" y="122034"/>
                </a:lnTo>
                <a:lnTo>
                  <a:pt x="156222" y="91447"/>
                </a:lnTo>
                <a:lnTo>
                  <a:pt x="193571" y="64718"/>
                </a:lnTo>
                <a:lnTo>
                  <a:pt x="233826" y="42163"/>
                </a:lnTo>
                <a:lnTo>
                  <a:pt x="276670" y="24097"/>
                </a:lnTo>
                <a:lnTo>
                  <a:pt x="321787" y="10837"/>
                </a:lnTo>
                <a:lnTo>
                  <a:pt x="368861" y="2699"/>
                </a:lnTo>
                <a:lnTo>
                  <a:pt x="417575" y="0"/>
                </a:lnTo>
                <a:lnTo>
                  <a:pt x="10381488" y="0"/>
                </a:lnTo>
                <a:lnTo>
                  <a:pt x="10430202" y="2699"/>
                </a:lnTo>
                <a:lnTo>
                  <a:pt x="10477276" y="10837"/>
                </a:lnTo>
                <a:lnTo>
                  <a:pt x="10522393" y="24097"/>
                </a:lnTo>
                <a:lnTo>
                  <a:pt x="10565237" y="42163"/>
                </a:lnTo>
                <a:lnTo>
                  <a:pt x="10605492" y="64718"/>
                </a:lnTo>
                <a:lnTo>
                  <a:pt x="10642841" y="91447"/>
                </a:lnTo>
                <a:lnTo>
                  <a:pt x="10676967" y="122034"/>
                </a:lnTo>
                <a:lnTo>
                  <a:pt x="10707556" y="156161"/>
                </a:lnTo>
                <a:lnTo>
                  <a:pt x="10734289" y="193513"/>
                </a:lnTo>
                <a:lnTo>
                  <a:pt x="10756851" y="233774"/>
                </a:lnTo>
                <a:lnTo>
                  <a:pt x="10774926" y="276626"/>
                </a:lnTo>
                <a:lnTo>
                  <a:pt x="10788198" y="321755"/>
                </a:lnTo>
                <a:lnTo>
                  <a:pt x="10796349" y="368843"/>
                </a:lnTo>
                <a:lnTo>
                  <a:pt x="10799064" y="417575"/>
                </a:lnTo>
                <a:lnTo>
                  <a:pt x="10799064" y="2092452"/>
                </a:lnTo>
                <a:lnTo>
                  <a:pt x="10796349" y="2141242"/>
                </a:lnTo>
                <a:lnTo>
                  <a:pt x="10788198" y="2188384"/>
                </a:lnTo>
                <a:lnTo>
                  <a:pt x="10774926" y="2233563"/>
                </a:lnTo>
                <a:lnTo>
                  <a:pt x="10756851" y="2276468"/>
                </a:lnTo>
                <a:lnTo>
                  <a:pt x="10734289" y="2316785"/>
                </a:lnTo>
                <a:lnTo>
                  <a:pt x="10707556" y="2354200"/>
                </a:lnTo>
                <a:lnTo>
                  <a:pt x="10676967" y="2388403"/>
                </a:lnTo>
                <a:lnTo>
                  <a:pt x="10642841" y="2419078"/>
                </a:lnTo>
                <a:lnTo>
                  <a:pt x="10605492" y="2445915"/>
                </a:lnTo>
                <a:lnTo>
                  <a:pt x="10565237" y="2468598"/>
                </a:lnTo>
                <a:lnTo>
                  <a:pt x="10522393" y="2486817"/>
                </a:lnTo>
                <a:lnTo>
                  <a:pt x="10477276" y="2500257"/>
                </a:lnTo>
                <a:lnTo>
                  <a:pt x="10430202" y="2508606"/>
                </a:lnTo>
                <a:lnTo>
                  <a:pt x="10381488" y="25115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89609" y="3979849"/>
            <a:ext cx="10812780" cy="2514600"/>
          </a:xfrm>
          <a:custGeom>
            <a:avLst/>
            <a:gdLst/>
            <a:ahLst/>
            <a:cxnLst/>
            <a:rect l="l" t="t" r="r" b="b"/>
            <a:pathLst>
              <a:path w="10812780" h="2514600">
                <a:moveTo>
                  <a:pt x="10494035" y="12700"/>
                </a:moveTo>
                <a:lnTo>
                  <a:pt x="318744" y="12700"/>
                </a:lnTo>
                <a:lnTo>
                  <a:pt x="328980" y="0"/>
                </a:lnTo>
                <a:lnTo>
                  <a:pt x="10483799" y="0"/>
                </a:lnTo>
                <a:lnTo>
                  <a:pt x="10494035" y="12700"/>
                </a:lnTo>
                <a:close/>
              </a:path>
              <a:path w="10812780" h="2514600">
                <a:moveTo>
                  <a:pt x="321830" y="25400"/>
                </a:moveTo>
                <a:lnTo>
                  <a:pt x="278828" y="25400"/>
                </a:lnTo>
                <a:lnTo>
                  <a:pt x="288645" y="12700"/>
                </a:lnTo>
                <a:lnTo>
                  <a:pt x="331914" y="12700"/>
                </a:lnTo>
                <a:lnTo>
                  <a:pt x="321830" y="25400"/>
                </a:lnTo>
                <a:close/>
              </a:path>
              <a:path w="10812780" h="2514600">
                <a:moveTo>
                  <a:pt x="10533951" y="25400"/>
                </a:moveTo>
                <a:lnTo>
                  <a:pt x="10490949" y="25400"/>
                </a:lnTo>
                <a:lnTo>
                  <a:pt x="10480865" y="12700"/>
                </a:lnTo>
                <a:lnTo>
                  <a:pt x="10524134" y="12700"/>
                </a:lnTo>
                <a:lnTo>
                  <a:pt x="10533951" y="25400"/>
                </a:lnTo>
                <a:close/>
              </a:path>
              <a:path w="10812780" h="2514600">
                <a:moveTo>
                  <a:pt x="273710" y="38100"/>
                </a:moveTo>
                <a:lnTo>
                  <a:pt x="240703" y="38100"/>
                </a:lnTo>
                <a:lnTo>
                  <a:pt x="250062" y="25400"/>
                </a:lnTo>
                <a:lnTo>
                  <a:pt x="283273" y="25400"/>
                </a:lnTo>
                <a:lnTo>
                  <a:pt x="273710" y="38100"/>
                </a:lnTo>
                <a:close/>
              </a:path>
              <a:path w="10812780" h="2514600">
                <a:moveTo>
                  <a:pt x="10572076" y="38100"/>
                </a:moveTo>
                <a:lnTo>
                  <a:pt x="10539069" y="38100"/>
                </a:lnTo>
                <a:lnTo>
                  <a:pt x="10529506" y="25400"/>
                </a:lnTo>
                <a:lnTo>
                  <a:pt x="10562717" y="25400"/>
                </a:lnTo>
                <a:lnTo>
                  <a:pt x="10572076" y="38100"/>
                </a:lnTo>
                <a:close/>
              </a:path>
              <a:path w="10812780" h="2514600">
                <a:moveTo>
                  <a:pt x="246151" y="50800"/>
                </a:moveTo>
                <a:lnTo>
                  <a:pt x="222389" y="50800"/>
                </a:lnTo>
                <a:lnTo>
                  <a:pt x="231482" y="38100"/>
                </a:lnTo>
                <a:lnTo>
                  <a:pt x="255358" y="38100"/>
                </a:lnTo>
                <a:lnTo>
                  <a:pt x="246151" y="50800"/>
                </a:lnTo>
                <a:close/>
              </a:path>
              <a:path w="10812780" h="2514600">
                <a:moveTo>
                  <a:pt x="10590390" y="50800"/>
                </a:moveTo>
                <a:lnTo>
                  <a:pt x="10566628" y="50800"/>
                </a:lnTo>
                <a:lnTo>
                  <a:pt x="10557421" y="38100"/>
                </a:lnTo>
                <a:lnTo>
                  <a:pt x="10581297" y="38100"/>
                </a:lnTo>
                <a:lnTo>
                  <a:pt x="10590390" y="50800"/>
                </a:lnTo>
                <a:close/>
              </a:path>
              <a:path w="10812780" h="2514600">
                <a:moveTo>
                  <a:pt x="219684" y="63500"/>
                </a:moveTo>
                <a:lnTo>
                  <a:pt x="195897" y="63500"/>
                </a:lnTo>
                <a:lnTo>
                  <a:pt x="204584" y="50800"/>
                </a:lnTo>
                <a:lnTo>
                  <a:pt x="228511" y="50800"/>
                </a:lnTo>
                <a:lnTo>
                  <a:pt x="219684" y="63500"/>
                </a:lnTo>
                <a:close/>
              </a:path>
              <a:path w="10812780" h="2514600">
                <a:moveTo>
                  <a:pt x="10616882" y="63500"/>
                </a:moveTo>
                <a:lnTo>
                  <a:pt x="10593095" y="63500"/>
                </a:lnTo>
                <a:lnTo>
                  <a:pt x="10584268" y="50800"/>
                </a:lnTo>
                <a:lnTo>
                  <a:pt x="10608195" y="50800"/>
                </a:lnTo>
                <a:lnTo>
                  <a:pt x="10616882" y="63500"/>
                </a:lnTo>
                <a:close/>
              </a:path>
              <a:path w="10812780" h="2514600">
                <a:moveTo>
                  <a:pt x="202692" y="76200"/>
                </a:moveTo>
                <a:lnTo>
                  <a:pt x="178943" y="76200"/>
                </a:lnTo>
                <a:lnTo>
                  <a:pt x="187350" y="63500"/>
                </a:lnTo>
                <a:lnTo>
                  <a:pt x="211251" y="63500"/>
                </a:lnTo>
                <a:lnTo>
                  <a:pt x="202692" y="76200"/>
                </a:lnTo>
                <a:close/>
              </a:path>
              <a:path w="10812780" h="2514600">
                <a:moveTo>
                  <a:pt x="10633837" y="76200"/>
                </a:moveTo>
                <a:lnTo>
                  <a:pt x="10610088" y="76200"/>
                </a:lnTo>
                <a:lnTo>
                  <a:pt x="10601528" y="63500"/>
                </a:lnTo>
                <a:lnTo>
                  <a:pt x="10625429" y="63500"/>
                </a:lnTo>
                <a:lnTo>
                  <a:pt x="10633837" y="76200"/>
                </a:lnTo>
                <a:close/>
              </a:path>
              <a:path w="10812780" h="2514600">
                <a:moveTo>
                  <a:pt x="178231" y="88900"/>
                </a:moveTo>
                <a:lnTo>
                  <a:pt x="162585" y="88900"/>
                </a:lnTo>
                <a:lnTo>
                  <a:pt x="170687" y="76200"/>
                </a:lnTo>
                <a:lnTo>
                  <a:pt x="186359" y="76200"/>
                </a:lnTo>
                <a:lnTo>
                  <a:pt x="178231" y="88900"/>
                </a:lnTo>
                <a:close/>
              </a:path>
              <a:path w="10812780" h="2514600">
                <a:moveTo>
                  <a:pt x="10650194" y="88900"/>
                </a:moveTo>
                <a:lnTo>
                  <a:pt x="10634548" y="88900"/>
                </a:lnTo>
                <a:lnTo>
                  <a:pt x="10626407" y="76200"/>
                </a:lnTo>
                <a:lnTo>
                  <a:pt x="10642092" y="76200"/>
                </a:lnTo>
                <a:lnTo>
                  <a:pt x="10650194" y="88900"/>
                </a:lnTo>
                <a:close/>
              </a:path>
              <a:path w="10812780" h="2514600">
                <a:moveTo>
                  <a:pt x="162661" y="101600"/>
                </a:moveTo>
                <a:lnTo>
                  <a:pt x="146850" y="101600"/>
                </a:lnTo>
                <a:lnTo>
                  <a:pt x="154635" y="88900"/>
                </a:lnTo>
                <a:lnTo>
                  <a:pt x="170497" y="88900"/>
                </a:lnTo>
                <a:lnTo>
                  <a:pt x="162661" y="101600"/>
                </a:lnTo>
                <a:close/>
              </a:path>
              <a:path w="10812780" h="2514600">
                <a:moveTo>
                  <a:pt x="10665929" y="101600"/>
                </a:moveTo>
                <a:lnTo>
                  <a:pt x="10650118" y="101600"/>
                </a:lnTo>
                <a:lnTo>
                  <a:pt x="10642282" y="88900"/>
                </a:lnTo>
                <a:lnTo>
                  <a:pt x="10658144" y="88900"/>
                </a:lnTo>
                <a:lnTo>
                  <a:pt x="10665929" y="101600"/>
                </a:lnTo>
                <a:close/>
              </a:path>
              <a:path w="10812780" h="2514600">
                <a:moveTo>
                  <a:pt x="147701" y="114300"/>
                </a:moveTo>
                <a:lnTo>
                  <a:pt x="131749" y="114300"/>
                </a:lnTo>
                <a:lnTo>
                  <a:pt x="139217" y="101600"/>
                </a:lnTo>
                <a:lnTo>
                  <a:pt x="155219" y="101600"/>
                </a:lnTo>
                <a:lnTo>
                  <a:pt x="147701" y="114300"/>
                </a:lnTo>
                <a:close/>
              </a:path>
              <a:path w="10812780" h="2514600">
                <a:moveTo>
                  <a:pt x="10681017" y="114300"/>
                </a:moveTo>
                <a:lnTo>
                  <a:pt x="10665079" y="114300"/>
                </a:lnTo>
                <a:lnTo>
                  <a:pt x="10657560" y="101600"/>
                </a:lnTo>
                <a:lnTo>
                  <a:pt x="10673562" y="101600"/>
                </a:lnTo>
                <a:lnTo>
                  <a:pt x="10681017" y="114300"/>
                </a:lnTo>
                <a:close/>
              </a:path>
              <a:path w="10812780" h="2514600">
                <a:moveTo>
                  <a:pt x="133388" y="127000"/>
                </a:moveTo>
                <a:lnTo>
                  <a:pt x="117335" y="127000"/>
                </a:lnTo>
                <a:lnTo>
                  <a:pt x="124459" y="114300"/>
                </a:lnTo>
                <a:lnTo>
                  <a:pt x="140576" y="114300"/>
                </a:lnTo>
                <a:lnTo>
                  <a:pt x="133388" y="127000"/>
                </a:lnTo>
                <a:close/>
              </a:path>
              <a:path w="10812780" h="2514600">
                <a:moveTo>
                  <a:pt x="10695444" y="127000"/>
                </a:moveTo>
                <a:lnTo>
                  <a:pt x="10679391" y="127000"/>
                </a:lnTo>
                <a:lnTo>
                  <a:pt x="10672203" y="114300"/>
                </a:lnTo>
                <a:lnTo>
                  <a:pt x="10688320" y="114300"/>
                </a:lnTo>
                <a:lnTo>
                  <a:pt x="10695444" y="127000"/>
                </a:lnTo>
                <a:close/>
              </a:path>
              <a:path w="10812780" h="2514600">
                <a:moveTo>
                  <a:pt x="113169" y="152400"/>
                </a:moveTo>
                <a:lnTo>
                  <a:pt x="97040" y="152400"/>
                </a:lnTo>
                <a:lnTo>
                  <a:pt x="103619" y="139700"/>
                </a:lnTo>
                <a:lnTo>
                  <a:pt x="110388" y="127000"/>
                </a:lnTo>
                <a:lnTo>
                  <a:pt x="133489" y="127000"/>
                </a:lnTo>
                <a:lnTo>
                  <a:pt x="126479" y="139700"/>
                </a:lnTo>
                <a:lnTo>
                  <a:pt x="119837" y="139700"/>
                </a:lnTo>
                <a:lnTo>
                  <a:pt x="113169" y="152400"/>
                </a:lnTo>
                <a:close/>
              </a:path>
              <a:path w="10812780" h="2514600">
                <a:moveTo>
                  <a:pt x="10715739" y="152400"/>
                </a:moveTo>
                <a:lnTo>
                  <a:pt x="10699610" y="152400"/>
                </a:lnTo>
                <a:lnTo>
                  <a:pt x="10692942" y="139700"/>
                </a:lnTo>
                <a:lnTo>
                  <a:pt x="10686300" y="139700"/>
                </a:lnTo>
                <a:lnTo>
                  <a:pt x="10679277" y="127000"/>
                </a:lnTo>
                <a:lnTo>
                  <a:pt x="10702391" y="127000"/>
                </a:lnTo>
                <a:lnTo>
                  <a:pt x="10709160" y="139700"/>
                </a:lnTo>
                <a:lnTo>
                  <a:pt x="10715739" y="152400"/>
                </a:lnTo>
                <a:close/>
              </a:path>
              <a:path w="10812780" h="2514600">
                <a:moveTo>
                  <a:pt x="94551" y="177800"/>
                </a:moveTo>
                <a:lnTo>
                  <a:pt x="78397" y="177800"/>
                </a:lnTo>
                <a:lnTo>
                  <a:pt x="84429" y="165100"/>
                </a:lnTo>
                <a:lnTo>
                  <a:pt x="90639" y="152400"/>
                </a:lnTo>
                <a:lnTo>
                  <a:pt x="106883" y="152400"/>
                </a:lnTo>
                <a:lnTo>
                  <a:pt x="100571" y="165100"/>
                </a:lnTo>
                <a:lnTo>
                  <a:pt x="94551" y="177800"/>
                </a:lnTo>
                <a:close/>
              </a:path>
              <a:path w="10812780" h="2514600">
                <a:moveTo>
                  <a:pt x="10734370" y="177800"/>
                </a:moveTo>
                <a:lnTo>
                  <a:pt x="10718228" y="177800"/>
                </a:lnTo>
                <a:lnTo>
                  <a:pt x="10712107" y="165100"/>
                </a:lnTo>
                <a:lnTo>
                  <a:pt x="10705896" y="152400"/>
                </a:lnTo>
                <a:lnTo>
                  <a:pt x="10722140" y="152400"/>
                </a:lnTo>
                <a:lnTo>
                  <a:pt x="10728350" y="165100"/>
                </a:lnTo>
                <a:lnTo>
                  <a:pt x="10734370" y="177800"/>
                </a:lnTo>
                <a:close/>
              </a:path>
              <a:path w="10812780" h="2514600">
                <a:moveTo>
                  <a:pt x="72339" y="203200"/>
                </a:moveTo>
                <a:lnTo>
                  <a:pt x="61518" y="203200"/>
                </a:lnTo>
                <a:lnTo>
                  <a:pt x="66954" y="190500"/>
                </a:lnTo>
                <a:lnTo>
                  <a:pt x="72580" y="177800"/>
                </a:lnTo>
                <a:lnTo>
                  <a:pt x="88798" y="177800"/>
                </a:lnTo>
                <a:lnTo>
                  <a:pt x="83058" y="190500"/>
                </a:lnTo>
                <a:lnTo>
                  <a:pt x="77685" y="190500"/>
                </a:lnTo>
                <a:lnTo>
                  <a:pt x="72339" y="203200"/>
                </a:lnTo>
                <a:close/>
              </a:path>
              <a:path w="10812780" h="2514600">
                <a:moveTo>
                  <a:pt x="10751261" y="203200"/>
                </a:moveTo>
                <a:lnTo>
                  <a:pt x="10740440" y="203200"/>
                </a:lnTo>
                <a:lnTo>
                  <a:pt x="10735094" y="190500"/>
                </a:lnTo>
                <a:lnTo>
                  <a:pt x="10729722" y="190500"/>
                </a:lnTo>
                <a:lnTo>
                  <a:pt x="10723981" y="177800"/>
                </a:lnTo>
                <a:lnTo>
                  <a:pt x="10740199" y="177800"/>
                </a:lnTo>
                <a:lnTo>
                  <a:pt x="10745825" y="190500"/>
                </a:lnTo>
                <a:lnTo>
                  <a:pt x="10751261" y="203200"/>
                </a:lnTo>
                <a:close/>
              </a:path>
              <a:path w="10812780" h="2514600">
                <a:moveTo>
                  <a:pt x="57759" y="228600"/>
                </a:moveTo>
                <a:lnTo>
                  <a:pt x="46494" y="228600"/>
                </a:lnTo>
                <a:lnTo>
                  <a:pt x="51295" y="215900"/>
                </a:lnTo>
                <a:lnTo>
                  <a:pt x="56299" y="203200"/>
                </a:lnTo>
                <a:lnTo>
                  <a:pt x="72415" y="203200"/>
                </a:lnTo>
                <a:lnTo>
                  <a:pt x="67271" y="215900"/>
                </a:lnTo>
                <a:lnTo>
                  <a:pt x="62484" y="215900"/>
                </a:lnTo>
                <a:lnTo>
                  <a:pt x="57759" y="228600"/>
                </a:lnTo>
                <a:close/>
              </a:path>
              <a:path w="10812780" h="2514600">
                <a:moveTo>
                  <a:pt x="10766285" y="228600"/>
                </a:moveTo>
                <a:lnTo>
                  <a:pt x="10755020" y="228600"/>
                </a:lnTo>
                <a:lnTo>
                  <a:pt x="10750296" y="215900"/>
                </a:lnTo>
                <a:lnTo>
                  <a:pt x="10745508" y="215900"/>
                </a:lnTo>
                <a:lnTo>
                  <a:pt x="10740364" y="203200"/>
                </a:lnTo>
                <a:lnTo>
                  <a:pt x="10756480" y="203200"/>
                </a:lnTo>
                <a:lnTo>
                  <a:pt x="10761484" y="215900"/>
                </a:lnTo>
                <a:lnTo>
                  <a:pt x="10766285" y="228600"/>
                </a:lnTo>
                <a:close/>
              </a:path>
              <a:path w="10812780" h="2514600">
                <a:moveTo>
                  <a:pt x="41262" y="266700"/>
                </a:moveTo>
                <a:lnTo>
                  <a:pt x="29476" y="266700"/>
                </a:lnTo>
                <a:lnTo>
                  <a:pt x="33401" y="254000"/>
                </a:lnTo>
                <a:lnTo>
                  <a:pt x="37541" y="241300"/>
                </a:lnTo>
                <a:lnTo>
                  <a:pt x="41910" y="228600"/>
                </a:lnTo>
                <a:lnTo>
                  <a:pt x="57835" y="228600"/>
                </a:lnTo>
                <a:lnTo>
                  <a:pt x="53314" y="241300"/>
                </a:lnTo>
                <a:lnTo>
                  <a:pt x="49085" y="254000"/>
                </a:lnTo>
                <a:lnTo>
                  <a:pt x="45123" y="254000"/>
                </a:lnTo>
                <a:lnTo>
                  <a:pt x="41262" y="266700"/>
                </a:lnTo>
                <a:close/>
              </a:path>
              <a:path w="10812780" h="2514600">
                <a:moveTo>
                  <a:pt x="10783303" y="266700"/>
                </a:moveTo>
                <a:lnTo>
                  <a:pt x="10771517" y="266700"/>
                </a:lnTo>
                <a:lnTo>
                  <a:pt x="10767656" y="254000"/>
                </a:lnTo>
                <a:lnTo>
                  <a:pt x="10763694" y="254000"/>
                </a:lnTo>
                <a:lnTo>
                  <a:pt x="10759401" y="241300"/>
                </a:lnTo>
                <a:lnTo>
                  <a:pt x="10754944" y="228600"/>
                </a:lnTo>
                <a:lnTo>
                  <a:pt x="10770870" y="228600"/>
                </a:lnTo>
                <a:lnTo>
                  <a:pt x="10775238" y="241300"/>
                </a:lnTo>
                <a:lnTo>
                  <a:pt x="10779379" y="254000"/>
                </a:lnTo>
                <a:lnTo>
                  <a:pt x="10783303" y="266700"/>
                </a:lnTo>
                <a:close/>
              </a:path>
              <a:path w="10812780" h="2514600">
                <a:moveTo>
                  <a:pt x="25654" y="317500"/>
                </a:moveTo>
                <a:lnTo>
                  <a:pt x="13373" y="317500"/>
                </a:lnTo>
                <a:lnTo>
                  <a:pt x="16116" y="304800"/>
                </a:lnTo>
                <a:lnTo>
                  <a:pt x="19100" y="292100"/>
                </a:lnTo>
                <a:lnTo>
                  <a:pt x="22326" y="279400"/>
                </a:lnTo>
                <a:lnTo>
                  <a:pt x="25781" y="266700"/>
                </a:lnTo>
                <a:lnTo>
                  <a:pt x="41325" y="266700"/>
                </a:lnTo>
                <a:lnTo>
                  <a:pt x="37680" y="279400"/>
                </a:lnTo>
                <a:lnTo>
                  <a:pt x="34328" y="292100"/>
                </a:lnTo>
                <a:lnTo>
                  <a:pt x="31254" y="292100"/>
                </a:lnTo>
                <a:lnTo>
                  <a:pt x="28321" y="304800"/>
                </a:lnTo>
                <a:lnTo>
                  <a:pt x="25654" y="317500"/>
                </a:lnTo>
                <a:close/>
              </a:path>
              <a:path w="10812780" h="2514600">
                <a:moveTo>
                  <a:pt x="10799406" y="317500"/>
                </a:moveTo>
                <a:lnTo>
                  <a:pt x="10787126" y="317500"/>
                </a:lnTo>
                <a:lnTo>
                  <a:pt x="10784420" y="304800"/>
                </a:lnTo>
                <a:lnTo>
                  <a:pt x="10781525" y="292100"/>
                </a:lnTo>
                <a:lnTo>
                  <a:pt x="10778451" y="292100"/>
                </a:lnTo>
                <a:lnTo>
                  <a:pt x="10775035" y="279400"/>
                </a:lnTo>
                <a:lnTo>
                  <a:pt x="10771454" y="266700"/>
                </a:lnTo>
                <a:lnTo>
                  <a:pt x="10786986" y="266700"/>
                </a:lnTo>
                <a:lnTo>
                  <a:pt x="10790453" y="279400"/>
                </a:lnTo>
                <a:lnTo>
                  <a:pt x="10793679" y="292100"/>
                </a:lnTo>
                <a:lnTo>
                  <a:pt x="10796663" y="304800"/>
                </a:lnTo>
                <a:lnTo>
                  <a:pt x="10799406" y="317500"/>
                </a:lnTo>
                <a:close/>
              </a:path>
              <a:path w="10812780" h="2514600">
                <a:moveTo>
                  <a:pt x="14820" y="381000"/>
                </a:moveTo>
                <a:lnTo>
                  <a:pt x="2197" y="381000"/>
                </a:lnTo>
                <a:lnTo>
                  <a:pt x="3416" y="368300"/>
                </a:lnTo>
                <a:lnTo>
                  <a:pt x="4889" y="355600"/>
                </a:lnTo>
                <a:lnTo>
                  <a:pt x="6642" y="342900"/>
                </a:lnTo>
                <a:lnTo>
                  <a:pt x="8635" y="330200"/>
                </a:lnTo>
                <a:lnTo>
                  <a:pt x="10883" y="317500"/>
                </a:lnTo>
                <a:lnTo>
                  <a:pt x="25692" y="317500"/>
                </a:lnTo>
                <a:lnTo>
                  <a:pt x="23241" y="330200"/>
                </a:lnTo>
                <a:lnTo>
                  <a:pt x="21094" y="330200"/>
                </a:lnTo>
                <a:lnTo>
                  <a:pt x="19126" y="342900"/>
                </a:lnTo>
                <a:lnTo>
                  <a:pt x="17437" y="355600"/>
                </a:lnTo>
                <a:lnTo>
                  <a:pt x="16002" y="368300"/>
                </a:lnTo>
                <a:lnTo>
                  <a:pt x="14820" y="381000"/>
                </a:lnTo>
                <a:close/>
              </a:path>
              <a:path w="10812780" h="2514600">
                <a:moveTo>
                  <a:pt x="10810582" y="381000"/>
                </a:moveTo>
                <a:lnTo>
                  <a:pt x="10797959" y="381000"/>
                </a:lnTo>
                <a:lnTo>
                  <a:pt x="10796752" y="368300"/>
                </a:lnTo>
                <a:lnTo>
                  <a:pt x="10795317" y="355600"/>
                </a:lnTo>
                <a:lnTo>
                  <a:pt x="10793628" y="342900"/>
                </a:lnTo>
                <a:lnTo>
                  <a:pt x="10791685" y="330200"/>
                </a:lnTo>
                <a:lnTo>
                  <a:pt x="10789539" y="330200"/>
                </a:lnTo>
                <a:lnTo>
                  <a:pt x="10787087" y="317500"/>
                </a:lnTo>
                <a:lnTo>
                  <a:pt x="10801896" y="317500"/>
                </a:lnTo>
                <a:lnTo>
                  <a:pt x="10804144" y="330200"/>
                </a:lnTo>
                <a:lnTo>
                  <a:pt x="10806137" y="342900"/>
                </a:lnTo>
                <a:lnTo>
                  <a:pt x="10807890" y="355600"/>
                </a:lnTo>
                <a:lnTo>
                  <a:pt x="10809363" y="368300"/>
                </a:lnTo>
                <a:lnTo>
                  <a:pt x="10810582" y="381000"/>
                </a:lnTo>
                <a:close/>
              </a:path>
              <a:path w="10812780" h="2514600">
                <a:moveTo>
                  <a:pt x="13906" y="2120900"/>
                </a:moveTo>
                <a:lnTo>
                  <a:pt x="546" y="2120900"/>
                </a:lnTo>
                <a:lnTo>
                  <a:pt x="139" y="2108200"/>
                </a:lnTo>
                <a:lnTo>
                  <a:pt x="0" y="2095500"/>
                </a:lnTo>
                <a:lnTo>
                  <a:pt x="0" y="419100"/>
                </a:lnTo>
                <a:lnTo>
                  <a:pt x="139" y="406400"/>
                </a:lnTo>
                <a:lnTo>
                  <a:pt x="546" y="393700"/>
                </a:lnTo>
                <a:lnTo>
                  <a:pt x="1244" y="381000"/>
                </a:lnTo>
                <a:lnTo>
                  <a:pt x="13906" y="381000"/>
                </a:lnTo>
                <a:lnTo>
                  <a:pt x="13233" y="393700"/>
                </a:lnTo>
                <a:lnTo>
                  <a:pt x="12827" y="406400"/>
                </a:lnTo>
                <a:lnTo>
                  <a:pt x="12700" y="419100"/>
                </a:lnTo>
                <a:lnTo>
                  <a:pt x="12700" y="2095500"/>
                </a:lnTo>
                <a:lnTo>
                  <a:pt x="12839" y="2108200"/>
                </a:lnTo>
                <a:lnTo>
                  <a:pt x="13233" y="2108200"/>
                </a:lnTo>
                <a:lnTo>
                  <a:pt x="13906" y="2120900"/>
                </a:lnTo>
                <a:close/>
              </a:path>
              <a:path w="10812780" h="2514600">
                <a:moveTo>
                  <a:pt x="10812221" y="2120900"/>
                </a:moveTo>
                <a:lnTo>
                  <a:pt x="10798873" y="2120900"/>
                </a:lnTo>
                <a:lnTo>
                  <a:pt x="10799546" y="2108200"/>
                </a:lnTo>
                <a:lnTo>
                  <a:pt x="10799940" y="2108200"/>
                </a:lnTo>
                <a:lnTo>
                  <a:pt x="10800080" y="2095500"/>
                </a:lnTo>
                <a:lnTo>
                  <a:pt x="10800080" y="419100"/>
                </a:lnTo>
                <a:lnTo>
                  <a:pt x="10799940" y="406400"/>
                </a:lnTo>
                <a:lnTo>
                  <a:pt x="10799533" y="393700"/>
                </a:lnTo>
                <a:lnTo>
                  <a:pt x="10798873" y="381000"/>
                </a:lnTo>
                <a:lnTo>
                  <a:pt x="10811535" y="381000"/>
                </a:lnTo>
                <a:lnTo>
                  <a:pt x="10812221" y="393700"/>
                </a:lnTo>
                <a:lnTo>
                  <a:pt x="10812640" y="406400"/>
                </a:lnTo>
                <a:lnTo>
                  <a:pt x="10812780" y="419100"/>
                </a:lnTo>
                <a:lnTo>
                  <a:pt x="10812780" y="2095500"/>
                </a:lnTo>
                <a:lnTo>
                  <a:pt x="10812640" y="2108200"/>
                </a:lnTo>
                <a:lnTo>
                  <a:pt x="10812221" y="2120900"/>
                </a:lnTo>
                <a:close/>
              </a:path>
              <a:path w="10812780" h="2514600">
                <a:moveTo>
                  <a:pt x="23279" y="2184400"/>
                </a:moveTo>
                <a:lnTo>
                  <a:pt x="8635" y="2184400"/>
                </a:lnTo>
                <a:lnTo>
                  <a:pt x="6642" y="2171700"/>
                </a:lnTo>
                <a:lnTo>
                  <a:pt x="4889" y="2159000"/>
                </a:lnTo>
                <a:lnTo>
                  <a:pt x="3416" y="2146300"/>
                </a:lnTo>
                <a:lnTo>
                  <a:pt x="2197" y="2133600"/>
                </a:lnTo>
                <a:lnTo>
                  <a:pt x="1244" y="2120900"/>
                </a:lnTo>
                <a:lnTo>
                  <a:pt x="13893" y="2120900"/>
                </a:lnTo>
                <a:lnTo>
                  <a:pt x="14833" y="2133600"/>
                </a:lnTo>
                <a:lnTo>
                  <a:pt x="16027" y="2146300"/>
                </a:lnTo>
                <a:lnTo>
                  <a:pt x="17462" y="2159000"/>
                </a:lnTo>
                <a:lnTo>
                  <a:pt x="19151" y="2171700"/>
                </a:lnTo>
                <a:lnTo>
                  <a:pt x="21056" y="2171700"/>
                </a:lnTo>
                <a:lnTo>
                  <a:pt x="23279" y="2184400"/>
                </a:lnTo>
                <a:close/>
              </a:path>
              <a:path w="10812780" h="2514600">
                <a:moveTo>
                  <a:pt x="10804144" y="2184400"/>
                </a:moveTo>
                <a:lnTo>
                  <a:pt x="10789500" y="2184400"/>
                </a:lnTo>
                <a:lnTo>
                  <a:pt x="10791723" y="2171700"/>
                </a:lnTo>
                <a:lnTo>
                  <a:pt x="10793628" y="2171700"/>
                </a:lnTo>
                <a:lnTo>
                  <a:pt x="10795342" y="2159000"/>
                </a:lnTo>
                <a:lnTo>
                  <a:pt x="10796778" y="2146300"/>
                </a:lnTo>
                <a:lnTo>
                  <a:pt x="10797959" y="2133600"/>
                </a:lnTo>
                <a:lnTo>
                  <a:pt x="10798886" y="2120900"/>
                </a:lnTo>
                <a:lnTo>
                  <a:pt x="10811535" y="2120900"/>
                </a:lnTo>
                <a:lnTo>
                  <a:pt x="10810582" y="2133600"/>
                </a:lnTo>
                <a:lnTo>
                  <a:pt x="10809363" y="2146300"/>
                </a:lnTo>
                <a:lnTo>
                  <a:pt x="10807890" y="2159000"/>
                </a:lnTo>
                <a:lnTo>
                  <a:pt x="10806137" y="2171700"/>
                </a:lnTo>
                <a:lnTo>
                  <a:pt x="10804144" y="2184400"/>
                </a:lnTo>
                <a:close/>
              </a:path>
              <a:path w="10812780" h="2514600">
                <a:moveTo>
                  <a:pt x="37744" y="2235200"/>
                </a:moveTo>
                <a:lnTo>
                  <a:pt x="22326" y="2235200"/>
                </a:lnTo>
                <a:lnTo>
                  <a:pt x="19100" y="2222500"/>
                </a:lnTo>
                <a:lnTo>
                  <a:pt x="16116" y="2209800"/>
                </a:lnTo>
                <a:lnTo>
                  <a:pt x="13373" y="2197100"/>
                </a:lnTo>
                <a:lnTo>
                  <a:pt x="10883" y="2184400"/>
                </a:lnTo>
                <a:lnTo>
                  <a:pt x="23241" y="2184400"/>
                </a:lnTo>
                <a:lnTo>
                  <a:pt x="25692" y="2197100"/>
                </a:lnTo>
                <a:lnTo>
                  <a:pt x="28359" y="2209800"/>
                </a:lnTo>
                <a:lnTo>
                  <a:pt x="31203" y="2209800"/>
                </a:lnTo>
                <a:lnTo>
                  <a:pt x="34378" y="2222500"/>
                </a:lnTo>
                <a:lnTo>
                  <a:pt x="37744" y="2235200"/>
                </a:lnTo>
                <a:close/>
              </a:path>
              <a:path w="10812780" h="2514600">
                <a:moveTo>
                  <a:pt x="10790453" y="2235200"/>
                </a:moveTo>
                <a:lnTo>
                  <a:pt x="10775035" y="2235200"/>
                </a:lnTo>
                <a:lnTo>
                  <a:pt x="10778451" y="2222500"/>
                </a:lnTo>
                <a:lnTo>
                  <a:pt x="10781576" y="2209800"/>
                </a:lnTo>
                <a:lnTo>
                  <a:pt x="10784420" y="2209800"/>
                </a:lnTo>
                <a:lnTo>
                  <a:pt x="10787126" y="2197100"/>
                </a:lnTo>
                <a:lnTo>
                  <a:pt x="10789539" y="2184400"/>
                </a:lnTo>
                <a:lnTo>
                  <a:pt x="10801896" y="2184400"/>
                </a:lnTo>
                <a:lnTo>
                  <a:pt x="10799406" y="2197100"/>
                </a:lnTo>
                <a:lnTo>
                  <a:pt x="10796663" y="2209800"/>
                </a:lnTo>
                <a:lnTo>
                  <a:pt x="10793679" y="2222500"/>
                </a:lnTo>
                <a:lnTo>
                  <a:pt x="10790453" y="2235200"/>
                </a:lnTo>
                <a:close/>
              </a:path>
              <a:path w="10812780" h="2514600">
                <a:moveTo>
                  <a:pt x="53378" y="2273300"/>
                </a:moveTo>
                <a:lnTo>
                  <a:pt x="37541" y="2273300"/>
                </a:lnTo>
                <a:lnTo>
                  <a:pt x="33401" y="2260600"/>
                </a:lnTo>
                <a:lnTo>
                  <a:pt x="29476" y="2247900"/>
                </a:lnTo>
                <a:lnTo>
                  <a:pt x="25781" y="2235200"/>
                </a:lnTo>
                <a:lnTo>
                  <a:pt x="37680" y="2235200"/>
                </a:lnTo>
                <a:lnTo>
                  <a:pt x="41325" y="2247900"/>
                </a:lnTo>
                <a:lnTo>
                  <a:pt x="45059" y="2247900"/>
                </a:lnTo>
                <a:lnTo>
                  <a:pt x="49149" y="2260600"/>
                </a:lnTo>
                <a:lnTo>
                  <a:pt x="53378" y="2273300"/>
                </a:lnTo>
                <a:close/>
              </a:path>
              <a:path w="10812780" h="2514600">
                <a:moveTo>
                  <a:pt x="10775238" y="2273300"/>
                </a:moveTo>
                <a:lnTo>
                  <a:pt x="10759401" y="2273300"/>
                </a:lnTo>
                <a:lnTo>
                  <a:pt x="10763694" y="2260600"/>
                </a:lnTo>
                <a:lnTo>
                  <a:pt x="10767720" y="2247900"/>
                </a:lnTo>
                <a:lnTo>
                  <a:pt x="10771454" y="2247900"/>
                </a:lnTo>
                <a:lnTo>
                  <a:pt x="10775099" y="2235200"/>
                </a:lnTo>
                <a:lnTo>
                  <a:pt x="10786986" y="2235200"/>
                </a:lnTo>
                <a:lnTo>
                  <a:pt x="10783303" y="2247900"/>
                </a:lnTo>
                <a:lnTo>
                  <a:pt x="10779379" y="2260600"/>
                </a:lnTo>
                <a:lnTo>
                  <a:pt x="10775238" y="2273300"/>
                </a:lnTo>
                <a:close/>
              </a:path>
              <a:path w="10812780" h="2514600">
                <a:moveTo>
                  <a:pt x="67348" y="2298700"/>
                </a:moveTo>
                <a:lnTo>
                  <a:pt x="51295" y="2298700"/>
                </a:lnTo>
                <a:lnTo>
                  <a:pt x="46494" y="2286000"/>
                </a:lnTo>
                <a:lnTo>
                  <a:pt x="41910" y="2273300"/>
                </a:lnTo>
                <a:lnTo>
                  <a:pt x="53314" y="2273300"/>
                </a:lnTo>
                <a:lnTo>
                  <a:pt x="57835" y="2286000"/>
                </a:lnTo>
                <a:lnTo>
                  <a:pt x="62420" y="2286000"/>
                </a:lnTo>
                <a:lnTo>
                  <a:pt x="67348" y="2298700"/>
                </a:lnTo>
                <a:close/>
              </a:path>
              <a:path w="10812780" h="2514600">
                <a:moveTo>
                  <a:pt x="10761484" y="2298700"/>
                </a:moveTo>
                <a:lnTo>
                  <a:pt x="10745431" y="2298700"/>
                </a:lnTo>
                <a:lnTo>
                  <a:pt x="10750359" y="2286000"/>
                </a:lnTo>
                <a:lnTo>
                  <a:pt x="10754944" y="2286000"/>
                </a:lnTo>
                <a:lnTo>
                  <a:pt x="10759465" y="2273300"/>
                </a:lnTo>
                <a:lnTo>
                  <a:pt x="10770870" y="2273300"/>
                </a:lnTo>
                <a:lnTo>
                  <a:pt x="10766285" y="2286000"/>
                </a:lnTo>
                <a:lnTo>
                  <a:pt x="10761484" y="2298700"/>
                </a:lnTo>
                <a:close/>
              </a:path>
              <a:path w="10812780" h="2514600">
                <a:moveTo>
                  <a:pt x="88798" y="2336800"/>
                </a:moveTo>
                <a:lnTo>
                  <a:pt x="72580" y="2336800"/>
                </a:lnTo>
                <a:lnTo>
                  <a:pt x="66954" y="2324100"/>
                </a:lnTo>
                <a:lnTo>
                  <a:pt x="61518" y="2311400"/>
                </a:lnTo>
                <a:lnTo>
                  <a:pt x="56299" y="2298700"/>
                </a:lnTo>
                <a:lnTo>
                  <a:pt x="67271" y="2298700"/>
                </a:lnTo>
                <a:lnTo>
                  <a:pt x="72415" y="2311400"/>
                </a:lnTo>
                <a:lnTo>
                  <a:pt x="77597" y="2311400"/>
                </a:lnTo>
                <a:lnTo>
                  <a:pt x="83146" y="2324100"/>
                </a:lnTo>
                <a:lnTo>
                  <a:pt x="88798" y="2336800"/>
                </a:lnTo>
                <a:close/>
              </a:path>
              <a:path w="10812780" h="2514600">
                <a:moveTo>
                  <a:pt x="10740199" y="2336800"/>
                </a:moveTo>
                <a:lnTo>
                  <a:pt x="10723981" y="2336800"/>
                </a:lnTo>
                <a:lnTo>
                  <a:pt x="10729722" y="2324100"/>
                </a:lnTo>
                <a:lnTo>
                  <a:pt x="10735183" y="2311400"/>
                </a:lnTo>
                <a:lnTo>
                  <a:pt x="10740364" y="2311400"/>
                </a:lnTo>
                <a:lnTo>
                  <a:pt x="10745508" y="2298700"/>
                </a:lnTo>
                <a:lnTo>
                  <a:pt x="10756480" y="2298700"/>
                </a:lnTo>
                <a:lnTo>
                  <a:pt x="10751261" y="2311400"/>
                </a:lnTo>
                <a:lnTo>
                  <a:pt x="10745825" y="2324100"/>
                </a:lnTo>
                <a:lnTo>
                  <a:pt x="10740199" y="2336800"/>
                </a:lnTo>
                <a:close/>
              </a:path>
              <a:path w="10812780" h="2514600">
                <a:moveTo>
                  <a:pt x="100672" y="2349500"/>
                </a:moveTo>
                <a:lnTo>
                  <a:pt x="84429" y="2349500"/>
                </a:lnTo>
                <a:lnTo>
                  <a:pt x="78397" y="2336800"/>
                </a:lnTo>
                <a:lnTo>
                  <a:pt x="94551" y="2336800"/>
                </a:lnTo>
                <a:lnTo>
                  <a:pt x="100672" y="2349500"/>
                </a:lnTo>
                <a:close/>
              </a:path>
              <a:path w="10812780" h="2514600">
                <a:moveTo>
                  <a:pt x="10728350" y="2349500"/>
                </a:moveTo>
                <a:lnTo>
                  <a:pt x="10712107" y="2349500"/>
                </a:lnTo>
                <a:lnTo>
                  <a:pt x="10718228" y="2336800"/>
                </a:lnTo>
                <a:lnTo>
                  <a:pt x="10734370" y="2336800"/>
                </a:lnTo>
                <a:lnTo>
                  <a:pt x="10728350" y="2349500"/>
                </a:lnTo>
                <a:close/>
              </a:path>
              <a:path w="10812780" h="2514600">
                <a:moveTo>
                  <a:pt x="119837" y="2374900"/>
                </a:moveTo>
                <a:lnTo>
                  <a:pt x="103619" y="2374900"/>
                </a:lnTo>
                <a:lnTo>
                  <a:pt x="97040" y="2362200"/>
                </a:lnTo>
                <a:lnTo>
                  <a:pt x="90639" y="2349500"/>
                </a:lnTo>
                <a:lnTo>
                  <a:pt x="106781" y="2349500"/>
                </a:lnTo>
                <a:lnTo>
                  <a:pt x="113271" y="2362200"/>
                </a:lnTo>
                <a:lnTo>
                  <a:pt x="119837" y="2374900"/>
                </a:lnTo>
                <a:close/>
              </a:path>
              <a:path w="10812780" h="2514600">
                <a:moveTo>
                  <a:pt x="10709160" y="2374900"/>
                </a:moveTo>
                <a:lnTo>
                  <a:pt x="10692942" y="2374900"/>
                </a:lnTo>
                <a:lnTo>
                  <a:pt x="10699610" y="2362200"/>
                </a:lnTo>
                <a:lnTo>
                  <a:pt x="10705998" y="2349500"/>
                </a:lnTo>
                <a:lnTo>
                  <a:pt x="10722140" y="2349500"/>
                </a:lnTo>
                <a:lnTo>
                  <a:pt x="10715739" y="2362200"/>
                </a:lnTo>
                <a:lnTo>
                  <a:pt x="10709160" y="2374900"/>
                </a:lnTo>
                <a:close/>
              </a:path>
              <a:path w="10812780" h="2514600">
                <a:moveTo>
                  <a:pt x="133489" y="2387600"/>
                </a:moveTo>
                <a:lnTo>
                  <a:pt x="117335" y="2387600"/>
                </a:lnTo>
                <a:lnTo>
                  <a:pt x="110388" y="2374900"/>
                </a:lnTo>
                <a:lnTo>
                  <a:pt x="126479" y="2374900"/>
                </a:lnTo>
                <a:lnTo>
                  <a:pt x="133489" y="2387600"/>
                </a:lnTo>
                <a:close/>
              </a:path>
              <a:path w="10812780" h="2514600">
                <a:moveTo>
                  <a:pt x="10695444" y="2387600"/>
                </a:moveTo>
                <a:lnTo>
                  <a:pt x="10679277" y="2387600"/>
                </a:lnTo>
                <a:lnTo>
                  <a:pt x="10686300" y="2374900"/>
                </a:lnTo>
                <a:lnTo>
                  <a:pt x="10702391" y="2374900"/>
                </a:lnTo>
                <a:lnTo>
                  <a:pt x="10695444" y="2387600"/>
                </a:lnTo>
                <a:close/>
              </a:path>
              <a:path w="10812780" h="2514600">
                <a:moveTo>
                  <a:pt x="162775" y="2413000"/>
                </a:moveTo>
                <a:lnTo>
                  <a:pt x="139217" y="2413000"/>
                </a:lnTo>
                <a:lnTo>
                  <a:pt x="131749" y="2400300"/>
                </a:lnTo>
                <a:lnTo>
                  <a:pt x="124459" y="2387600"/>
                </a:lnTo>
                <a:lnTo>
                  <a:pt x="140462" y="2387600"/>
                </a:lnTo>
                <a:lnTo>
                  <a:pt x="147815" y="2400300"/>
                </a:lnTo>
                <a:lnTo>
                  <a:pt x="155105" y="2400300"/>
                </a:lnTo>
                <a:lnTo>
                  <a:pt x="162775" y="2413000"/>
                </a:lnTo>
                <a:close/>
              </a:path>
              <a:path w="10812780" h="2514600">
                <a:moveTo>
                  <a:pt x="10673562" y="2413000"/>
                </a:moveTo>
                <a:lnTo>
                  <a:pt x="10650004" y="2413000"/>
                </a:lnTo>
                <a:lnTo>
                  <a:pt x="10657674" y="2400300"/>
                </a:lnTo>
                <a:lnTo>
                  <a:pt x="10664964" y="2400300"/>
                </a:lnTo>
                <a:lnTo>
                  <a:pt x="10672318" y="2387600"/>
                </a:lnTo>
                <a:lnTo>
                  <a:pt x="10688320" y="2387600"/>
                </a:lnTo>
                <a:lnTo>
                  <a:pt x="10681017" y="2400300"/>
                </a:lnTo>
                <a:lnTo>
                  <a:pt x="10673562" y="2413000"/>
                </a:lnTo>
                <a:close/>
              </a:path>
              <a:path w="10812780" h="2514600">
                <a:moveTo>
                  <a:pt x="178358" y="2425700"/>
                </a:moveTo>
                <a:lnTo>
                  <a:pt x="154635" y="2425700"/>
                </a:lnTo>
                <a:lnTo>
                  <a:pt x="146850" y="2413000"/>
                </a:lnTo>
                <a:lnTo>
                  <a:pt x="170370" y="2413000"/>
                </a:lnTo>
                <a:lnTo>
                  <a:pt x="178358" y="2425700"/>
                </a:lnTo>
                <a:close/>
              </a:path>
              <a:path w="10812780" h="2514600">
                <a:moveTo>
                  <a:pt x="10658144" y="2425700"/>
                </a:moveTo>
                <a:lnTo>
                  <a:pt x="10634421" y="2425700"/>
                </a:lnTo>
                <a:lnTo>
                  <a:pt x="10642409" y="2413000"/>
                </a:lnTo>
                <a:lnTo>
                  <a:pt x="10665929" y="2413000"/>
                </a:lnTo>
                <a:lnTo>
                  <a:pt x="10658144" y="2425700"/>
                </a:lnTo>
                <a:close/>
              </a:path>
              <a:path w="10812780" h="2514600">
                <a:moveTo>
                  <a:pt x="194525" y="2438400"/>
                </a:moveTo>
                <a:lnTo>
                  <a:pt x="170687" y="2438400"/>
                </a:lnTo>
                <a:lnTo>
                  <a:pt x="162585" y="2425700"/>
                </a:lnTo>
                <a:lnTo>
                  <a:pt x="186245" y="2425700"/>
                </a:lnTo>
                <a:lnTo>
                  <a:pt x="194525" y="2438400"/>
                </a:lnTo>
                <a:close/>
              </a:path>
              <a:path w="10812780" h="2514600">
                <a:moveTo>
                  <a:pt x="10642092" y="2438400"/>
                </a:moveTo>
                <a:lnTo>
                  <a:pt x="10618254" y="2438400"/>
                </a:lnTo>
                <a:lnTo>
                  <a:pt x="10626534" y="2425700"/>
                </a:lnTo>
                <a:lnTo>
                  <a:pt x="10650194" y="2425700"/>
                </a:lnTo>
                <a:lnTo>
                  <a:pt x="10642092" y="2438400"/>
                </a:lnTo>
                <a:close/>
              </a:path>
              <a:path w="10812780" h="2514600">
                <a:moveTo>
                  <a:pt x="211251" y="2451100"/>
                </a:moveTo>
                <a:lnTo>
                  <a:pt x="187350" y="2451100"/>
                </a:lnTo>
                <a:lnTo>
                  <a:pt x="178943" y="2438400"/>
                </a:lnTo>
                <a:lnTo>
                  <a:pt x="202692" y="2438400"/>
                </a:lnTo>
                <a:lnTo>
                  <a:pt x="211251" y="2451100"/>
                </a:lnTo>
                <a:close/>
              </a:path>
              <a:path w="10812780" h="2514600">
                <a:moveTo>
                  <a:pt x="10625429" y="2451100"/>
                </a:moveTo>
                <a:lnTo>
                  <a:pt x="10601528" y="2451100"/>
                </a:lnTo>
                <a:lnTo>
                  <a:pt x="10610088" y="2438400"/>
                </a:lnTo>
                <a:lnTo>
                  <a:pt x="10633837" y="2438400"/>
                </a:lnTo>
                <a:lnTo>
                  <a:pt x="10625429" y="2451100"/>
                </a:lnTo>
                <a:close/>
              </a:path>
              <a:path w="10812780" h="2514600">
                <a:moveTo>
                  <a:pt x="237337" y="2463800"/>
                </a:moveTo>
                <a:lnTo>
                  <a:pt x="213423" y="2463800"/>
                </a:lnTo>
                <a:lnTo>
                  <a:pt x="204584" y="2451100"/>
                </a:lnTo>
                <a:lnTo>
                  <a:pt x="228384" y="2451100"/>
                </a:lnTo>
                <a:lnTo>
                  <a:pt x="237337" y="2463800"/>
                </a:lnTo>
                <a:close/>
              </a:path>
              <a:path w="10812780" h="2514600">
                <a:moveTo>
                  <a:pt x="10599356" y="2463800"/>
                </a:moveTo>
                <a:lnTo>
                  <a:pt x="10575442" y="2463800"/>
                </a:lnTo>
                <a:lnTo>
                  <a:pt x="10584395" y="2451100"/>
                </a:lnTo>
                <a:lnTo>
                  <a:pt x="10608195" y="2451100"/>
                </a:lnTo>
                <a:lnTo>
                  <a:pt x="10599356" y="2463800"/>
                </a:lnTo>
                <a:close/>
              </a:path>
              <a:path w="10812780" h="2514600">
                <a:moveTo>
                  <a:pt x="264553" y="2476500"/>
                </a:moveTo>
                <a:lnTo>
                  <a:pt x="231482" y="2476500"/>
                </a:lnTo>
                <a:lnTo>
                  <a:pt x="222389" y="2463800"/>
                </a:lnTo>
                <a:lnTo>
                  <a:pt x="255219" y="2463800"/>
                </a:lnTo>
                <a:lnTo>
                  <a:pt x="264553" y="2476500"/>
                </a:lnTo>
                <a:close/>
              </a:path>
              <a:path w="10812780" h="2514600">
                <a:moveTo>
                  <a:pt x="10581297" y="2476500"/>
                </a:moveTo>
                <a:lnTo>
                  <a:pt x="10548226" y="2476500"/>
                </a:lnTo>
                <a:lnTo>
                  <a:pt x="10557560" y="2463800"/>
                </a:lnTo>
                <a:lnTo>
                  <a:pt x="10590390" y="2463800"/>
                </a:lnTo>
                <a:lnTo>
                  <a:pt x="10581297" y="2476500"/>
                </a:lnTo>
                <a:close/>
              </a:path>
              <a:path w="10812780" h="2514600">
                <a:moveTo>
                  <a:pt x="292798" y="2489200"/>
                </a:moveTo>
                <a:lnTo>
                  <a:pt x="259537" y="2489200"/>
                </a:lnTo>
                <a:lnTo>
                  <a:pt x="250062" y="2476500"/>
                </a:lnTo>
                <a:lnTo>
                  <a:pt x="283121" y="2476500"/>
                </a:lnTo>
                <a:lnTo>
                  <a:pt x="292798" y="2489200"/>
                </a:lnTo>
                <a:close/>
              </a:path>
              <a:path w="10812780" h="2514600">
                <a:moveTo>
                  <a:pt x="10553242" y="2489200"/>
                </a:moveTo>
                <a:lnTo>
                  <a:pt x="10519981" y="2489200"/>
                </a:lnTo>
                <a:lnTo>
                  <a:pt x="10529658" y="2476500"/>
                </a:lnTo>
                <a:lnTo>
                  <a:pt x="10562717" y="2476500"/>
                </a:lnTo>
                <a:lnTo>
                  <a:pt x="10553242" y="2489200"/>
                </a:lnTo>
                <a:close/>
              </a:path>
              <a:path w="10812780" h="2514600">
                <a:moveTo>
                  <a:pt x="341934" y="2501900"/>
                </a:moveTo>
                <a:lnTo>
                  <a:pt x="298577" y="2501900"/>
                </a:lnTo>
                <a:lnTo>
                  <a:pt x="288645" y="2489200"/>
                </a:lnTo>
                <a:lnTo>
                  <a:pt x="331762" y="2489200"/>
                </a:lnTo>
                <a:lnTo>
                  <a:pt x="341934" y="2501900"/>
                </a:lnTo>
                <a:close/>
              </a:path>
              <a:path w="10812780" h="2514600">
                <a:moveTo>
                  <a:pt x="10514203" y="2501900"/>
                </a:moveTo>
                <a:lnTo>
                  <a:pt x="10470845" y="2501900"/>
                </a:lnTo>
                <a:lnTo>
                  <a:pt x="10481017" y="2489200"/>
                </a:lnTo>
                <a:lnTo>
                  <a:pt x="10524134" y="2489200"/>
                </a:lnTo>
                <a:lnTo>
                  <a:pt x="10514203" y="2501900"/>
                </a:lnTo>
                <a:close/>
              </a:path>
              <a:path w="10812780" h="2514600">
                <a:moveTo>
                  <a:pt x="10473474" y="2514600"/>
                </a:moveTo>
                <a:lnTo>
                  <a:pt x="339305" y="2514600"/>
                </a:lnTo>
                <a:lnTo>
                  <a:pt x="328980" y="2501900"/>
                </a:lnTo>
                <a:lnTo>
                  <a:pt x="10483799" y="2501900"/>
                </a:lnTo>
                <a:lnTo>
                  <a:pt x="10473474" y="2514600"/>
                </a:lnTo>
                <a:close/>
              </a:path>
            </a:pathLst>
          </a:custGeom>
          <a:solidFill>
            <a:srgbClr val="293E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037589" y="2329624"/>
            <a:ext cx="10206990" cy="3980179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dirty="0" sz="1800">
                <a:latin typeface="宋体"/>
                <a:cs typeface="宋体"/>
              </a:rPr>
              <a:t>在Python中，用户可以自己创建函数，这类用户自己创建的函数称为</a:t>
            </a:r>
            <a:r>
              <a:rPr dirty="0" sz="1800" b="1">
                <a:latin typeface="宋体"/>
                <a:cs typeface="宋体"/>
              </a:rPr>
              <a:t>自定义函数</a:t>
            </a:r>
            <a:r>
              <a:rPr dirty="0" sz="1800">
                <a:latin typeface="宋体"/>
                <a:cs typeface="宋体"/>
              </a:rPr>
              <a:t>。</a:t>
            </a:r>
            <a:endParaRPr sz="1800">
              <a:latin typeface="宋体"/>
              <a:cs typeface="宋体"/>
            </a:endParaRPr>
          </a:p>
          <a:p>
            <a:pPr marL="12700" marR="351155">
              <a:lnSpc>
                <a:spcPct val="150000"/>
              </a:lnSpc>
            </a:pPr>
            <a:r>
              <a:rPr dirty="0" sz="1800" b="1">
                <a:latin typeface="宋体"/>
                <a:cs typeface="宋体"/>
              </a:rPr>
              <a:t>自定义函数</a:t>
            </a:r>
            <a:r>
              <a:rPr dirty="0" sz="1800">
                <a:latin typeface="宋体"/>
                <a:cs typeface="宋体"/>
              </a:rPr>
              <a:t>：是指用一些符号代替变量赋值，等到使用这个算法的时候再把具体的变量金额填充进 去，将原先适用于一种情况的算法改造成一个通用的算法。</a:t>
            </a:r>
            <a:endParaRPr sz="18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600" b="1">
                <a:latin typeface="宋体"/>
                <a:cs typeface="宋体"/>
              </a:rPr>
              <a:t>自定义函数语法</a:t>
            </a:r>
            <a:r>
              <a:rPr dirty="0" sz="1600" spc="-15" b="1">
                <a:latin typeface="宋体"/>
                <a:cs typeface="宋体"/>
              </a:rPr>
              <a:t>：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600" b="1">
                <a:latin typeface="宋体"/>
                <a:cs typeface="宋体"/>
              </a:rPr>
              <a:t>def</a:t>
            </a:r>
            <a:r>
              <a:rPr dirty="0" sz="1600" spc="-5" b="1">
                <a:latin typeface="宋体"/>
                <a:cs typeface="宋体"/>
              </a:rPr>
              <a:t> </a:t>
            </a:r>
            <a:r>
              <a:rPr dirty="0" sz="1600" b="1">
                <a:latin typeface="宋体"/>
                <a:cs typeface="宋体"/>
              </a:rPr>
              <a:t>函数名(形参)：  </a:t>
            </a:r>
            <a:r>
              <a:rPr dirty="0" sz="1600" spc="-5">
                <a:latin typeface="宋体"/>
                <a:cs typeface="宋体"/>
              </a:rPr>
              <a:t># </a:t>
            </a:r>
            <a:r>
              <a:rPr dirty="0" sz="1600">
                <a:latin typeface="宋体"/>
                <a:cs typeface="宋体"/>
              </a:rPr>
              <a:t>形参根据需求设置，可有可无，多个形参用逗号隔</a:t>
            </a:r>
            <a:r>
              <a:rPr dirty="0" sz="1600" spc="-5">
                <a:latin typeface="宋体"/>
                <a:cs typeface="宋体"/>
              </a:rPr>
              <a:t>开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600" b="1">
                <a:latin typeface="宋体"/>
                <a:cs typeface="宋体"/>
              </a:rPr>
              <a:t>    </a:t>
            </a:r>
            <a:r>
              <a:rPr dirty="0" sz="1600" b="1">
                <a:latin typeface="宋体"/>
                <a:cs typeface="宋体"/>
              </a:rPr>
              <a:t>&lt;代码块&gt; </a:t>
            </a:r>
            <a:r>
              <a:rPr dirty="0" sz="1600" spc="-5">
                <a:latin typeface="宋体"/>
                <a:cs typeface="宋体"/>
              </a:rPr>
              <a:t># </a:t>
            </a:r>
            <a:r>
              <a:rPr dirty="0" sz="1600">
                <a:latin typeface="宋体"/>
                <a:cs typeface="宋体"/>
              </a:rPr>
              <a:t>注意冒号和语句缩</a:t>
            </a:r>
            <a:r>
              <a:rPr dirty="0" sz="1600" spc="-5">
                <a:latin typeface="宋体"/>
                <a:cs typeface="宋体"/>
              </a:rPr>
              <a:t>进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600" b="1">
                <a:latin typeface="宋体"/>
                <a:cs typeface="宋体"/>
              </a:rPr>
              <a:t>    </a:t>
            </a:r>
            <a:r>
              <a:rPr dirty="0" sz="1600" b="1">
                <a:latin typeface="宋体"/>
                <a:cs typeface="宋体"/>
              </a:rPr>
              <a:t>return</a:t>
            </a:r>
            <a:r>
              <a:rPr dirty="0" sz="1600" spc="-15" b="1">
                <a:latin typeface="宋体"/>
                <a:cs typeface="宋体"/>
              </a:rPr>
              <a:t> </a:t>
            </a:r>
            <a:r>
              <a:rPr dirty="0" sz="1600" b="1">
                <a:latin typeface="宋体"/>
                <a:cs typeface="宋体"/>
              </a:rPr>
              <a:t>表达式</a:t>
            </a:r>
            <a:r>
              <a:rPr dirty="0" sz="1600" spc="775" b="1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1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return</a:t>
            </a:r>
            <a:r>
              <a:rPr dirty="0" sz="1600">
                <a:latin typeface="宋体"/>
                <a:cs typeface="宋体"/>
              </a:rPr>
              <a:t>函数返回值关键字，函数执行完毕后给调用者的结果称为函数的“返回值”，没</a:t>
            </a:r>
            <a:r>
              <a:rPr dirty="0" sz="1600" spc="-5">
                <a:latin typeface="宋体"/>
                <a:cs typeface="宋体"/>
              </a:rPr>
              <a:t>有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600" spc="-5">
                <a:latin typeface="宋体"/>
                <a:cs typeface="宋体"/>
              </a:rPr>
              <a:t>                      </a:t>
            </a:r>
            <a:r>
              <a:rPr dirty="0" sz="1600" spc="-5">
                <a:latin typeface="宋体"/>
                <a:cs typeface="宋体"/>
              </a:rPr>
              <a:t>return</a:t>
            </a:r>
            <a:r>
              <a:rPr dirty="0" sz="1600">
                <a:latin typeface="宋体"/>
                <a:cs typeface="宋体"/>
              </a:rPr>
              <a:t>时返回结果为</a:t>
            </a:r>
            <a:r>
              <a:rPr dirty="0" sz="1600" spc="-5">
                <a:latin typeface="宋体"/>
                <a:cs typeface="宋体"/>
              </a:rPr>
              <a:t>None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600" b="1">
                <a:latin typeface="宋体"/>
                <a:cs typeface="宋体"/>
              </a:rPr>
              <a:t>函数名(实参)</a:t>
            </a:r>
            <a:r>
              <a:rPr dirty="0" sz="1600" spc="800" b="1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# </a:t>
            </a:r>
            <a:r>
              <a:rPr dirty="0" sz="1600">
                <a:latin typeface="宋体"/>
                <a:cs typeface="宋体"/>
              </a:rPr>
              <a:t>调用函数，有参函数传递实参，实参与形参一一对</a:t>
            </a:r>
            <a:r>
              <a:rPr dirty="0" sz="1600" spc="-5">
                <a:latin typeface="宋体"/>
                <a:cs typeface="宋体"/>
              </a:rPr>
              <a:t>应</a:t>
            </a:r>
            <a:endParaRPr sz="1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09728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for</a:t>
            </a: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循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环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2940" y="1245108"/>
            <a:ext cx="10800715" cy="1335405"/>
          </a:xfrm>
          <a:custGeom>
            <a:avLst/>
            <a:gdLst/>
            <a:ahLst/>
            <a:cxnLst/>
            <a:rect l="l" t="t" r="r" b="b"/>
            <a:pathLst>
              <a:path w="10800715" h="1335405">
                <a:moveTo>
                  <a:pt x="10578084" y="1335023"/>
                </a:moveTo>
                <a:lnTo>
                  <a:pt x="222503" y="1335023"/>
                </a:lnTo>
                <a:lnTo>
                  <a:pt x="177687" y="1330733"/>
                </a:lnTo>
                <a:lnTo>
                  <a:pt x="135933" y="1317926"/>
                </a:lnTo>
                <a:lnTo>
                  <a:pt x="98139" y="1297500"/>
                </a:lnTo>
                <a:lnTo>
                  <a:pt x="65203" y="1270354"/>
                </a:lnTo>
                <a:lnTo>
                  <a:pt x="38023" y="1237384"/>
                </a:lnTo>
                <a:lnTo>
                  <a:pt x="17498" y="1199490"/>
                </a:lnTo>
                <a:lnTo>
                  <a:pt x="4524" y="1157570"/>
                </a:lnTo>
                <a:lnTo>
                  <a:pt x="0" y="1112519"/>
                </a:lnTo>
                <a:lnTo>
                  <a:pt x="0" y="222503"/>
                </a:lnTo>
                <a:lnTo>
                  <a:pt x="4524" y="177520"/>
                </a:lnTo>
                <a:lnTo>
                  <a:pt x="17498" y="135647"/>
                </a:lnTo>
                <a:lnTo>
                  <a:pt x="38023" y="97781"/>
                </a:lnTo>
                <a:lnTo>
                  <a:pt x="65203" y="64822"/>
                </a:lnTo>
                <a:lnTo>
                  <a:pt x="98139" y="37666"/>
                </a:lnTo>
                <a:lnTo>
                  <a:pt x="135933" y="17212"/>
                </a:lnTo>
                <a:lnTo>
                  <a:pt x="177687" y="4357"/>
                </a:lnTo>
                <a:lnTo>
                  <a:pt x="222503" y="0"/>
                </a:lnTo>
                <a:lnTo>
                  <a:pt x="10578084" y="0"/>
                </a:lnTo>
                <a:lnTo>
                  <a:pt x="10622734" y="4357"/>
                </a:lnTo>
                <a:lnTo>
                  <a:pt x="10664369" y="17212"/>
                </a:lnTo>
                <a:lnTo>
                  <a:pt x="10702091" y="37666"/>
                </a:lnTo>
                <a:lnTo>
                  <a:pt x="10735003" y="64822"/>
                </a:lnTo>
                <a:lnTo>
                  <a:pt x="10762207" y="97781"/>
                </a:lnTo>
                <a:lnTo>
                  <a:pt x="10782804" y="135647"/>
                </a:lnTo>
                <a:lnTo>
                  <a:pt x="10795897" y="177520"/>
                </a:lnTo>
                <a:lnTo>
                  <a:pt x="10800588" y="222503"/>
                </a:lnTo>
                <a:lnTo>
                  <a:pt x="10800588" y="1112519"/>
                </a:lnTo>
                <a:lnTo>
                  <a:pt x="10795897" y="1157570"/>
                </a:lnTo>
                <a:lnTo>
                  <a:pt x="10782804" y="1199490"/>
                </a:lnTo>
                <a:lnTo>
                  <a:pt x="10762207" y="1237384"/>
                </a:lnTo>
                <a:lnTo>
                  <a:pt x="10735003" y="1270354"/>
                </a:lnTo>
                <a:lnTo>
                  <a:pt x="10702091" y="1297500"/>
                </a:lnTo>
                <a:lnTo>
                  <a:pt x="10664369" y="1317926"/>
                </a:lnTo>
                <a:lnTo>
                  <a:pt x="10622734" y="1330733"/>
                </a:lnTo>
                <a:lnTo>
                  <a:pt x="10578084" y="1335023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62940" y="2880360"/>
            <a:ext cx="10800715" cy="3487420"/>
          </a:xfrm>
          <a:custGeom>
            <a:avLst/>
            <a:gdLst/>
            <a:ahLst/>
            <a:cxnLst/>
            <a:rect l="l" t="t" r="r" b="b"/>
            <a:pathLst>
              <a:path w="10800715" h="3487420">
                <a:moveTo>
                  <a:pt x="10218419" y="3486912"/>
                </a:moveTo>
                <a:lnTo>
                  <a:pt x="582168" y="3486912"/>
                </a:lnTo>
                <a:lnTo>
                  <a:pt x="534463" y="3485057"/>
                </a:lnTo>
                <a:lnTo>
                  <a:pt x="487821" y="3479440"/>
                </a:lnTo>
                <a:lnTo>
                  <a:pt x="442392" y="3470212"/>
                </a:lnTo>
                <a:lnTo>
                  <a:pt x="398324" y="3457523"/>
                </a:lnTo>
                <a:lnTo>
                  <a:pt x="355767" y="3441522"/>
                </a:lnTo>
                <a:lnTo>
                  <a:pt x="314870" y="3422360"/>
                </a:lnTo>
                <a:lnTo>
                  <a:pt x="275780" y="3400187"/>
                </a:lnTo>
                <a:lnTo>
                  <a:pt x="238649" y="3375154"/>
                </a:lnTo>
                <a:lnTo>
                  <a:pt x="203624" y="3347409"/>
                </a:lnTo>
                <a:lnTo>
                  <a:pt x="170854" y="3317105"/>
                </a:lnTo>
                <a:lnTo>
                  <a:pt x="140489" y="3284390"/>
                </a:lnTo>
                <a:lnTo>
                  <a:pt x="112678" y="3249414"/>
                </a:lnTo>
                <a:lnTo>
                  <a:pt x="87569" y="3212329"/>
                </a:lnTo>
                <a:lnTo>
                  <a:pt x="65312" y="3173284"/>
                </a:lnTo>
                <a:lnTo>
                  <a:pt x="46056" y="3132430"/>
                </a:lnTo>
                <a:lnTo>
                  <a:pt x="29949" y="3089916"/>
                </a:lnTo>
                <a:lnTo>
                  <a:pt x="17141" y="3045892"/>
                </a:lnTo>
                <a:lnTo>
                  <a:pt x="7781" y="3000510"/>
                </a:lnTo>
                <a:lnTo>
                  <a:pt x="2017" y="2953918"/>
                </a:lnTo>
                <a:lnTo>
                  <a:pt x="0" y="2906267"/>
                </a:lnTo>
                <a:lnTo>
                  <a:pt x="0" y="580643"/>
                </a:lnTo>
                <a:lnTo>
                  <a:pt x="2017" y="532975"/>
                </a:lnTo>
                <a:lnTo>
                  <a:pt x="7781" y="486367"/>
                </a:lnTo>
                <a:lnTo>
                  <a:pt x="17141" y="440970"/>
                </a:lnTo>
                <a:lnTo>
                  <a:pt x="29949" y="396934"/>
                </a:lnTo>
                <a:lnTo>
                  <a:pt x="46056" y="354410"/>
                </a:lnTo>
                <a:lnTo>
                  <a:pt x="65312" y="313547"/>
                </a:lnTo>
                <a:lnTo>
                  <a:pt x="87569" y="274495"/>
                </a:lnTo>
                <a:lnTo>
                  <a:pt x="112678" y="237405"/>
                </a:lnTo>
                <a:lnTo>
                  <a:pt x="140489" y="202427"/>
                </a:lnTo>
                <a:lnTo>
                  <a:pt x="170854" y="169711"/>
                </a:lnTo>
                <a:lnTo>
                  <a:pt x="203624" y="139407"/>
                </a:lnTo>
                <a:lnTo>
                  <a:pt x="238649" y="111666"/>
                </a:lnTo>
                <a:lnTo>
                  <a:pt x="275780" y="86637"/>
                </a:lnTo>
                <a:lnTo>
                  <a:pt x="314870" y="64471"/>
                </a:lnTo>
                <a:lnTo>
                  <a:pt x="355767" y="45318"/>
                </a:lnTo>
                <a:lnTo>
                  <a:pt x="398324" y="29327"/>
                </a:lnTo>
                <a:lnTo>
                  <a:pt x="442392" y="16650"/>
                </a:lnTo>
                <a:lnTo>
                  <a:pt x="487821" y="7436"/>
                </a:lnTo>
                <a:lnTo>
                  <a:pt x="534463" y="1836"/>
                </a:lnTo>
                <a:lnTo>
                  <a:pt x="582168" y="0"/>
                </a:lnTo>
                <a:lnTo>
                  <a:pt x="10218419" y="0"/>
                </a:lnTo>
                <a:lnTo>
                  <a:pt x="10266143" y="1836"/>
                </a:lnTo>
                <a:lnTo>
                  <a:pt x="10312800" y="7436"/>
                </a:lnTo>
                <a:lnTo>
                  <a:pt x="10358244" y="16650"/>
                </a:lnTo>
                <a:lnTo>
                  <a:pt x="10402324" y="29327"/>
                </a:lnTo>
                <a:lnTo>
                  <a:pt x="10444891" y="45318"/>
                </a:lnTo>
                <a:lnTo>
                  <a:pt x="10485797" y="64471"/>
                </a:lnTo>
                <a:lnTo>
                  <a:pt x="10524893" y="86637"/>
                </a:lnTo>
                <a:lnTo>
                  <a:pt x="10562030" y="111666"/>
                </a:lnTo>
                <a:lnTo>
                  <a:pt x="10597058" y="139407"/>
                </a:lnTo>
                <a:lnTo>
                  <a:pt x="10629828" y="169711"/>
                </a:lnTo>
                <a:lnTo>
                  <a:pt x="10660192" y="202427"/>
                </a:lnTo>
                <a:lnTo>
                  <a:pt x="10688000" y="237405"/>
                </a:lnTo>
                <a:lnTo>
                  <a:pt x="10713104" y="274495"/>
                </a:lnTo>
                <a:lnTo>
                  <a:pt x="10735355" y="313547"/>
                </a:lnTo>
                <a:lnTo>
                  <a:pt x="10754603" y="354410"/>
                </a:lnTo>
                <a:lnTo>
                  <a:pt x="10770699" y="396934"/>
                </a:lnTo>
                <a:lnTo>
                  <a:pt x="10783494" y="440970"/>
                </a:lnTo>
                <a:lnTo>
                  <a:pt x="10792840" y="486367"/>
                </a:lnTo>
                <a:lnTo>
                  <a:pt x="10798588" y="532975"/>
                </a:lnTo>
                <a:lnTo>
                  <a:pt x="10800588" y="580643"/>
                </a:lnTo>
                <a:lnTo>
                  <a:pt x="10800588" y="2906267"/>
                </a:lnTo>
                <a:lnTo>
                  <a:pt x="10798588" y="2953918"/>
                </a:lnTo>
                <a:lnTo>
                  <a:pt x="10792840" y="3000510"/>
                </a:lnTo>
                <a:lnTo>
                  <a:pt x="10783494" y="3045892"/>
                </a:lnTo>
                <a:lnTo>
                  <a:pt x="10770699" y="3089916"/>
                </a:lnTo>
                <a:lnTo>
                  <a:pt x="10754603" y="3132430"/>
                </a:lnTo>
                <a:lnTo>
                  <a:pt x="10735355" y="3173284"/>
                </a:lnTo>
                <a:lnTo>
                  <a:pt x="10713104" y="3212329"/>
                </a:lnTo>
                <a:lnTo>
                  <a:pt x="10688000" y="3249414"/>
                </a:lnTo>
                <a:lnTo>
                  <a:pt x="10660192" y="3284390"/>
                </a:lnTo>
                <a:lnTo>
                  <a:pt x="10629828" y="3317105"/>
                </a:lnTo>
                <a:lnTo>
                  <a:pt x="10597058" y="3347409"/>
                </a:lnTo>
                <a:lnTo>
                  <a:pt x="10562030" y="3375154"/>
                </a:lnTo>
                <a:lnTo>
                  <a:pt x="10524893" y="3400187"/>
                </a:lnTo>
                <a:lnTo>
                  <a:pt x="10485797" y="3422360"/>
                </a:lnTo>
                <a:lnTo>
                  <a:pt x="10444891" y="3441522"/>
                </a:lnTo>
                <a:lnTo>
                  <a:pt x="10402324" y="3457523"/>
                </a:lnTo>
                <a:lnTo>
                  <a:pt x="10358244" y="3470212"/>
                </a:lnTo>
                <a:lnTo>
                  <a:pt x="10312800" y="3479440"/>
                </a:lnTo>
                <a:lnTo>
                  <a:pt x="10266143" y="3485057"/>
                </a:lnTo>
                <a:lnTo>
                  <a:pt x="10218419" y="3486912"/>
                </a:lnTo>
                <a:close/>
              </a:path>
            </a:pathLst>
          </a:custGeom>
          <a:solidFill>
            <a:srgbClr val="D2E1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62940" y="2743200"/>
            <a:ext cx="711835" cy="410209"/>
          </a:xfrm>
          <a:custGeom>
            <a:avLst/>
            <a:gdLst/>
            <a:ahLst/>
            <a:cxnLst/>
            <a:rect l="l" t="t" r="r" b="b"/>
            <a:pathLst>
              <a:path w="711835" h="410210">
                <a:moveTo>
                  <a:pt x="643128" y="409956"/>
                </a:moveTo>
                <a:lnTo>
                  <a:pt x="68579" y="409956"/>
                </a:lnTo>
                <a:lnTo>
                  <a:pt x="42201" y="404366"/>
                </a:lnTo>
                <a:lnTo>
                  <a:pt x="20526" y="389620"/>
                </a:lnTo>
                <a:lnTo>
                  <a:pt x="5732" y="367897"/>
                </a:lnTo>
                <a:lnTo>
                  <a:pt x="0" y="341375"/>
                </a:lnTo>
                <a:lnTo>
                  <a:pt x="0" y="67056"/>
                </a:lnTo>
                <a:lnTo>
                  <a:pt x="5732" y="40844"/>
                </a:lnTo>
                <a:lnTo>
                  <a:pt x="20526" y="19383"/>
                </a:lnTo>
                <a:lnTo>
                  <a:pt x="42201" y="4994"/>
                </a:lnTo>
                <a:lnTo>
                  <a:pt x="68579" y="0"/>
                </a:lnTo>
                <a:lnTo>
                  <a:pt x="643128" y="0"/>
                </a:lnTo>
                <a:lnTo>
                  <a:pt x="669934" y="4994"/>
                </a:lnTo>
                <a:lnTo>
                  <a:pt x="691753" y="19383"/>
                </a:lnTo>
                <a:lnTo>
                  <a:pt x="706403" y="40844"/>
                </a:lnTo>
                <a:lnTo>
                  <a:pt x="711707" y="67056"/>
                </a:lnTo>
                <a:lnTo>
                  <a:pt x="711707" y="341375"/>
                </a:lnTo>
                <a:lnTo>
                  <a:pt x="706403" y="367897"/>
                </a:lnTo>
                <a:lnTo>
                  <a:pt x="691753" y="389620"/>
                </a:lnTo>
                <a:lnTo>
                  <a:pt x="669934" y="404366"/>
                </a:lnTo>
                <a:lnTo>
                  <a:pt x="643128" y="409956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77582" y="1320571"/>
            <a:ext cx="10370820" cy="46399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5580" marR="5080">
              <a:lnSpc>
                <a:spcPct val="15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宋体"/>
                <a:cs typeface="宋体"/>
              </a:rPr>
              <a:t>说明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：甲公司采用双倍余额递减法对固定资产计提折旧，现有一固定资产原值为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100000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元，预计使用年限为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10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年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， 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净残值率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5%。</a:t>
            </a:r>
            <a:endParaRPr sz="1600">
              <a:latin typeface="宋体"/>
              <a:cs typeface="宋体"/>
            </a:endParaRPr>
          </a:p>
          <a:p>
            <a:pPr marL="195580">
              <a:lnSpc>
                <a:spcPct val="100000"/>
              </a:lnSpc>
              <a:spcBef>
                <a:spcPts val="960"/>
              </a:spcBef>
            </a:pPr>
            <a:r>
              <a:rPr dirty="0" sz="1600" b="1">
                <a:solidFill>
                  <a:srgbClr val="FFFFFF"/>
                </a:solidFill>
                <a:latin typeface="宋体"/>
                <a:cs typeface="宋体"/>
              </a:rPr>
              <a:t>要求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：采用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for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循环计算该固定资产年折旧额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16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代码</a:t>
            </a:r>
            <a:endParaRPr sz="1800">
              <a:latin typeface="宋体"/>
              <a:cs typeface="宋体"/>
            </a:endParaRPr>
          </a:p>
          <a:p>
            <a:pPr marL="195580" marR="2954020">
              <a:lnSpc>
                <a:spcPct val="100000"/>
              </a:lnSpc>
              <a:spcBef>
                <a:spcPts val="1520"/>
              </a:spcBef>
            </a:pPr>
            <a:r>
              <a:rPr dirty="0" sz="1600">
                <a:latin typeface="宋体"/>
                <a:cs typeface="宋体"/>
              </a:rPr>
              <a:t>年初固定资产净值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=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100000</a:t>
            </a:r>
            <a:r>
              <a:rPr dirty="0" sz="1600" spc="76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第一年年初固定资产净值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=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固定资产原</a:t>
            </a:r>
            <a:r>
              <a:rPr dirty="0" sz="1600" spc="-5">
                <a:latin typeface="宋体"/>
                <a:cs typeface="宋体"/>
              </a:rPr>
              <a:t>值 result = []</a:t>
            </a:r>
            <a:r>
              <a:rPr dirty="0" sz="1600" spc="75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# </a:t>
            </a:r>
            <a:r>
              <a:rPr dirty="0" sz="1600">
                <a:latin typeface="宋体"/>
                <a:cs typeface="宋体"/>
              </a:rPr>
              <a:t>创 建 空 列 表 存 储 年 折 旧 </a:t>
            </a:r>
            <a:r>
              <a:rPr dirty="0" sz="1600" spc="-5">
                <a:latin typeface="宋体"/>
                <a:cs typeface="宋体"/>
              </a:rPr>
              <a:t>额</a:t>
            </a:r>
            <a:endParaRPr sz="1600">
              <a:latin typeface="宋体"/>
              <a:cs typeface="宋体"/>
            </a:endParaRPr>
          </a:p>
          <a:p>
            <a:pPr marL="19558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for i in</a:t>
            </a:r>
            <a:r>
              <a:rPr dirty="0" sz="160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range(8):              </a:t>
            </a:r>
            <a:endParaRPr sz="1600">
              <a:latin typeface="宋体"/>
              <a:cs typeface="宋体"/>
            </a:endParaRPr>
          </a:p>
          <a:p>
            <a:pPr marL="19558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年折旧额</a:t>
            </a:r>
            <a:r>
              <a:rPr dirty="0" sz="1600" spc="-5">
                <a:latin typeface="宋体"/>
                <a:cs typeface="宋体"/>
              </a:rPr>
              <a:t> = round(</a:t>
            </a:r>
            <a:r>
              <a:rPr dirty="0" sz="1600">
                <a:latin typeface="宋体"/>
                <a:cs typeface="宋体"/>
              </a:rPr>
              <a:t>年初固定资产净值</a:t>
            </a:r>
            <a:r>
              <a:rPr dirty="0" sz="1600" spc="-5">
                <a:latin typeface="宋体"/>
                <a:cs typeface="宋体"/>
              </a:rPr>
              <a:t> *</a:t>
            </a:r>
            <a:r>
              <a:rPr dirty="0" sz="160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(2/10),2)</a:t>
            </a:r>
            <a:r>
              <a:rPr dirty="0" sz="1600" spc="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# </a:t>
            </a:r>
            <a:r>
              <a:rPr dirty="0" sz="1600">
                <a:latin typeface="宋体"/>
                <a:cs typeface="宋体"/>
              </a:rPr>
              <a:t>年折旧率</a:t>
            </a:r>
            <a:r>
              <a:rPr dirty="0" sz="1600" spc="-5">
                <a:latin typeface="宋体"/>
                <a:cs typeface="宋体"/>
              </a:rPr>
              <a:t> =</a:t>
            </a:r>
            <a:r>
              <a:rPr dirty="0" sz="160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2/10</a:t>
            </a:r>
            <a:endParaRPr sz="1600">
              <a:latin typeface="宋体"/>
              <a:cs typeface="宋体"/>
            </a:endParaRPr>
          </a:p>
          <a:p>
            <a:pPr marL="19558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result.append(</a:t>
            </a:r>
            <a:r>
              <a:rPr dirty="0" sz="1600">
                <a:latin typeface="宋体"/>
                <a:cs typeface="宋体"/>
              </a:rPr>
              <a:t>年折旧额</a:t>
            </a:r>
            <a:r>
              <a:rPr dirty="0" sz="1600" spc="-5">
                <a:latin typeface="宋体"/>
                <a:cs typeface="宋体"/>
              </a:rPr>
              <a:t>)</a:t>
            </a:r>
            <a:endParaRPr sz="1600">
              <a:latin typeface="宋体"/>
              <a:cs typeface="宋体"/>
            </a:endParaRPr>
          </a:p>
          <a:p>
            <a:pPr marL="195580" marR="691642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年初固定资产净值</a:t>
            </a:r>
            <a:r>
              <a:rPr dirty="0" sz="1600" spc="-5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-=</a:t>
            </a:r>
            <a:r>
              <a:rPr dirty="0" sz="1600" spc="-5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年折旧</a:t>
            </a:r>
            <a:r>
              <a:rPr dirty="0" sz="1600" spc="-5">
                <a:latin typeface="宋体"/>
                <a:cs typeface="宋体"/>
              </a:rPr>
              <a:t>额 else:</a:t>
            </a:r>
            <a:endParaRPr sz="1600">
              <a:latin typeface="宋体"/>
              <a:cs typeface="宋体"/>
            </a:endParaRPr>
          </a:p>
          <a:p>
            <a:pPr marL="19558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年折旧额</a:t>
            </a:r>
            <a:r>
              <a:rPr dirty="0" sz="1600" spc="-5">
                <a:latin typeface="宋体"/>
                <a:cs typeface="宋体"/>
              </a:rPr>
              <a:t> = round((</a:t>
            </a:r>
            <a:r>
              <a:rPr dirty="0" sz="1600">
                <a:latin typeface="宋体"/>
                <a:cs typeface="宋体"/>
              </a:rPr>
              <a:t>年初固定资产净值</a:t>
            </a:r>
            <a:r>
              <a:rPr dirty="0" sz="1600" spc="-5">
                <a:latin typeface="宋体"/>
                <a:cs typeface="宋体"/>
              </a:rPr>
              <a:t>-100000*0.05)/2,2)</a:t>
            </a:r>
            <a:endParaRPr sz="1600">
              <a:latin typeface="宋体"/>
              <a:cs typeface="宋体"/>
            </a:endParaRPr>
          </a:p>
          <a:p>
            <a:pPr marL="19558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result.append(</a:t>
            </a:r>
            <a:r>
              <a:rPr dirty="0" sz="1600">
                <a:latin typeface="宋体"/>
                <a:cs typeface="宋体"/>
              </a:rPr>
              <a:t>年折旧额</a:t>
            </a:r>
            <a:r>
              <a:rPr dirty="0" sz="1600" spc="-5">
                <a:latin typeface="宋体"/>
                <a:cs typeface="宋体"/>
              </a:rPr>
              <a:t>)</a:t>
            </a:r>
            <a:endParaRPr sz="1600">
              <a:latin typeface="宋体"/>
              <a:cs typeface="宋体"/>
            </a:endParaRPr>
          </a:p>
          <a:p>
            <a:pPr marL="195580" marR="3562985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result.append(round(</a:t>
            </a:r>
            <a:r>
              <a:rPr dirty="0" sz="1600">
                <a:latin typeface="宋体"/>
                <a:cs typeface="宋体"/>
              </a:rPr>
              <a:t>年初固定资产净值</a:t>
            </a:r>
            <a:r>
              <a:rPr dirty="0" sz="1600" spc="-5">
                <a:latin typeface="宋体"/>
                <a:cs typeface="宋体"/>
              </a:rPr>
              <a:t>-100000*0.05-</a:t>
            </a:r>
            <a:r>
              <a:rPr dirty="0" sz="1600">
                <a:latin typeface="宋体"/>
                <a:cs typeface="宋体"/>
              </a:rPr>
              <a:t>年折旧额</a:t>
            </a:r>
            <a:r>
              <a:rPr dirty="0" sz="1600" spc="-5">
                <a:latin typeface="宋体"/>
                <a:cs typeface="宋体"/>
              </a:rPr>
              <a:t>,2))  print("</a:t>
            </a:r>
            <a:r>
              <a:rPr dirty="0" sz="1600">
                <a:latin typeface="宋体"/>
                <a:cs typeface="宋体"/>
              </a:rPr>
              <a:t>每年折旧额依次为</a:t>
            </a:r>
            <a:r>
              <a:rPr dirty="0" sz="1600" spc="-5">
                <a:latin typeface="宋体"/>
                <a:cs typeface="宋体"/>
              </a:rPr>
              <a:t>：",result)</a:t>
            </a:r>
            <a:endParaRPr sz="1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55448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自定义函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数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2940" y="1245108"/>
            <a:ext cx="10800715" cy="1332230"/>
          </a:xfrm>
          <a:custGeom>
            <a:avLst/>
            <a:gdLst/>
            <a:ahLst/>
            <a:cxnLst/>
            <a:rect l="l" t="t" r="r" b="b"/>
            <a:pathLst>
              <a:path w="10800715" h="1332230">
                <a:moveTo>
                  <a:pt x="10578084" y="1331975"/>
                </a:moveTo>
                <a:lnTo>
                  <a:pt x="222503" y="1331975"/>
                </a:lnTo>
                <a:lnTo>
                  <a:pt x="177596" y="1327294"/>
                </a:lnTo>
                <a:lnTo>
                  <a:pt x="135799" y="1314229"/>
                </a:lnTo>
                <a:lnTo>
                  <a:pt x="97999" y="1293669"/>
                </a:lnTo>
                <a:lnTo>
                  <a:pt x="65084" y="1266501"/>
                </a:lnTo>
                <a:lnTo>
                  <a:pt x="37940" y="1233610"/>
                </a:lnTo>
                <a:lnTo>
                  <a:pt x="17453" y="1195883"/>
                </a:lnTo>
                <a:lnTo>
                  <a:pt x="4511" y="1154208"/>
                </a:lnTo>
                <a:lnTo>
                  <a:pt x="0" y="1109471"/>
                </a:lnTo>
                <a:lnTo>
                  <a:pt x="0" y="220979"/>
                </a:lnTo>
                <a:lnTo>
                  <a:pt x="4511" y="176408"/>
                </a:lnTo>
                <a:lnTo>
                  <a:pt x="17453" y="134870"/>
                </a:lnTo>
                <a:lnTo>
                  <a:pt x="37940" y="97270"/>
                </a:lnTo>
                <a:lnTo>
                  <a:pt x="65084" y="64512"/>
                </a:lnTo>
                <a:lnTo>
                  <a:pt x="97999" y="37502"/>
                </a:lnTo>
                <a:lnTo>
                  <a:pt x="135799" y="17143"/>
                </a:lnTo>
                <a:lnTo>
                  <a:pt x="177596" y="4341"/>
                </a:lnTo>
                <a:lnTo>
                  <a:pt x="222503" y="0"/>
                </a:lnTo>
                <a:lnTo>
                  <a:pt x="10578084" y="0"/>
                </a:lnTo>
                <a:lnTo>
                  <a:pt x="10622825" y="4341"/>
                </a:lnTo>
                <a:lnTo>
                  <a:pt x="10664503" y="17143"/>
                </a:lnTo>
                <a:lnTo>
                  <a:pt x="10702231" y="37502"/>
                </a:lnTo>
                <a:lnTo>
                  <a:pt x="10735122" y="64512"/>
                </a:lnTo>
                <a:lnTo>
                  <a:pt x="10762290" y="97270"/>
                </a:lnTo>
                <a:lnTo>
                  <a:pt x="10782848" y="134870"/>
                </a:lnTo>
                <a:lnTo>
                  <a:pt x="10795910" y="176408"/>
                </a:lnTo>
                <a:lnTo>
                  <a:pt x="10800588" y="220979"/>
                </a:lnTo>
                <a:lnTo>
                  <a:pt x="10800588" y="1109471"/>
                </a:lnTo>
                <a:lnTo>
                  <a:pt x="10795910" y="1154208"/>
                </a:lnTo>
                <a:lnTo>
                  <a:pt x="10782848" y="1195883"/>
                </a:lnTo>
                <a:lnTo>
                  <a:pt x="10762290" y="1233610"/>
                </a:lnTo>
                <a:lnTo>
                  <a:pt x="10735122" y="1266501"/>
                </a:lnTo>
                <a:lnTo>
                  <a:pt x="10702231" y="1293669"/>
                </a:lnTo>
                <a:lnTo>
                  <a:pt x="10664503" y="1314229"/>
                </a:lnTo>
                <a:lnTo>
                  <a:pt x="10622825" y="1327294"/>
                </a:lnTo>
                <a:lnTo>
                  <a:pt x="10578084" y="1331975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67739" y="1310957"/>
            <a:ext cx="6732905" cy="112268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600" b="1">
                <a:solidFill>
                  <a:srgbClr val="FFFFFF"/>
                </a:solidFill>
                <a:latin typeface="宋体"/>
                <a:cs typeface="宋体"/>
              </a:rPr>
              <a:t>说明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：生产设备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A：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固定资产原值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：1200000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元、折旧年限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10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年、净残值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5%；</a:t>
            </a:r>
            <a:endParaRPr sz="1600">
              <a:latin typeface="宋体"/>
              <a:cs typeface="宋体"/>
            </a:endParaRPr>
          </a:p>
          <a:p>
            <a:pPr marL="12700" marR="210820">
              <a:lnSpc>
                <a:spcPct val="150000"/>
              </a:lnSpc>
            </a:pP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      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办公设备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B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：固定资产原值：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240000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元、折旧年限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5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年、净残值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5%； </a:t>
            </a:r>
            <a:r>
              <a:rPr dirty="0" sz="1600" b="1">
                <a:solidFill>
                  <a:srgbClr val="FFFFFF"/>
                </a:solidFill>
                <a:latin typeface="宋体"/>
                <a:cs typeface="宋体"/>
              </a:rPr>
              <a:t>要求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：自定义函数计算固定资产年折旧（采用双倍余额递减法）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1604" y="2804160"/>
            <a:ext cx="10800715" cy="3752215"/>
          </a:xfrm>
          <a:custGeom>
            <a:avLst/>
            <a:gdLst/>
            <a:ahLst/>
            <a:cxnLst/>
            <a:rect l="l" t="t" r="r" b="b"/>
            <a:pathLst>
              <a:path w="10800715" h="3752215">
                <a:moveTo>
                  <a:pt x="10175748" y="3752088"/>
                </a:moveTo>
                <a:lnTo>
                  <a:pt x="624840" y="3752088"/>
                </a:lnTo>
                <a:lnTo>
                  <a:pt x="576006" y="3750223"/>
                </a:lnTo>
                <a:lnTo>
                  <a:pt x="528198" y="3744687"/>
                </a:lnTo>
                <a:lnTo>
                  <a:pt x="481554" y="3735619"/>
                </a:lnTo>
                <a:lnTo>
                  <a:pt x="436214" y="3723157"/>
                </a:lnTo>
                <a:lnTo>
                  <a:pt x="392317" y="3707442"/>
                </a:lnTo>
                <a:lnTo>
                  <a:pt x="350003" y="3688613"/>
                </a:lnTo>
                <a:lnTo>
                  <a:pt x="309411" y="3666808"/>
                </a:lnTo>
                <a:lnTo>
                  <a:pt x="270680" y="3642169"/>
                </a:lnTo>
                <a:lnTo>
                  <a:pt x="233951" y="3614833"/>
                </a:lnTo>
                <a:lnTo>
                  <a:pt x="199361" y="3584940"/>
                </a:lnTo>
                <a:lnTo>
                  <a:pt x="167052" y="3552631"/>
                </a:lnTo>
                <a:lnTo>
                  <a:pt x="137161" y="3518043"/>
                </a:lnTo>
                <a:lnTo>
                  <a:pt x="109828" y="3481317"/>
                </a:lnTo>
                <a:lnTo>
                  <a:pt x="85194" y="3442591"/>
                </a:lnTo>
                <a:lnTo>
                  <a:pt x="63397" y="3402006"/>
                </a:lnTo>
                <a:lnTo>
                  <a:pt x="44576" y="3359701"/>
                </a:lnTo>
                <a:lnTo>
                  <a:pt x="28871" y="3315815"/>
                </a:lnTo>
                <a:lnTo>
                  <a:pt x="16422" y="3270487"/>
                </a:lnTo>
                <a:lnTo>
                  <a:pt x="7367" y="3223857"/>
                </a:lnTo>
                <a:lnTo>
                  <a:pt x="1846" y="3176064"/>
                </a:lnTo>
                <a:lnTo>
                  <a:pt x="0" y="3127248"/>
                </a:lnTo>
                <a:lnTo>
                  <a:pt x="0" y="624839"/>
                </a:lnTo>
                <a:lnTo>
                  <a:pt x="1846" y="576041"/>
                </a:lnTo>
                <a:lnTo>
                  <a:pt x="7367" y="528263"/>
                </a:lnTo>
                <a:lnTo>
                  <a:pt x="16422" y="481647"/>
                </a:lnTo>
                <a:lnTo>
                  <a:pt x="28871" y="436331"/>
                </a:lnTo>
                <a:lnTo>
                  <a:pt x="44576" y="392455"/>
                </a:lnTo>
                <a:lnTo>
                  <a:pt x="63397" y="350158"/>
                </a:lnTo>
                <a:lnTo>
                  <a:pt x="85194" y="309580"/>
                </a:lnTo>
                <a:lnTo>
                  <a:pt x="109828" y="270860"/>
                </a:lnTo>
                <a:lnTo>
                  <a:pt x="137161" y="234137"/>
                </a:lnTo>
                <a:lnTo>
                  <a:pt x="167052" y="199551"/>
                </a:lnTo>
                <a:lnTo>
                  <a:pt x="199361" y="167242"/>
                </a:lnTo>
                <a:lnTo>
                  <a:pt x="233951" y="137347"/>
                </a:lnTo>
                <a:lnTo>
                  <a:pt x="270680" y="110008"/>
                </a:lnTo>
                <a:lnTo>
                  <a:pt x="309411" y="85363"/>
                </a:lnTo>
                <a:lnTo>
                  <a:pt x="350003" y="63552"/>
                </a:lnTo>
                <a:lnTo>
                  <a:pt x="392317" y="44714"/>
                </a:lnTo>
                <a:lnTo>
                  <a:pt x="436214" y="28989"/>
                </a:lnTo>
                <a:lnTo>
                  <a:pt x="481554" y="16515"/>
                </a:lnTo>
                <a:lnTo>
                  <a:pt x="528198" y="7433"/>
                </a:lnTo>
                <a:lnTo>
                  <a:pt x="576006" y="1881"/>
                </a:lnTo>
                <a:lnTo>
                  <a:pt x="624840" y="0"/>
                </a:lnTo>
                <a:lnTo>
                  <a:pt x="10175748" y="0"/>
                </a:lnTo>
                <a:lnTo>
                  <a:pt x="10224529" y="1881"/>
                </a:lnTo>
                <a:lnTo>
                  <a:pt x="10272291" y="7433"/>
                </a:lnTo>
                <a:lnTo>
                  <a:pt x="10318893" y="16515"/>
                </a:lnTo>
                <a:lnTo>
                  <a:pt x="10364197" y="28989"/>
                </a:lnTo>
                <a:lnTo>
                  <a:pt x="10408063" y="44714"/>
                </a:lnTo>
                <a:lnTo>
                  <a:pt x="10450351" y="63552"/>
                </a:lnTo>
                <a:lnTo>
                  <a:pt x="10490922" y="85363"/>
                </a:lnTo>
                <a:lnTo>
                  <a:pt x="10529637" y="110008"/>
                </a:lnTo>
                <a:lnTo>
                  <a:pt x="10566356" y="137347"/>
                </a:lnTo>
                <a:lnTo>
                  <a:pt x="10600940" y="167242"/>
                </a:lnTo>
                <a:lnTo>
                  <a:pt x="10633250" y="199551"/>
                </a:lnTo>
                <a:lnTo>
                  <a:pt x="10663146" y="234137"/>
                </a:lnTo>
                <a:lnTo>
                  <a:pt x="10690489" y="270860"/>
                </a:lnTo>
                <a:lnTo>
                  <a:pt x="10715139" y="309580"/>
                </a:lnTo>
                <a:lnTo>
                  <a:pt x="10736957" y="350158"/>
                </a:lnTo>
                <a:lnTo>
                  <a:pt x="10755804" y="392455"/>
                </a:lnTo>
                <a:lnTo>
                  <a:pt x="10771540" y="436331"/>
                </a:lnTo>
                <a:lnTo>
                  <a:pt x="10784025" y="481647"/>
                </a:lnTo>
                <a:lnTo>
                  <a:pt x="10793122" y="528263"/>
                </a:lnTo>
                <a:lnTo>
                  <a:pt x="10798689" y="576041"/>
                </a:lnTo>
                <a:lnTo>
                  <a:pt x="10800588" y="624839"/>
                </a:lnTo>
                <a:lnTo>
                  <a:pt x="10800588" y="3127248"/>
                </a:lnTo>
                <a:lnTo>
                  <a:pt x="10798689" y="3176064"/>
                </a:lnTo>
                <a:lnTo>
                  <a:pt x="10793122" y="3223857"/>
                </a:lnTo>
                <a:lnTo>
                  <a:pt x="10784025" y="3270487"/>
                </a:lnTo>
                <a:lnTo>
                  <a:pt x="10771540" y="3315815"/>
                </a:lnTo>
                <a:lnTo>
                  <a:pt x="10755804" y="3359701"/>
                </a:lnTo>
                <a:lnTo>
                  <a:pt x="10736957" y="3402006"/>
                </a:lnTo>
                <a:lnTo>
                  <a:pt x="10715139" y="3442591"/>
                </a:lnTo>
                <a:lnTo>
                  <a:pt x="10690489" y="3481317"/>
                </a:lnTo>
                <a:lnTo>
                  <a:pt x="10663146" y="3518043"/>
                </a:lnTo>
                <a:lnTo>
                  <a:pt x="10633250" y="3552631"/>
                </a:lnTo>
                <a:lnTo>
                  <a:pt x="10600940" y="3584940"/>
                </a:lnTo>
                <a:lnTo>
                  <a:pt x="10566356" y="3614833"/>
                </a:lnTo>
                <a:lnTo>
                  <a:pt x="10529637" y="3642169"/>
                </a:lnTo>
                <a:lnTo>
                  <a:pt x="10490922" y="3666808"/>
                </a:lnTo>
                <a:lnTo>
                  <a:pt x="10450351" y="3688613"/>
                </a:lnTo>
                <a:lnTo>
                  <a:pt x="10408063" y="3707442"/>
                </a:lnTo>
                <a:lnTo>
                  <a:pt x="10364197" y="3723157"/>
                </a:lnTo>
                <a:lnTo>
                  <a:pt x="10318893" y="3735619"/>
                </a:lnTo>
                <a:lnTo>
                  <a:pt x="10272291" y="3744687"/>
                </a:lnTo>
                <a:lnTo>
                  <a:pt x="10224529" y="3750223"/>
                </a:lnTo>
                <a:lnTo>
                  <a:pt x="10175748" y="3752088"/>
                </a:lnTo>
                <a:close/>
              </a:path>
            </a:pathLst>
          </a:custGeom>
          <a:solidFill>
            <a:srgbClr val="D2E1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10540" y="2743200"/>
            <a:ext cx="1163320" cy="463550"/>
          </a:xfrm>
          <a:custGeom>
            <a:avLst/>
            <a:gdLst/>
            <a:ahLst/>
            <a:cxnLst/>
            <a:rect l="l" t="t" r="r" b="b"/>
            <a:pathLst>
              <a:path w="1163320" h="463550">
                <a:moveTo>
                  <a:pt x="1085088" y="463295"/>
                </a:moveTo>
                <a:lnTo>
                  <a:pt x="77723" y="463295"/>
                </a:lnTo>
                <a:lnTo>
                  <a:pt x="47400" y="457354"/>
                </a:lnTo>
                <a:lnTo>
                  <a:pt x="22702" y="440783"/>
                </a:lnTo>
                <a:lnTo>
                  <a:pt x="6084" y="416038"/>
                </a:lnTo>
                <a:lnTo>
                  <a:pt x="0" y="385572"/>
                </a:lnTo>
                <a:lnTo>
                  <a:pt x="0" y="76200"/>
                </a:lnTo>
                <a:lnTo>
                  <a:pt x="6084" y="46400"/>
                </a:lnTo>
                <a:lnTo>
                  <a:pt x="22702" y="22036"/>
                </a:lnTo>
                <a:lnTo>
                  <a:pt x="47400" y="5703"/>
                </a:lnTo>
                <a:lnTo>
                  <a:pt x="77723" y="0"/>
                </a:lnTo>
                <a:lnTo>
                  <a:pt x="1085088" y="0"/>
                </a:lnTo>
                <a:lnTo>
                  <a:pt x="1115339" y="5703"/>
                </a:lnTo>
                <a:lnTo>
                  <a:pt x="1140013" y="22036"/>
                </a:lnTo>
                <a:lnTo>
                  <a:pt x="1156655" y="46400"/>
                </a:lnTo>
                <a:lnTo>
                  <a:pt x="1162811" y="76200"/>
                </a:lnTo>
                <a:lnTo>
                  <a:pt x="1162811" y="385572"/>
                </a:lnTo>
                <a:lnTo>
                  <a:pt x="1156655" y="416038"/>
                </a:lnTo>
                <a:lnTo>
                  <a:pt x="1140013" y="440783"/>
                </a:lnTo>
                <a:lnTo>
                  <a:pt x="1115339" y="457354"/>
                </a:lnTo>
                <a:lnTo>
                  <a:pt x="1085088" y="463295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21461" y="2828721"/>
            <a:ext cx="93916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示例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1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码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71320" y="2933064"/>
            <a:ext cx="7238365" cy="1000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宋体"/>
                <a:cs typeface="宋体"/>
              </a:rPr>
              <a:t># </a:t>
            </a:r>
            <a:r>
              <a:rPr dirty="0" sz="1600">
                <a:latin typeface="宋体"/>
                <a:cs typeface="宋体"/>
              </a:rPr>
              <a:t>自定义函数</a:t>
            </a:r>
            <a:r>
              <a:rPr dirty="0" sz="1600" spc="-5">
                <a:latin typeface="宋体"/>
                <a:cs typeface="宋体"/>
              </a:rPr>
              <a:t>：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def </a:t>
            </a:r>
            <a:r>
              <a:rPr dirty="0" sz="1600">
                <a:latin typeface="宋体"/>
                <a:cs typeface="宋体"/>
              </a:rPr>
              <a:t>折旧计算</a:t>
            </a:r>
            <a:r>
              <a:rPr dirty="0" sz="1600" spc="-5">
                <a:latin typeface="宋体"/>
                <a:cs typeface="宋体"/>
              </a:rPr>
              <a:t>(</a:t>
            </a:r>
            <a:r>
              <a:rPr dirty="0" sz="1600">
                <a:latin typeface="宋体"/>
                <a:cs typeface="宋体"/>
              </a:rPr>
              <a:t>原值</a:t>
            </a:r>
            <a:r>
              <a:rPr dirty="0" sz="1600" spc="-5">
                <a:latin typeface="宋体"/>
                <a:cs typeface="宋体"/>
              </a:rPr>
              <a:t>,</a:t>
            </a:r>
            <a:r>
              <a:rPr dirty="0" sz="1600">
                <a:latin typeface="宋体"/>
                <a:cs typeface="宋体"/>
              </a:rPr>
              <a:t>折旧年限</a:t>
            </a:r>
            <a:r>
              <a:rPr dirty="0" sz="1600" spc="-5">
                <a:latin typeface="宋体"/>
                <a:cs typeface="宋体"/>
              </a:rPr>
              <a:t>,</a:t>
            </a:r>
            <a:r>
              <a:rPr dirty="0" sz="1600">
                <a:latin typeface="宋体"/>
                <a:cs typeface="宋体"/>
              </a:rPr>
              <a:t>净残值率</a:t>
            </a:r>
            <a:r>
              <a:rPr dirty="0" sz="1600" spc="-5">
                <a:latin typeface="宋体"/>
                <a:cs typeface="宋体"/>
              </a:rPr>
              <a:t>):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年初固定资产净值</a:t>
            </a:r>
            <a:r>
              <a:rPr dirty="0" sz="1600" spc="-1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=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原值</a:t>
            </a:r>
            <a:r>
              <a:rPr dirty="0" sz="1600" spc="74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第一年年初固定资产净值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=</a:t>
            </a:r>
            <a:r>
              <a:rPr dirty="0" sz="1600" spc="-15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固定资产原</a:t>
            </a:r>
            <a:r>
              <a:rPr dirty="0" sz="1600" spc="-5">
                <a:latin typeface="宋体"/>
                <a:cs typeface="宋体"/>
              </a:rPr>
              <a:t>值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result = []</a:t>
            </a:r>
            <a:r>
              <a:rPr dirty="0" sz="1600" spc="74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# </a:t>
            </a:r>
            <a:r>
              <a:rPr dirty="0" sz="1600">
                <a:latin typeface="宋体"/>
                <a:cs typeface="宋体"/>
              </a:rPr>
              <a:t>创 建 空 列 表 存 储 年 折 旧 </a:t>
            </a:r>
            <a:r>
              <a:rPr dirty="0" sz="1600" spc="-5">
                <a:latin typeface="宋体"/>
                <a:cs typeface="宋体"/>
              </a:rPr>
              <a:t>额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71320" y="4152264"/>
            <a:ext cx="7239000" cy="2219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for i in range(</a:t>
            </a:r>
            <a:r>
              <a:rPr dirty="0" sz="1600">
                <a:latin typeface="宋体"/>
                <a:cs typeface="宋体"/>
              </a:rPr>
              <a:t>折旧年限</a:t>
            </a:r>
            <a:r>
              <a:rPr dirty="0" sz="1600" spc="-5">
                <a:latin typeface="宋体"/>
                <a:cs typeface="宋体"/>
              </a:rPr>
              <a:t>-2):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    </a:t>
            </a:r>
            <a:r>
              <a:rPr dirty="0" sz="1600" spc="-5">
                <a:latin typeface="宋体"/>
                <a:cs typeface="宋体"/>
              </a:rPr>
              <a:t>年折旧额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= round(</a:t>
            </a:r>
            <a:r>
              <a:rPr dirty="0" sz="1600">
                <a:latin typeface="宋体"/>
                <a:cs typeface="宋体"/>
              </a:rPr>
              <a:t>年初固定资产净值</a:t>
            </a:r>
            <a:r>
              <a:rPr dirty="0" sz="1600" spc="-5">
                <a:latin typeface="宋体"/>
                <a:cs typeface="宋体"/>
              </a:rPr>
              <a:t> *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(2/</a:t>
            </a:r>
            <a:r>
              <a:rPr dirty="0" sz="1600">
                <a:latin typeface="宋体"/>
                <a:cs typeface="宋体"/>
              </a:rPr>
              <a:t>折旧年限</a:t>
            </a:r>
            <a:r>
              <a:rPr dirty="0" sz="1600" spc="-5">
                <a:latin typeface="宋体"/>
                <a:cs typeface="宋体"/>
              </a:rPr>
              <a:t>),2)   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    </a:t>
            </a:r>
            <a:r>
              <a:rPr dirty="0" sz="1600" spc="-5">
                <a:latin typeface="宋体"/>
                <a:cs typeface="宋体"/>
              </a:rPr>
              <a:t>result.append(</a:t>
            </a:r>
            <a:r>
              <a:rPr dirty="0" sz="1600">
                <a:latin typeface="宋体"/>
                <a:cs typeface="宋体"/>
              </a:rPr>
              <a:t>年折旧额</a:t>
            </a:r>
            <a:r>
              <a:rPr dirty="0" sz="1600" spc="-5">
                <a:latin typeface="宋体"/>
                <a:cs typeface="宋体"/>
              </a:rPr>
              <a:t>)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    </a:t>
            </a:r>
            <a:r>
              <a:rPr dirty="0" sz="1600" spc="-5">
                <a:latin typeface="宋体"/>
                <a:cs typeface="宋体"/>
              </a:rPr>
              <a:t>年初固定资产净值</a:t>
            </a:r>
            <a:r>
              <a:rPr dirty="0" sz="1600" spc="-5">
                <a:latin typeface="宋体"/>
                <a:cs typeface="宋体"/>
              </a:rPr>
              <a:t> -=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年折旧</a:t>
            </a:r>
            <a:r>
              <a:rPr dirty="0" sz="1600" spc="-5">
                <a:latin typeface="宋体"/>
                <a:cs typeface="宋体"/>
              </a:rPr>
              <a:t>额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else: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    </a:t>
            </a:r>
            <a:r>
              <a:rPr dirty="0" sz="1600" spc="-5">
                <a:latin typeface="宋体"/>
                <a:cs typeface="宋体"/>
              </a:rPr>
              <a:t>年折旧额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=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round((</a:t>
            </a:r>
            <a:r>
              <a:rPr dirty="0" sz="1600">
                <a:latin typeface="宋体"/>
                <a:cs typeface="宋体"/>
              </a:rPr>
              <a:t>年初固定资产净值</a:t>
            </a:r>
            <a:r>
              <a:rPr dirty="0" sz="1600" spc="-5">
                <a:latin typeface="宋体"/>
                <a:cs typeface="宋体"/>
              </a:rPr>
              <a:t>-</a:t>
            </a:r>
            <a:r>
              <a:rPr dirty="0" sz="1600">
                <a:latin typeface="宋体"/>
                <a:cs typeface="宋体"/>
              </a:rPr>
              <a:t>原值</a:t>
            </a:r>
            <a:r>
              <a:rPr dirty="0" sz="1600" spc="-5">
                <a:latin typeface="宋体"/>
                <a:cs typeface="宋体"/>
              </a:rPr>
              <a:t>*</a:t>
            </a:r>
            <a:r>
              <a:rPr dirty="0" sz="1600">
                <a:latin typeface="宋体"/>
                <a:cs typeface="宋体"/>
              </a:rPr>
              <a:t>净残值率</a:t>
            </a:r>
            <a:r>
              <a:rPr dirty="0" sz="1600" spc="-5">
                <a:latin typeface="宋体"/>
                <a:cs typeface="宋体"/>
              </a:rPr>
              <a:t>)/2,2)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    </a:t>
            </a:r>
            <a:r>
              <a:rPr dirty="0" sz="1600" spc="-5">
                <a:latin typeface="宋体"/>
                <a:cs typeface="宋体"/>
              </a:rPr>
              <a:t>result.append(</a:t>
            </a:r>
            <a:r>
              <a:rPr dirty="0" sz="1600">
                <a:latin typeface="宋体"/>
                <a:cs typeface="宋体"/>
              </a:rPr>
              <a:t>年折旧额</a:t>
            </a:r>
            <a:r>
              <a:rPr dirty="0" sz="1600" spc="-5">
                <a:latin typeface="宋体"/>
                <a:cs typeface="宋体"/>
              </a:rPr>
              <a:t>)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    </a:t>
            </a:r>
            <a:r>
              <a:rPr dirty="0" sz="1600" spc="-5">
                <a:latin typeface="宋体"/>
                <a:cs typeface="宋体"/>
              </a:rPr>
              <a:t>result.append(round(</a:t>
            </a:r>
            <a:r>
              <a:rPr dirty="0" sz="1600">
                <a:latin typeface="宋体"/>
                <a:cs typeface="宋体"/>
              </a:rPr>
              <a:t>年初固定资产净值</a:t>
            </a:r>
            <a:r>
              <a:rPr dirty="0" sz="1600" spc="-5">
                <a:latin typeface="宋体"/>
                <a:cs typeface="宋体"/>
              </a:rPr>
              <a:t>-</a:t>
            </a:r>
            <a:r>
              <a:rPr dirty="0" sz="1600">
                <a:latin typeface="宋体"/>
                <a:cs typeface="宋体"/>
              </a:rPr>
              <a:t>原值</a:t>
            </a:r>
            <a:r>
              <a:rPr dirty="0" sz="1600" spc="-5">
                <a:latin typeface="宋体"/>
                <a:cs typeface="宋体"/>
              </a:rPr>
              <a:t>*</a:t>
            </a:r>
            <a:r>
              <a:rPr dirty="0" sz="1600">
                <a:latin typeface="宋体"/>
                <a:cs typeface="宋体"/>
              </a:rPr>
              <a:t>净残值率</a:t>
            </a:r>
            <a:r>
              <a:rPr dirty="0" sz="1600" spc="-5">
                <a:latin typeface="宋体"/>
                <a:cs typeface="宋体"/>
              </a:rPr>
              <a:t>-</a:t>
            </a:r>
            <a:r>
              <a:rPr dirty="0" sz="1600">
                <a:latin typeface="宋体"/>
                <a:cs typeface="宋体"/>
              </a:rPr>
              <a:t>年折旧额</a:t>
            </a:r>
            <a:r>
              <a:rPr dirty="0" sz="1600" spc="-5">
                <a:latin typeface="宋体"/>
                <a:cs typeface="宋体"/>
              </a:rPr>
              <a:t>,2))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print("</a:t>
            </a:r>
            <a:r>
              <a:rPr dirty="0" sz="1600">
                <a:latin typeface="宋体"/>
                <a:cs typeface="宋体"/>
              </a:rPr>
              <a:t>每年折旧额依次为</a:t>
            </a:r>
            <a:r>
              <a:rPr dirty="0" sz="1600" spc="-5">
                <a:latin typeface="宋体"/>
                <a:cs typeface="宋体"/>
              </a:rPr>
              <a:t>：",result)</a:t>
            </a:r>
            <a:endParaRPr sz="1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55448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自定义函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数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2940" y="1245108"/>
            <a:ext cx="10800715" cy="1332230"/>
          </a:xfrm>
          <a:custGeom>
            <a:avLst/>
            <a:gdLst/>
            <a:ahLst/>
            <a:cxnLst/>
            <a:rect l="l" t="t" r="r" b="b"/>
            <a:pathLst>
              <a:path w="10800715" h="1332230">
                <a:moveTo>
                  <a:pt x="10578084" y="1331975"/>
                </a:moveTo>
                <a:lnTo>
                  <a:pt x="222503" y="1331975"/>
                </a:lnTo>
                <a:lnTo>
                  <a:pt x="177596" y="1327294"/>
                </a:lnTo>
                <a:lnTo>
                  <a:pt x="135799" y="1314229"/>
                </a:lnTo>
                <a:lnTo>
                  <a:pt x="97999" y="1293669"/>
                </a:lnTo>
                <a:lnTo>
                  <a:pt x="65084" y="1266501"/>
                </a:lnTo>
                <a:lnTo>
                  <a:pt x="37940" y="1233610"/>
                </a:lnTo>
                <a:lnTo>
                  <a:pt x="17453" y="1195883"/>
                </a:lnTo>
                <a:lnTo>
                  <a:pt x="4511" y="1154208"/>
                </a:lnTo>
                <a:lnTo>
                  <a:pt x="0" y="1109471"/>
                </a:lnTo>
                <a:lnTo>
                  <a:pt x="0" y="220979"/>
                </a:lnTo>
                <a:lnTo>
                  <a:pt x="4511" y="176408"/>
                </a:lnTo>
                <a:lnTo>
                  <a:pt x="17453" y="134870"/>
                </a:lnTo>
                <a:lnTo>
                  <a:pt x="37940" y="97270"/>
                </a:lnTo>
                <a:lnTo>
                  <a:pt x="65084" y="64512"/>
                </a:lnTo>
                <a:lnTo>
                  <a:pt x="97999" y="37502"/>
                </a:lnTo>
                <a:lnTo>
                  <a:pt x="135799" y="17143"/>
                </a:lnTo>
                <a:lnTo>
                  <a:pt x="177596" y="4341"/>
                </a:lnTo>
                <a:lnTo>
                  <a:pt x="222503" y="0"/>
                </a:lnTo>
                <a:lnTo>
                  <a:pt x="10578084" y="0"/>
                </a:lnTo>
                <a:lnTo>
                  <a:pt x="10622825" y="4341"/>
                </a:lnTo>
                <a:lnTo>
                  <a:pt x="10664503" y="17143"/>
                </a:lnTo>
                <a:lnTo>
                  <a:pt x="10702231" y="37502"/>
                </a:lnTo>
                <a:lnTo>
                  <a:pt x="10735122" y="64512"/>
                </a:lnTo>
                <a:lnTo>
                  <a:pt x="10762290" y="97270"/>
                </a:lnTo>
                <a:lnTo>
                  <a:pt x="10782848" y="134870"/>
                </a:lnTo>
                <a:lnTo>
                  <a:pt x="10795910" y="176408"/>
                </a:lnTo>
                <a:lnTo>
                  <a:pt x="10800588" y="220979"/>
                </a:lnTo>
                <a:lnTo>
                  <a:pt x="10800588" y="1109471"/>
                </a:lnTo>
                <a:lnTo>
                  <a:pt x="10795910" y="1154208"/>
                </a:lnTo>
                <a:lnTo>
                  <a:pt x="10782848" y="1195883"/>
                </a:lnTo>
                <a:lnTo>
                  <a:pt x="10762290" y="1233610"/>
                </a:lnTo>
                <a:lnTo>
                  <a:pt x="10735122" y="1266501"/>
                </a:lnTo>
                <a:lnTo>
                  <a:pt x="10702231" y="1293669"/>
                </a:lnTo>
                <a:lnTo>
                  <a:pt x="10664503" y="1314229"/>
                </a:lnTo>
                <a:lnTo>
                  <a:pt x="10622825" y="1327294"/>
                </a:lnTo>
                <a:lnTo>
                  <a:pt x="10578084" y="1331975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60755" y="1341958"/>
            <a:ext cx="6732905" cy="112268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600" b="1">
                <a:solidFill>
                  <a:srgbClr val="FFFFFF"/>
                </a:solidFill>
                <a:latin typeface="宋体"/>
                <a:cs typeface="宋体"/>
              </a:rPr>
              <a:t>说明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：生产设备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A：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固定资产原值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：1200000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元、折旧年限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10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年、净残值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5%；</a:t>
            </a:r>
            <a:endParaRPr sz="1600">
              <a:latin typeface="宋体"/>
              <a:cs typeface="宋体"/>
            </a:endParaRPr>
          </a:p>
          <a:p>
            <a:pPr marL="12700" marR="210820">
              <a:lnSpc>
                <a:spcPct val="150000"/>
              </a:lnSpc>
            </a:pP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      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办公设备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B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：固定资产原值：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240000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元、折旧年限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5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年、净残值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5%； </a:t>
            </a:r>
            <a:r>
              <a:rPr dirty="0" sz="1600" b="1">
                <a:solidFill>
                  <a:srgbClr val="FFFFFF"/>
                </a:solidFill>
                <a:latin typeface="宋体"/>
                <a:cs typeface="宋体"/>
              </a:rPr>
              <a:t>要求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：自定义函数计算固定资产年折旧（采用双倍余额递减法）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2711" y="3528059"/>
            <a:ext cx="3325495" cy="2032000"/>
          </a:xfrm>
          <a:custGeom>
            <a:avLst/>
            <a:gdLst/>
            <a:ahLst/>
            <a:cxnLst/>
            <a:rect l="l" t="t" r="r" b="b"/>
            <a:pathLst>
              <a:path w="3325495" h="2032000">
                <a:moveTo>
                  <a:pt x="2987040" y="2031491"/>
                </a:moveTo>
                <a:lnTo>
                  <a:pt x="338328" y="2031491"/>
                </a:lnTo>
                <a:lnTo>
                  <a:pt x="292558" y="2028372"/>
                </a:lnTo>
                <a:lnTo>
                  <a:pt x="248637" y="2019345"/>
                </a:lnTo>
                <a:lnTo>
                  <a:pt x="206968" y="2004817"/>
                </a:lnTo>
                <a:lnTo>
                  <a:pt x="167956" y="1985190"/>
                </a:lnTo>
                <a:lnTo>
                  <a:pt x="132004" y="1960870"/>
                </a:lnTo>
                <a:lnTo>
                  <a:pt x="99517" y="1932260"/>
                </a:lnTo>
                <a:lnTo>
                  <a:pt x="70899" y="1899765"/>
                </a:lnTo>
                <a:lnTo>
                  <a:pt x="46555" y="1863789"/>
                </a:lnTo>
                <a:lnTo>
                  <a:pt x="26889" y="1824737"/>
                </a:lnTo>
                <a:lnTo>
                  <a:pt x="12304" y="1783012"/>
                </a:lnTo>
                <a:lnTo>
                  <a:pt x="3207" y="1739020"/>
                </a:lnTo>
                <a:lnTo>
                  <a:pt x="0" y="1693164"/>
                </a:lnTo>
                <a:lnTo>
                  <a:pt x="0" y="338327"/>
                </a:lnTo>
                <a:lnTo>
                  <a:pt x="3207" y="292442"/>
                </a:lnTo>
                <a:lnTo>
                  <a:pt x="12304" y="248426"/>
                </a:lnTo>
                <a:lnTo>
                  <a:pt x="26889" y="206682"/>
                </a:lnTo>
                <a:lnTo>
                  <a:pt x="46555" y="167617"/>
                </a:lnTo>
                <a:lnTo>
                  <a:pt x="70899" y="131633"/>
                </a:lnTo>
                <a:lnTo>
                  <a:pt x="99517" y="99136"/>
                </a:lnTo>
                <a:lnTo>
                  <a:pt x="132004" y="70529"/>
                </a:lnTo>
                <a:lnTo>
                  <a:pt x="167956" y="46216"/>
                </a:lnTo>
                <a:lnTo>
                  <a:pt x="206968" y="26603"/>
                </a:lnTo>
                <a:lnTo>
                  <a:pt x="248637" y="12093"/>
                </a:lnTo>
                <a:lnTo>
                  <a:pt x="292558" y="3090"/>
                </a:lnTo>
                <a:lnTo>
                  <a:pt x="338328" y="0"/>
                </a:lnTo>
                <a:lnTo>
                  <a:pt x="2987040" y="0"/>
                </a:lnTo>
                <a:lnTo>
                  <a:pt x="3033070" y="3090"/>
                </a:lnTo>
                <a:lnTo>
                  <a:pt x="3077206" y="12093"/>
                </a:lnTo>
                <a:lnTo>
                  <a:pt x="3119042" y="26603"/>
                </a:lnTo>
                <a:lnTo>
                  <a:pt x="3158173" y="46216"/>
                </a:lnTo>
                <a:lnTo>
                  <a:pt x="3194197" y="70529"/>
                </a:lnTo>
                <a:lnTo>
                  <a:pt x="3226708" y="99136"/>
                </a:lnTo>
                <a:lnTo>
                  <a:pt x="3255301" y="131633"/>
                </a:lnTo>
                <a:lnTo>
                  <a:pt x="3279574" y="167617"/>
                </a:lnTo>
                <a:lnTo>
                  <a:pt x="3299121" y="206682"/>
                </a:lnTo>
                <a:lnTo>
                  <a:pt x="3313539" y="248426"/>
                </a:lnTo>
                <a:lnTo>
                  <a:pt x="3322422" y="292442"/>
                </a:lnTo>
                <a:lnTo>
                  <a:pt x="3325367" y="338327"/>
                </a:lnTo>
                <a:lnTo>
                  <a:pt x="3325367" y="1693164"/>
                </a:lnTo>
                <a:lnTo>
                  <a:pt x="3322422" y="1739020"/>
                </a:lnTo>
                <a:lnTo>
                  <a:pt x="3313539" y="1783012"/>
                </a:lnTo>
                <a:lnTo>
                  <a:pt x="3299121" y="1824737"/>
                </a:lnTo>
                <a:lnTo>
                  <a:pt x="3279574" y="1863789"/>
                </a:lnTo>
                <a:lnTo>
                  <a:pt x="3255301" y="1899765"/>
                </a:lnTo>
                <a:lnTo>
                  <a:pt x="3226708" y="1932260"/>
                </a:lnTo>
                <a:lnTo>
                  <a:pt x="3194197" y="1960870"/>
                </a:lnTo>
                <a:lnTo>
                  <a:pt x="3158173" y="1985190"/>
                </a:lnTo>
                <a:lnTo>
                  <a:pt x="3119042" y="2004817"/>
                </a:lnTo>
                <a:lnTo>
                  <a:pt x="3077206" y="2019345"/>
                </a:lnTo>
                <a:lnTo>
                  <a:pt x="3033070" y="2028372"/>
                </a:lnTo>
                <a:lnTo>
                  <a:pt x="2987040" y="2031491"/>
                </a:lnTo>
                <a:close/>
              </a:path>
            </a:pathLst>
          </a:custGeom>
          <a:solidFill>
            <a:srgbClr val="D2E1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02692" y="3438144"/>
            <a:ext cx="1163320" cy="463550"/>
          </a:xfrm>
          <a:custGeom>
            <a:avLst/>
            <a:gdLst/>
            <a:ahLst/>
            <a:cxnLst/>
            <a:rect l="l" t="t" r="r" b="b"/>
            <a:pathLst>
              <a:path w="1163320" h="463550">
                <a:moveTo>
                  <a:pt x="1085088" y="463295"/>
                </a:moveTo>
                <a:lnTo>
                  <a:pt x="77723" y="463295"/>
                </a:lnTo>
                <a:lnTo>
                  <a:pt x="47686" y="457592"/>
                </a:lnTo>
                <a:lnTo>
                  <a:pt x="23083" y="441259"/>
                </a:lnTo>
                <a:lnTo>
                  <a:pt x="6370" y="416895"/>
                </a:lnTo>
                <a:lnTo>
                  <a:pt x="0" y="387095"/>
                </a:lnTo>
                <a:lnTo>
                  <a:pt x="0" y="77723"/>
                </a:lnTo>
                <a:lnTo>
                  <a:pt x="6370" y="47257"/>
                </a:lnTo>
                <a:lnTo>
                  <a:pt x="23083" y="22512"/>
                </a:lnTo>
                <a:lnTo>
                  <a:pt x="47686" y="5941"/>
                </a:lnTo>
                <a:lnTo>
                  <a:pt x="77723" y="0"/>
                </a:lnTo>
                <a:lnTo>
                  <a:pt x="1085088" y="0"/>
                </a:lnTo>
                <a:lnTo>
                  <a:pt x="1115625" y="5941"/>
                </a:lnTo>
                <a:lnTo>
                  <a:pt x="1140394" y="22512"/>
                </a:lnTo>
                <a:lnTo>
                  <a:pt x="1156941" y="47257"/>
                </a:lnTo>
                <a:lnTo>
                  <a:pt x="1162812" y="77723"/>
                </a:lnTo>
                <a:lnTo>
                  <a:pt x="1162812" y="387095"/>
                </a:lnTo>
                <a:lnTo>
                  <a:pt x="1156941" y="416895"/>
                </a:lnTo>
                <a:lnTo>
                  <a:pt x="1140394" y="441259"/>
                </a:lnTo>
                <a:lnTo>
                  <a:pt x="1115625" y="457592"/>
                </a:lnTo>
                <a:lnTo>
                  <a:pt x="1085088" y="463295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14121" y="3524046"/>
            <a:ext cx="93916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示例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1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码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5150" y="3937507"/>
            <a:ext cx="2565400" cy="112268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15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调用自定义函</a:t>
            </a:r>
            <a:r>
              <a:rPr dirty="0" sz="1600" spc="-5">
                <a:latin typeface="宋体"/>
                <a:cs typeface="宋体"/>
              </a:rPr>
              <a:t>数</a:t>
            </a:r>
            <a:endParaRPr sz="1600">
              <a:latin typeface="宋体"/>
              <a:cs typeface="宋体"/>
            </a:endParaRPr>
          </a:p>
          <a:p>
            <a:pPr marL="12700" marR="5080">
              <a:lnSpc>
                <a:spcPct val="150000"/>
              </a:lnSpc>
            </a:pPr>
            <a:r>
              <a:rPr dirty="0" sz="1600">
                <a:latin typeface="宋体"/>
                <a:cs typeface="宋体"/>
              </a:rPr>
              <a:t>折旧计算</a:t>
            </a:r>
            <a:r>
              <a:rPr dirty="0" sz="1600" spc="-5">
                <a:latin typeface="宋体"/>
                <a:cs typeface="宋体"/>
              </a:rPr>
              <a:t>(1200000,10,0.05) </a:t>
            </a:r>
            <a:r>
              <a:rPr dirty="0" sz="1600">
                <a:latin typeface="宋体"/>
                <a:cs typeface="宋体"/>
              </a:rPr>
              <a:t>折旧计算</a:t>
            </a:r>
            <a:r>
              <a:rPr dirty="0" sz="1600" spc="-5">
                <a:latin typeface="宋体"/>
                <a:cs typeface="宋体"/>
              </a:rPr>
              <a:t>(240000,5,0.05)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066032" y="4059935"/>
            <a:ext cx="547370" cy="951230"/>
          </a:xfrm>
          <a:custGeom>
            <a:avLst/>
            <a:gdLst/>
            <a:ahLst/>
            <a:cxnLst/>
            <a:rect l="l" t="t" r="r" b="b"/>
            <a:pathLst>
              <a:path w="547370" h="951229">
                <a:moveTo>
                  <a:pt x="272795" y="950976"/>
                </a:moveTo>
                <a:lnTo>
                  <a:pt x="272795" y="713231"/>
                </a:lnTo>
                <a:lnTo>
                  <a:pt x="0" y="713231"/>
                </a:lnTo>
                <a:lnTo>
                  <a:pt x="0" y="237743"/>
                </a:lnTo>
                <a:lnTo>
                  <a:pt x="272795" y="237743"/>
                </a:lnTo>
                <a:lnTo>
                  <a:pt x="272795" y="0"/>
                </a:lnTo>
                <a:lnTo>
                  <a:pt x="547115" y="475488"/>
                </a:lnTo>
                <a:lnTo>
                  <a:pt x="272795" y="950976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899659" y="3000755"/>
            <a:ext cx="6563995" cy="2880360"/>
          </a:xfrm>
          <a:custGeom>
            <a:avLst/>
            <a:gdLst/>
            <a:ahLst/>
            <a:cxnLst/>
            <a:rect l="l" t="t" r="r" b="b"/>
            <a:pathLst>
              <a:path w="6563995" h="2880360">
                <a:moveTo>
                  <a:pt x="6083808" y="2880360"/>
                </a:moveTo>
                <a:lnTo>
                  <a:pt x="480060" y="2880360"/>
                </a:lnTo>
                <a:lnTo>
                  <a:pt x="431093" y="2877921"/>
                </a:lnTo>
                <a:lnTo>
                  <a:pt x="383528" y="2870681"/>
                </a:lnTo>
                <a:lnTo>
                  <a:pt x="337606" y="2858880"/>
                </a:lnTo>
                <a:lnTo>
                  <a:pt x="293568" y="2842760"/>
                </a:lnTo>
                <a:lnTo>
                  <a:pt x="251657" y="2822563"/>
                </a:lnTo>
                <a:lnTo>
                  <a:pt x="212113" y="2798529"/>
                </a:lnTo>
                <a:lnTo>
                  <a:pt x="175178" y="2770900"/>
                </a:lnTo>
                <a:lnTo>
                  <a:pt x="141093" y="2739918"/>
                </a:lnTo>
                <a:lnTo>
                  <a:pt x="110100" y="2705824"/>
                </a:lnTo>
                <a:lnTo>
                  <a:pt x="82441" y="2668859"/>
                </a:lnTo>
                <a:lnTo>
                  <a:pt x="58355" y="2629264"/>
                </a:lnTo>
                <a:lnTo>
                  <a:pt x="38086" y="2587282"/>
                </a:lnTo>
                <a:lnTo>
                  <a:pt x="21875" y="2543153"/>
                </a:lnTo>
                <a:lnTo>
                  <a:pt x="9962" y="2497118"/>
                </a:lnTo>
                <a:lnTo>
                  <a:pt x="2590" y="2449420"/>
                </a:lnTo>
                <a:lnTo>
                  <a:pt x="0" y="2400300"/>
                </a:lnTo>
                <a:lnTo>
                  <a:pt x="0" y="480060"/>
                </a:lnTo>
                <a:lnTo>
                  <a:pt x="2590" y="430970"/>
                </a:lnTo>
                <a:lnTo>
                  <a:pt x="9962" y="383298"/>
                </a:lnTo>
                <a:lnTo>
                  <a:pt x="21875" y="337286"/>
                </a:lnTo>
                <a:lnTo>
                  <a:pt x="38086" y="293175"/>
                </a:lnTo>
                <a:lnTo>
                  <a:pt x="58355" y="251207"/>
                </a:lnTo>
                <a:lnTo>
                  <a:pt x="82441" y="211622"/>
                </a:lnTo>
                <a:lnTo>
                  <a:pt x="110100" y="174662"/>
                </a:lnTo>
                <a:lnTo>
                  <a:pt x="141093" y="140569"/>
                </a:lnTo>
                <a:lnTo>
                  <a:pt x="175178" y="109585"/>
                </a:lnTo>
                <a:lnTo>
                  <a:pt x="212113" y="81949"/>
                </a:lnTo>
                <a:lnTo>
                  <a:pt x="251657" y="57905"/>
                </a:lnTo>
                <a:lnTo>
                  <a:pt x="293568" y="37693"/>
                </a:lnTo>
                <a:lnTo>
                  <a:pt x="337606" y="21556"/>
                </a:lnTo>
                <a:lnTo>
                  <a:pt x="383528" y="9733"/>
                </a:lnTo>
                <a:lnTo>
                  <a:pt x="431093" y="2467"/>
                </a:lnTo>
                <a:lnTo>
                  <a:pt x="480060" y="0"/>
                </a:lnTo>
                <a:lnTo>
                  <a:pt x="6083808" y="0"/>
                </a:lnTo>
                <a:lnTo>
                  <a:pt x="6132797" y="2467"/>
                </a:lnTo>
                <a:lnTo>
                  <a:pt x="6180381" y="9733"/>
                </a:lnTo>
                <a:lnTo>
                  <a:pt x="6226319" y="21556"/>
                </a:lnTo>
                <a:lnTo>
                  <a:pt x="6270370" y="37693"/>
                </a:lnTo>
                <a:lnTo>
                  <a:pt x="6312292" y="57905"/>
                </a:lnTo>
                <a:lnTo>
                  <a:pt x="6351843" y="81949"/>
                </a:lnTo>
                <a:lnTo>
                  <a:pt x="6388783" y="109585"/>
                </a:lnTo>
                <a:lnTo>
                  <a:pt x="6422869" y="140569"/>
                </a:lnTo>
                <a:lnTo>
                  <a:pt x="6453860" y="174662"/>
                </a:lnTo>
                <a:lnTo>
                  <a:pt x="6481516" y="211622"/>
                </a:lnTo>
                <a:lnTo>
                  <a:pt x="6505593" y="251207"/>
                </a:lnTo>
                <a:lnTo>
                  <a:pt x="6525852" y="293175"/>
                </a:lnTo>
                <a:lnTo>
                  <a:pt x="6542050" y="337286"/>
                </a:lnTo>
                <a:lnTo>
                  <a:pt x="6553946" y="383298"/>
                </a:lnTo>
                <a:lnTo>
                  <a:pt x="6561299" y="430970"/>
                </a:lnTo>
                <a:lnTo>
                  <a:pt x="6563867" y="480060"/>
                </a:lnTo>
                <a:lnTo>
                  <a:pt x="6563867" y="2400300"/>
                </a:lnTo>
                <a:lnTo>
                  <a:pt x="6561299" y="2449420"/>
                </a:lnTo>
                <a:lnTo>
                  <a:pt x="6553946" y="2497118"/>
                </a:lnTo>
                <a:lnTo>
                  <a:pt x="6542050" y="2543153"/>
                </a:lnTo>
                <a:lnTo>
                  <a:pt x="6525852" y="2587282"/>
                </a:lnTo>
                <a:lnTo>
                  <a:pt x="6505593" y="2629264"/>
                </a:lnTo>
                <a:lnTo>
                  <a:pt x="6481516" y="2668859"/>
                </a:lnTo>
                <a:lnTo>
                  <a:pt x="6453860" y="2705824"/>
                </a:lnTo>
                <a:lnTo>
                  <a:pt x="6422869" y="2739918"/>
                </a:lnTo>
                <a:lnTo>
                  <a:pt x="6388783" y="2770900"/>
                </a:lnTo>
                <a:lnTo>
                  <a:pt x="6351843" y="2798529"/>
                </a:lnTo>
                <a:lnTo>
                  <a:pt x="6312292" y="2822563"/>
                </a:lnTo>
                <a:lnTo>
                  <a:pt x="6270370" y="2842760"/>
                </a:lnTo>
                <a:lnTo>
                  <a:pt x="6226319" y="2858880"/>
                </a:lnTo>
                <a:lnTo>
                  <a:pt x="6180381" y="2870681"/>
                </a:lnTo>
                <a:lnTo>
                  <a:pt x="6132797" y="2877921"/>
                </a:lnTo>
                <a:lnTo>
                  <a:pt x="6083808" y="28803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276850" y="3473259"/>
            <a:ext cx="6121400" cy="185420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600">
                <a:latin typeface="宋体"/>
                <a:cs typeface="宋体"/>
              </a:rPr>
              <a:t>输出结果</a:t>
            </a:r>
            <a:r>
              <a:rPr dirty="0" sz="1600" spc="-5">
                <a:latin typeface="宋体"/>
                <a:cs typeface="宋体"/>
              </a:rPr>
              <a:t>：</a:t>
            </a:r>
            <a:endParaRPr sz="1600">
              <a:latin typeface="宋体"/>
              <a:cs typeface="宋体"/>
            </a:endParaRPr>
          </a:p>
          <a:p>
            <a:pPr marL="12700" marR="5080">
              <a:lnSpc>
                <a:spcPct val="150000"/>
              </a:lnSpc>
            </a:pPr>
            <a:r>
              <a:rPr dirty="0" sz="1600">
                <a:latin typeface="宋体"/>
                <a:cs typeface="宋体"/>
              </a:rPr>
              <a:t>每年折旧额依次为：</a:t>
            </a:r>
            <a:r>
              <a:rPr dirty="0" sz="1600" spc="-5">
                <a:latin typeface="宋体"/>
                <a:cs typeface="宋体"/>
              </a:rPr>
              <a:t> [240000.0, 192000.0, 153600.0, 122880.0,  98304.0, 78643.2, 62914.56, 50331.65, 70663.29,</a:t>
            </a:r>
            <a:r>
              <a:rPr dirty="0" sz="1600" spc="2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70663.3]</a:t>
            </a:r>
            <a:endParaRPr sz="1600">
              <a:latin typeface="宋体"/>
              <a:cs typeface="宋体"/>
            </a:endParaRPr>
          </a:p>
          <a:p>
            <a:pPr marL="12700" marR="411480">
              <a:lnSpc>
                <a:spcPct val="150000"/>
              </a:lnSpc>
            </a:pPr>
            <a:r>
              <a:rPr dirty="0" sz="1600">
                <a:latin typeface="宋体"/>
                <a:cs typeface="宋体"/>
              </a:rPr>
              <a:t>每年折旧额依次为：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[96000.0, 57600.0, 34560.0, 19920.0,  19920.0]</a:t>
            </a:r>
            <a:endParaRPr sz="1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55829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while</a:t>
            </a:r>
            <a:r>
              <a:rPr dirty="0" sz="2400" spc="-90" b="1">
                <a:solidFill>
                  <a:srgbClr val="2E5B50"/>
                </a:solidFill>
                <a:latin typeface="宋体"/>
                <a:cs typeface="宋体"/>
              </a:rPr>
              <a:t> </a:t>
            </a: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循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环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2940" y="1245108"/>
            <a:ext cx="10800715" cy="1655445"/>
          </a:xfrm>
          <a:custGeom>
            <a:avLst/>
            <a:gdLst/>
            <a:ahLst/>
            <a:cxnLst/>
            <a:rect l="l" t="t" r="r" b="b"/>
            <a:pathLst>
              <a:path w="10800715" h="1655445">
                <a:moveTo>
                  <a:pt x="10524743" y="1655064"/>
                </a:moveTo>
                <a:lnTo>
                  <a:pt x="275844" y="1655064"/>
                </a:lnTo>
                <a:lnTo>
                  <a:pt x="226276" y="1650707"/>
                </a:lnTo>
                <a:lnTo>
                  <a:pt x="179616" y="1637956"/>
                </a:lnTo>
                <a:lnTo>
                  <a:pt x="136646" y="1617590"/>
                </a:lnTo>
                <a:lnTo>
                  <a:pt x="98145" y="1590391"/>
                </a:lnTo>
                <a:lnTo>
                  <a:pt x="64894" y="1557139"/>
                </a:lnTo>
                <a:lnTo>
                  <a:pt x="37673" y="1518615"/>
                </a:lnTo>
                <a:lnTo>
                  <a:pt x="17264" y="1475600"/>
                </a:lnTo>
                <a:lnTo>
                  <a:pt x="4446" y="1428874"/>
                </a:lnTo>
                <a:lnTo>
                  <a:pt x="0" y="1379219"/>
                </a:lnTo>
                <a:lnTo>
                  <a:pt x="0" y="275843"/>
                </a:lnTo>
                <a:lnTo>
                  <a:pt x="4446" y="226125"/>
                </a:lnTo>
                <a:lnTo>
                  <a:pt x="17264" y="179353"/>
                </a:lnTo>
                <a:lnTo>
                  <a:pt x="37673" y="136307"/>
                </a:lnTo>
                <a:lnTo>
                  <a:pt x="64894" y="97769"/>
                </a:lnTo>
                <a:lnTo>
                  <a:pt x="98145" y="64518"/>
                </a:lnTo>
                <a:lnTo>
                  <a:pt x="136646" y="37335"/>
                </a:lnTo>
                <a:lnTo>
                  <a:pt x="179616" y="17000"/>
                </a:lnTo>
                <a:lnTo>
                  <a:pt x="226276" y="4295"/>
                </a:lnTo>
                <a:lnTo>
                  <a:pt x="275844" y="0"/>
                </a:lnTo>
                <a:lnTo>
                  <a:pt x="10524743" y="0"/>
                </a:lnTo>
                <a:lnTo>
                  <a:pt x="10574161" y="4295"/>
                </a:lnTo>
                <a:lnTo>
                  <a:pt x="10620707" y="17000"/>
                </a:lnTo>
                <a:lnTo>
                  <a:pt x="10663602" y="37335"/>
                </a:lnTo>
                <a:lnTo>
                  <a:pt x="10702066" y="64518"/>
                </a:lnTo>
                <a:lnTo>
                  <a:pt x="10735317" y="97769"/>
                </a:lnTo>
                <a:lnTo>
                  <a:pt x="10762575" y="136307"/>
                </a:lnTo>
                <a:lnTo>
                  <a:pt x="10783060" y="179353"/>
                </a:lnTo>
                <a:lnTo>
                  <a:pt x="10795991" y="226125"/>
                </a:lnTo>
                <a:lnTo>
                  <a:pt x="10800588" y="275843"/>
                </a:lnTo>
                <a:lnTo>
                  <a:pt x="10800588" y="1379219"/>
                </a:lnTo>
                <a:lnTo>
                  <a:pt x="10795991" y="1428874"/>
                </a:lnTo>
                <a:lnTo>
                  <a:pt x="10783060" y="1475600"/>
                </a:lnTo>
                <a:lnTo>
                  <a:pt x="10762575" y="1518615"/>
                </a:lnTo>
                <a:lnTo>
                  <a:pt x="10735317" y="1557139"/>
                </a:lnTo>
                <a:lnTo>
                  <a:pt x="10702066" y="1590391"/>
                </a:lnTo>
                <a:lnTo>
                  <a:pt x="10663602" y="1617590"/>
                </a:lnTo>
                <a:lnTo>
                  <a:pt x="10620707" y="1637956"/>
                </a:lnTo>
                <a:lnTo>
                  <a:pt x="10574161" y="1650707"/>
                </a:lnTo>
                <a:lnTo>
                  <a:pt x="10524743" y="1655064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62940" y="3203448"/>
            <a:ext cx="10799445" cy="3369945"/>
          </a:xfrm>
          <a:custGeom>
            <a:avLst/>
            <a:gdLst/>
            <a:ahLst/>
            <a:cxnLst/>
            <a:rect l="l" t="t" r="r" b="b"/>
            <a:pathLst>
              <a:path w="10799445" h="3369945">
                <a:moveTo>
                  <a:pt x="10238232" y="3369563"/>
                </a:moveTo>
                <a:lnTo>
                  <a:pt x="560832" y="3369563"/>
                </a:lnTo>
                <a:lnTo>
                  <a:pt x="512480" y="3367389"/>
                </a:lnTo>
                <a:lnTo>
                  <a:pt x="465263" y="3361216"/>
                </a:lnTo>
                <a:lnTo>
                  <a:pt x="419350" y="3351214"/>
                </a:lnTo>
                <a:lnTo>
                  <a:pt x="374910" y="3337550"/>
                </a:lnTo>
                <a:lnTo>
                  <a:pt x="332111" y="3320391"/>
                </a:lnTo>
                <a:lnTo>
                  <a:pt x="291123" y="3299906"/>
                </a:lnTo>
                <a:lnTo>
                  <a:pt x="252116" y="3276262"/>
                </a:lnTo>
                <a:lnTo>
                  <a:pt x="215257" y="3249627"/>
                </a:lnTo>
                <a:lnTo>
                  <a:pt x="180716" y="3220169"/>
                </a:lnTo>
                <a:lnTo>
                  <a:pt x="148662" y="3188055"/>
                </a:lnTo>
                <a:lnTo>
                  <a:pt x="119265" y="3153453"/>
                </a:lnTo>
                <a:lnTo>
                  <a:pt x="92693" y="3116532"/>
                </a:lnTo>
                <a:lnTo>
                  <a:pt x="69115" y="3077458"/>
                </a:lnTo>
                <a:lnTo>
                  <a:pt x="48701" y="3036399"/>
                </a:lnTo>
                <a:lnTo>
                  <a:pt x="31619" y="2993523"/>
                </a:lnTo>
                <a:lnTo>
                  <a:pt x="18039" y="2948999"/>
                </a:lnTo>
                <a:lnTo>
                  <a:pt x="8130" y="2902993"/>
                </a:lnTo>
                <a:lnTo>
                  <a:pt x="2060" y="2855673"/>
                </a:lnTo>
                <a:lnTo>
                  <a:pt x="0" y="2807207"/>
                </a:lnTo>
                <a:lnTo>
                  <a:pt x="0" y="560831"/>
                </a:lnTo>
                <a:lnTo>
                  <a:pt x="2060" y="512499"/>
                </a:lnTo>
                <a:lnTo>
                  <a:pt x="8130" y="465299"/>
                </a:lnTo>
                <a:lnTo>
                  <a:pt x="18039" y="419401"/>
                </a:lnTo>
                <a:lnTo>
                  <a:pt x="31619" y="374973"/>
                </a:lnTo>
                <a:lnTo>
                  <a:pt x="48701" y="332185"/>
                </a:lnTo>
                <a:lnTo>
                  <a:pt x="69115" y="291206"/>
                </a:lnTo>
                <a:lnTo>
                  <a:pt x="92693" y="252204"/>
                </a:lnTo>
                <a:lnTo>
                  <a:pt x="119265" y="215350"/>
                </a:lnTo>
                <a:lnTo>
                  <a:pt x="148662" y="180811"/>
                </a:lnTo>
                <a:lnTo>
                  <a:pt x="180716" y="148757"/>
                </a:lnTo>
                <a:lnTo>
                  <a:pt x="215257" y="119358"/>
                </a:lnTo>
                <a:lnTo>
                  <a:pt x="252116" y="92782"/>
                </a:lnTo>
                <a:lnTo>
                  <a:pt x="291123" y="69198"/>
                </a:lnTo>
                <a:lnTo>
                  <a:pt x="332111" y="48775"/>
                </a:lnTo>
                <a:lnTo>
                  <a:pt x="374910" y="31683"/>
                </a:lnTo>
                <a:lnTo>
                  <a:pt x="419350" y="18090"/>
                </a:lnTo>
                <a:lnTo>
                  <a:pt x="465263" y="8166"/>
                </a:lnTo>
                <a:lnTo>
                  <a:pt x="512480" y="2079"/>
                </a:lnTo>
                <a:lnTo>
                  <a:pt x="560832" y="0"/>
                </a:lnTo>
                <a:lnTo>
                  <a:pt x="10238232" y="0"/>
                </a:lnTo>
                <a:lnTo>
                  <a:pt x="10286640" y="2079"/>
                </a:lnTo>
                <a:lnTo>
                  <a:pt x="10333907" y="8166"/>
                </a:lnTo>
                <a:lnTo>
                  <a:pt x="10379865" y="18090"/>
                </a:lnTo>
                <a:lnTo>
                  <a:pt x="10424343" y="31683"/>
                </a:lnTo>
                <a:lnTo>
                  <a:pt x="10467173" y="48775"/>
                </a:lnTo>
                <a:lnTo>
                  <a:pt x="10508187" y="69198"/>
                </a:lnTo>
                <a:lnTo>
                  <a:pt x="10547213" y="92782"/>
                </a:lnTo>
                <a:lnTo>
                  <a:pt x="10584085" y="119358"/>
                </a:lnTo>
                <a:lnTo>
                  <a:pt x="10618632" y="148757"/>
                </a:lnTo>
                <a:lnTo>
                  <a:pt x="10650686" y="180811"/>
                </a:lnTo>
                <a:lnTo>
                  <a:pt x="10680077" y="215350"/>
                </a:lnTo>
                <a:lnTo>
                  <a:pt x="10706636" y="252204"/>
                </a:lnTo>
                <a:lnTo>
                  <a:pt x="10730195" y="291206"/>
                </a:lnTo>
                <a:lnTo>
                  <a:pt x="10750584" y="332185"/>
                </a:lnTo>
                <a:lnTo>
                  <a:pt x="10767634" y="374973"/>
                </a:lnTo>
                <a:lnTo>
                  <a:pt x="10781176" y="419401"/>
                </a:lnTo>
                <a:lnTo>
                  <a:pt x="10791041" y="465299"/>
                </a:lnTo>
                <a:lnTo>
                  <a:pt x="10797060" y="512499"/>
                </a:lnTo>
                <a:lnTo>
                  <a:pt x="10799064" y="560831"/>
                </a:lnTo>
                <a:lnTo>
                  <a:pt x="10799064" y="2807207"/>
                </a:lnTo>
                <a:lnTo>
                  <a:pt x="10797060" y="2855673"/>
                </a:lnTo>
                <a:lnTo>
                  <a:pt x="10791041" y="2902993"/>
                </a:lnTo>
                <a:lnTo>
                  <a:pt x="10781176" y="2948999"/>
                </a:lnTo>
                <a:lnTo>
                  <a:pt x="10767634" y="2993523"/>
                </a:lnTo>
                <a:lnTo>
                  <a:pt x="10750584" y="3036399"/>
                </a:lnTo>
                <a:lnTo>
                  <a:pt x="10730195" y="3077458"/>
                </a:lnTo>
                <a:lnTo>
                  <a:pt x="10706636" y="3116532"/>
                </a:lnTo>
                <a:lnTo>
                  <a:pt x="10680077" y="3153453"/>
                </a:lnTo>
                <a:lnTo>
                  <a:pt x="10650686" y="3188055"/>
                </a:lnTo>
                <a:lnTo>
                  <a:pt x="10618632" y="3220169"/>
                </a:lnTo>
                <a:lnTo>
                  <a:pt x="10584085" y="3249627"/>
                </a:lnTo>
                <a:lnTo>
                  <a:pt x="10547213" y="3276262"/>
                </a:lnTo>
                <a:lnTo>
                  <a:pt x="10508187" y="3299906"/>
                </a:lnTo>
                <a:lnTo>
                  <a:pt x="10467173" y="3320391"/>
                </a:lnTo>
                <a:lnTo>
                  <a:pt x="10424343" y="3337550"/>
                </a:lnTo>
                <a:lnTo>
                  <a:pt x="10379865" y="3351214"/>
                </a:lnTo>
                <a:lnTo>
                  <a:pt x="10333907" y="3361216"/>
                </a:lnTo>
                <a:lnTo>
                  <a:pt x="10286640" y="3367389"/>
                </a:lnTo>
                <a:lnTo>
                  <a:pt x="10238232" y="3369563"/>
                </a:lnTo>
                <a:close/>
              </a:path>
            </a:pathLst>
          </a:custGeom>
          <a:solidFill>
            <a:srgbClr val="D2E1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5216" y="3098292"/>
            <a:ext cx="745490" cy="422275"/>
          </a:xfrm>
          <a:custGeom>
            <a:avLst/>
            <a:gdLst/>
            <a:ahLst/>
            <a:cxnLst/>
            <a:rect l="l" t="t" r="r" b="b"/>
            <a:pathLst>
              <a:path w="745490" h="422275">
                <a:moveTo>
                  <a:pt x="675132" y="422147"/>
                </a:moveTo>
                <a:lnTo>
                  <a:pt x="70104" y="422147"/>
                </a:lnTo>
                <a:lnTo>
                  <a:pt x="43010" y="416978"/>
                </a:lnTo>
                <a:lnTo>
                  <a:pt x="20769" y="402045"/>
                </a:lnTo>
                <a:lnTo>
                  <a:pt x="5669" y="379637"/>
                </a:lnTo>
                <a:lnTo>
                  <a:pt x="0" y="352043"/>
                </a:lnTo>
                <a:lnTo>
                  <a:pt x="0" y="71627"/>
                </a:lnTo>
                <a:lnTo>
                  <a:pt x="5669" y="43796"/>
                </a:lnTo>
                <a:lnTo>
                  <a:pt x="20769" y="21150"/>
                </a:lnTo>
                <a:lnTo>
                  <a:pt x="43010" y="5835"/>
                </a:lnTo>
                <a:lnTo>
                  <a:pt x="70104" y="0"/>
                </a:lnTo>
                <a:lnTo>
                  <a:pt x="675132" y="0"/>
                </a:lnTo>
                <a:lnTo>
                  <a:pt x="702296" y="5835"/>
                </a:lnTo>
                <a:lnTo>
                  <a:pt x="724561" y="21150"/>
                </a:lnTo>
                <a:lnTo>
                  <a:pt x="739638" y="43796"/>
                </a:lnTo>
                <a:lnTo>
                  <a:pt x="745236" y="71627"/>
                </a:lnTo>
                <a:lnTo>
                  <a:pt x="745236" y="352043"/>
                </a:lnTo>
                <a:lnTo>
                  <a:pt x="739638" y="379637"/>
                </a:lnTo>
                <a:lnTo>
                  <a:pt x="724561" y="402045"/>
                </a:lnTo>
                <a:lnTo>
                  <a:pt x="702296" y="416978"/>
                </a:lnTo>
                <a:lnTo>
                  <a:pt x="675132" y="422147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16572" y="1341958"/>
            <a:ext cx="10429875" cy="4908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6540" marR="5080">
              <a:lnSpc>
                <a:spcPct val="15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宋体"/>
                <a:cs typeface="宋体"/>
              </a:rPr>
              <a:t>说明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：20×1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年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12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月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31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日，甲公司经批准发行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5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年期一次还本、分期付息的公司债券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10,000,000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元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,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债券利息在每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年 12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月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31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日支付，票面年利率为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6%，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债券发行时市场利率为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5%，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债券实际发行总价为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10,432,700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元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(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即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20×1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年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12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月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31  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日的摊余成本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)，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公司采用实际利率法和摊余成本计算利息费用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1600">
              <a:latin typeface="宋体"/>
              <a:cs typeface="宋体"/>
            </a:endParaRPr>
          </a:p>
          <a:p>
            <a:pPr marL="256540">
              <a:lnSpc>
                <a:spcPct val="100000"/>
              </a:lnSpc>
              <a:spcBef>
                <a:spcPts val="960"/>
              </a:spcBef>
            </a:pPr>
            <a:r>
              <a:rPr dirty="0" sz="1600" b="1">
                <a:solidFill>
                  <a:srgbClr val="FFFFFF"/>
                </a:solidFill>
                <a:latin typeface="宋体"/>
                <a:cs typeface="宋体"/>
              </a:rPr>
              <a:t>要求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：采用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while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循环计算该应付债券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20×2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年至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20×6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年的年末摊余成本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16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代码</a:t>
            </a:r>
            <a:endParaRPr sz="1800">
              <a:latin typeface="宋体"/>
              <a:cs typeface="宋体"/>
            </a:endParaRPr>
          </a:p>
          <a:p>
            <a:pPr marL="256540">
              <a:lnSpc>
                <a:spcPct val="100000"/>
              </a:lnSpc>
              <a:spcBef>
                <a:spcPts val="950"/>
              </a:spcBef>
            </a:pPr>
            <a:r>
              <a:rPr dirty="0" sz="1600" spc="-5">
                <a:latin typeface="宋体"/>
                <a:cs typeface="宋体"/>
              </a:rPr>
              <a:t>i = 1</a:t>
            </a:r>
            <a:endParaRPr sz="1600">
              <a:latin typeface="宋体"/>
              <a:cs typeface="宋体"/>
            </a:endParaRPr>
          </a:p>
          <a:p>
            <a:pPr marL="256540" marR="457708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amortisedCost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= 10432700  #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期初摊余成本</a:t>
            </a:r>
            <a:r>
              <a:rPr dirty="0" sz="1600" spc="-5">
                <a:latin typeface="宋体"/>
                <a:cs typeface="宋体"/>
              </a:rPr>
              <a:t>=</a:t>
            </a:r>
            <a:r>
              <a:rPr dirty="0" sz="1600">
                <a:latin typeface="宋体"/>
                <a:cs typeface="宋体"/>
              </a:rPr>
              <a:t>发行总</a:t>
            </a:r>
            <a:r>
              <a:rPr dirty="0" sz="1600" spc="-5">
                <a:latin typeface="宋体"/>
                <a:cs typeface="宋体"/>
              </a:rPr>
              <a:t>价 amortisedCostList</a:t>
            </a:r>
            <a:r>
              <a:rPr dirty="0" sz="1600" spc="-1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=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[]</a:t>
            </a:r>
            <a:r>
              <a:rPr dirty="0" sz="1600" spc="77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创建空列表存放计算的摊余成</a:t>
            </a:r>
            <a:r>
              <a:rPr dirty="0" sz="1600" spc="-5">
                <a:latin typeface="宋体"/>
                <a:cs typeface="宋体"/>
              </a:rPr>
              <a:t>本 while i &lt;= 4:</a:t>
            </a:r>
            <a:endParaRPr sz="1600">
              <a:latin typeface="宋体"/>
              <a:cs typeface="宋体"/>
            </a:endParaRPr>
          </a:p>
          <a:p>
            <a:pPr marL="25654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amortisedCost</a:t>
            </a:r>
            <a:r>
              <a:rPr dirty="0" sz="160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=</a:t>
            </a:r>
            <a:r>
              <a:rPr dirty="0" sz="1600" spc="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round(amortisedCost+amortisedCost*0.05-10000000*0.06,2)</a:t>
            </a:r>
            <a:r>
              <a:rPr dirty="0" sz="1600" spc="1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>
                <a:latin typeface="宋体"/>
                <a:cs typeface="宋体"/>
              </a:rPr>
              <a:t> 计算摊余成</a:t>
            </a:r>
            <a:r>
              <a:rPr dirty="0" sz="1600" spc="-5">
                <a:latin typeface="宋体"/>
                <a:cs typeface="宋体"/>
              </a:rPr>
              <a:t>本</a:t>
            </a:r>
            <a:endParaRPr sz="1600">
              <a:latin typeface="宋体"/>
              <a:cs typeface="宋体"/>
            </a:endParaRPr>
          </a:p>
          <a:p>
            <a:pPr marL="25654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amortisedCostList.append(amortisedCost)</a:t>
            </a:r>
            <a:r>
              <a:rPr dirty="0" sz="160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# </a:t>
            </a:r>
            <a:r>
              <a:rPr dirty="0" sz="1600">
                <a:latin typeface="宋体"/>
                <a:cs typeface="宋体"/>
              </a:rPr>
              <a:t>计算结果添加至列</a:t>
            </a:r>
            <a:r>
              <a:rPr dirty="0" sz="1600" spc="-5">
                <a:latin typeface="宋体"/>
                <a:cs typeface="宋体"/>
              </a:rPr>
              <a:t>表</a:t>
            </a:r>
            <a:endParaRPr sz="1600">
              <a:latin typeface="宋体"/>
              <a:cs typeface="宋体"/>
            </a:endParaRPr>
          </a:p>
          <a:p>
            <a:pPr marL="256540" marR="904748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i += 1  else:</a:t>
            </a:r>
            <a:endParaRPr sz="1600">
              <a:latin typeface="宋体"/>
              <a:cs typeface="宋体"/>
            </a:endParaRPr>
          </a:p>
          <a:p>
            <a:pPr marL="25654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amortisedCost = 10000000</a:t>
            </a:r>
            <a:r>
              <a:rPr dirty="0" sz="160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# </a:t>
            </a:r>
            <a:r>
              <a:rPr dirty="0" sz="1600">
                <a:latin typeface="宋体"/>
                <a:cs typeface="宋体"/>
              </a:rPr>
              <a:t>最后一年年末摊余成本</a:t>
            </a:r>
            <a:r>
              <a:rPr dirty="0" sz="1600" spc="-5">
                <a:latin typeface="宋体"/>
                <a:cs typeface="宋体"/>
              </a:rPr>
              <a:t>=</a:t>
            </a:r>
            <a:r>
              <a:rPr dirty="0" sz="1600">
                <a:latin typeface="宋体"/>
                <a:cs typeface="宋体"/>
              </a:rPr>
              <a:t>债券面</a:t>
            </a:r>
            <a:r>
              <a:rPr dirty="0" sz="1600" spc="-5">
                <a:latin typeface="宋体"/>
                <a:cs typeface="宋体"/>
              </a:rPr>
              <a:t>值</a:t>
            </a:r>
            <a:endParaRPr sz="1600">
              <a:latin typeface="宋体"/>
              <a:cs typeface="宋体"/>
            </a:endParaRPr>
          </a:p>
          <a:p>
            <a:pPr marL="25654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amortisedCostList.append(amortisedCost)</a:t>
            </a:r>
            <a:endParaRPr sz="1600">
              <a:latin typeface="宋体"/>
              <a:cs typeface="宋体"/>
            </a:endParaRPr>
          </a:p>
          <a:p>
            <a:pPr marL="25654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print('</a:t>
            </a:r>
            <a:r>
              <a:rPr dirty="0" sz="1600">
                <a:latin typeface="宋体"/>
                <a:cs typeface="宋体"/>
              </a:rPr>
              <a:t>应付债券</a:t>
            </a:r>
            <a:r>
              <a:rPr dirty="0" sz="1600" spc="-5">
                <a:latin typeface="宋体"/>
                <a:cs typeface="宋体"/>
              </a:rPr>
              <a:t>20×2</a:t>
            </a:r>
            <a:r>
              <a:rPr dirty="0" sz="1600">
                <a:latin typeface="宋体"/>
                <a:cs typeface="宋体"/>
              </a:rPr>
              <a:t>年至</a:t>
            </a:r>
            <a:r>
              <a:rPr dirty="0" sz="1600" spc="-5">
                <a:latin typeface="宋体"/>
                <a:cs typeface="宋体"/>
              </a:rPr>
              <a:t>20×6</a:t>
            </a:r>
            <a:r>
              <a:rPr dirty="0" sz="1600">
                <a:latin typeface="宋体"/>
                <a:cs typeface="宋体"/>
              </a:rPr>
              <a:t>年的年末摊余成本依次为</a:t>
            </a:r>
            <a:r>
              <a:rPr dirty="0" sz="1600" spc="-5">
                <a:latin typeface="宋体"/>
                <a:cs typeface="宋体"/>
              </a:rPr>
              <a:t>：',amortisedCostList)</a:t>
            </a:r>
            <a:endParaRPr sz="1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55448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自定义函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数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2940" y="1245108"/>
            <a:ext cx="10800715" cy="1332230"/>
          </a:xfrm>
          <a:custGeom>
            <a:avLst/>
            <a:gdLst/>
            <a:ahLst/>
            <a:cxnLst/>
            <a:rect l="l" t="t" r="r" b="b"/>
            <a:pathLst>
              <a:path w="10800715" h="1332230">
                <a:moveTo>
                  <a:pt x="10578084" y="1331975"/>
                </a:moveTo>
                <a:lnTo>
                  <a:pt x="222503" y="1331975"/>
                </a:lnTo>
                <a:lnTo>
                  <a:pt x="177596" y="1327294"/>
                </a:lnTo>
                <a:lnTo>
                  <a:pt x="135799" y="1314229"/>
                </a:lnTo>
                <a:lnTo>
                  <a:pt x="97999" y="1293669"/>
                </a:lnTo>
                <a:lnTo>
                  <a:pt x="65084" y="1266501"/>
                </a:lnTo>
                <a:lnTo>
                  <a:pt x="37940" y="1233610"/>
                </a:lnTo>
                <a:lnTo>
                  <a:pt x="17453" y="1195883"/>
                </a:lnTo>
                <a:lnTo>
                  <a:pt x="4511" y="1154208"/>
                </a:lnTo>
                <a:lnTo>
                  <a:pt x="0" y="1109471"/>
                </a:lnTo>
                <a:lnTo>
                  <a:pt x="0" y="220979"/>
                </a:lnTo>
                <a:lnTo>
                  <a:pt x="4511" y="176408"/>
                </a:lnTo>
                <a:lnTo>
                  <a:pt x="17453" y="134870"/>
                </a:lnTo>
                <a:lnTo>
                  <a:pt x="37940" y="97270"/>
                </a:lnTo>
                <a:lnTo>
                  <a:pt x="65084" y="64512"/>
                </a:lnTo>
                <a:lnTo>
                  <a:pt x="97999" y="37502"/>
                </a:lnTo>
                <a:lnTo>
                  <a:pt x="135799" y="17143"/>
                </a:lnTo>
                <a:lnTo>
                  <a:pt x="177596" y="4341"/>
                </a:lnTo>
                <a:lnTo>
                  <a:pt x="222503" y="0"/>
                </a:lnTo>
                <a:lnTo>
                  <a:pt x="10578084" y="0"/>
                </a:lnTo>
                <a:lnTo>
                  <a:pt x="10622825" y="4341"/>
                </a:lnTo>
                <a:lnTo>
                  <a:pt x="10664503" y="17143"/>
                </a:lnTo>
                <a:lnTo>
                  <a:pt x="10702231" y="37502"/>
                </a:lnTo>
                <a:lnTo>
                  <a:pt x="10735122" y="64512"/>
                </a:lnTo>
                <a:lnTo>
                  <a:pt x="10762290" y="97270"/>
                </a:lnTo>
                <a:lnTo>
                  <a:pt x="10782848" y="134870"/>
                </a:lnTo>
                <a:lnTo>
                  <a:pt x="10795910" y="176408"/>
                </a:lnTo>
                <a:lnTo>
                  <a:pt x="10800588" y="220979"/>
                </a:lnTo>
                <a:lnTo>
                  <a:pt x="10800588" y="1109471"/>
                </a:lnTo>
                <a:lnTo>
                  <a:pt x="10795910" y="1154208"/>
                </a:lnTo>
                <a:lnTo>
                  <a:pt x="10782848" y="1195883"/>
                </a:lnTo>
                <a:lnTo>
                  <a:pt x="10762290" y="1233610"/>
                </a:lnTo>
                <a:lnTo>
                  <a:pt x="10735122" y="1266501"/>
                </a:lnTo>
                <a:lnTo>
                  <a:pt x="10702231" y="1293669"/>
                </a:lnTo>
                <a:lnTo>
                  <a:pt x="10664503" y="1314229"/>
                </a:lnTo>
                <a:lnTo>
                  <a:pt x="10622825" y="1327294"/>
                </a:lnTo>
                <a:lnTo>
                  <a:pt x="10578084" y="1331975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62940" y="2869692"/>
            <a:ext cx="10800715" cy="3752215"/>
          </a:xfrm>
          <a:custGeom>
            <a:avLst/>
            <a:gdLst/>
            <a:ahLst/>
            <a:cxnLst/>
            <a:rect l="l" t="t" r="r" b="b"/>
            <a:pathLst>
              <a:path w="10800715" h="3752215">
                <a:moveTo>
                  <a:pt x="10175748" y="3752087"/>
                </a:moveTo>
                <a:lnTo>
                  <a:pt x="624840" y="3752087"/>
                </a:lnTo>
                <a:lnTo>
                  <a:pt x="576041" y="3750119"/>
                </a:lnTo>
                <a:lnTo>
                  <a:pt x="528263" y="3744489"/>
                </a:lnTo>
                <a:lnTo>
                  <a:pt x="481647" y="3735334"/>
                </a:lnTo>
                <a:lnTo>
                  <a:pt x="436331" y="3722794"/>
                </a:lnTo>
                <a:lnTo>
                  <a:pt x="392455" y="3707007"/>
                </a:lnTo>
                <a:lnTo>
                  <a:pt x="350158" y="3688111"/>
                </a:lnTo>
                <a:lnTo>
                  <a:pt x="309580" y="3666244"/>
                </a:lnTo>
                <a:lnTo>
                  <a:pt x="270860" y="3641545"/>
                </a:lnTo>
                <a:lnTo>
                  <a:pt x="234137" y="3614153"/>
                </a:lnTo>
                <a:lnTo>
                  <a:pt x="199551" y="3584206"/>
                </a:lnTo>
                <a:lnTo>
                  <a:pt x="167242" y="3551841"/>
                </a:lnTo>
                <a:lnTo>
                  <a:pt x="137347" y="3517199"/>
                </a:lnTo>
                <a:lnTo>
                  <a:pt x="110008" y="3480416"/>
                </a:lnTo>
                <a:lnTo>
                  <a:pt x="85363" y="3441632"/>
                </a:lnTo>
                <a:lnTo>
                  <a:pt x="63552" y="3400984"/>
                </a:lnTo>
                <a:lnTo>
                  <a:pt x="44714" y="3358612"/>
                </a:lnTo>
                <a:lnTo>
                  <a:pt x="28989" y="3314654"/>
                </a:lnTo>
                <a:lnTo>
                  <a:pt x="16515" y="3269247"/>
                </a:lnTo>
                <a:lnTo>
                  <a:pt x="7433" y="3222531"/>
                </a:lnTo>
                <a:lnTo>
                  <a:pt x="1881" y="3174644"/>
                </a:lnTo>
                <a:lnTo>
                  <a:pt x="0" y="3125723"/>
                </a:lnTo>
                <a:lnTo>
                  <a:pt x="0" y="624839"/>
                </a:lnTo>
                <a:lnTo>
                  <a:pt x="1881" y="575937"/>
                </a:lnTo>
                <a:lnTo>
                  <a:pt x="7433" y="528066"/>
                </a:lnTo>
                <a:lnTo>
                  <a:pt x="16515" y="481367"/>
                </a:lnTo>
                <a:lnTo>
                  <a:pt x="28989" y="435979"/>
                </a:lnTo>
                <a:lnTo>
                  <a:pt x="44714" y="392041"/>
                </a:lnTo>
                <a:lnTo>
                  <a:pt x="63552" y="349692"/>
                </a:lnTo>
                <a:lnTo>
                  <a:pt x="85363" y="309072"/>
                </a:lnTo>
                <a:lnTo>
                  <a:pt x="110008" y="270321"/>
                </a:lnTo>
                <a:lnTo>
                  <a:pt x="137347" y="233578"/>
                </a:lnTo>
                <a:lnTo>
                  <a:pt x="167242" y="198981"/>
                </a:lnTo>
                <a:lnTo>
                  <a:pt x="199551" y="166671"/>
                </a:lnTo>
                <a:lnTo>
                  <a:pt x="234137" y="136788"/>
                </a:lnTo>
                <a:lnTo>
                  <a:pt x="270860" y="109469"/>
                </a:lnTo>
                <a:lnTo>
                  <a:pt x="309580" y="84855"/>
                </a:lnTo>
                <a:lnTo>
                  <a:pt x="350158" y="63086"/>
                </a:lnTo>
                <a:lnTo>
                  <a:pt x="392455" y="44299"/>
                </a:lnTo>
                <a:lnTo>
                  <a:pt x="436331" y="28636"/>
                </a:lnTo>
                <a:lnTo>
                  <a:pt x="481647" y="16235"/>
                </a:lnTo>
                <a:lnTo>
                  <a:pt x="528263" y="7236"/>
                </a:lnTo>
                <a:lnTo>
                  <a:pt x="576041" y="1777"/>
                </a:lnTo>
                <a:lnTo>
                  <a:pt x="624840" y="0"/>
                </a:lnTo>
                <a:lnTo>
                  <a:pt x="10175748" y="0"/>
                </a:lnTo>
                <a:lnTo>
                  <a:pt x="10224564" y="1777"/>
                </a:lnTo>
                <a:lnTo>
                  <a:pt x="10272357" y="7236"/>
                </a:lnTo>
                <a:lnTo>
                  <a:pt x="10318987" y="16235"/>
                </a:lnTo>
                <a:lnTo>
                  <a:pt x="10364315" y="28636"/>
                </a:lnTo>
                <a:lnTo>
                  <a:pt x="10408201" y="44299"/>
                </a:lnTo>
                <a:lnTo>
                  <a:pt x="10450506" y="63086"/>
                </a:lnTo>
                <a:lnTo>
                  <a:pt x="10491091" y="84855"/>
                </a:lnTo>
                <a:lnTo>
                  <a:pt x="10529817" y="109469"/>
                </a:lnTo>
                <a:lnTo>
                  <a:pt x="10566543" y="136788"/>
                </a:lnTo>
                <a:lnTo>
                  <a:pt x="10601131" y="166671"/>
                </a:lnTo>
                <a:lnTo>
                  <a:pt x="10633440" y="198981"/>
                </a:lnTo>
                <a:lnTo>
                  <a:pt x="10663333" y="233578"/>
                </a:lnTo>
                <a:lnTo>
                  <a:pt x="10690669" y="270321"/>
                </a:lnTo>
                <a:lnTo>
                  <a:pt x="10715308" y="309072"/>
                </a:lnTo>
                <a:lnTo>
                  <a:pt x="10737113" y="349692"/>
                </a:lnTo>
                <a:lnTo>
                  <a:pt x="10755942" y="392041"/>
                </a:lnTo>
                <a:lnTo>
                  <a:pt x="10771657" y="435979"/>
                </a:lnTo>
                <a:lnTo>
                  <a:pt x="10784119" y="481367"/>
                </a:lnTo>
                <a:lnTo>
                  <a:pt x="10793187" y="528066"/>
                </a:lnTo>
                <a:lnTo>
                  <a:pt x="10798723" y="575937"/>
                </a:lnTo>
                <a:lnTo>
                  <a:pt x="10800588" y="624839"/>
                </a:lnTo>
                <a:lnTo>
                  <a:pt x="10800588" y="3125723"/>
                </a:lnTo>
                <a:lnTo>
                  <a:pt x="10798723" y="3174644"/>
                </a:lnTo>
                <a:lnTo>
                  <a:pt x="10793187" y="3222531"/>
                </a:lnTo>
                <a:lnTo>
                  <a:pt x="10784119" y="3269247"/>
                </a:lnTo>
                <a:lnTo>
                  <a:pt x="10771657" y="3314654"/>
                </a:lnTo>
                <a:lnTo>
                  <a:pt x="10755942" y="3358612"/>
                </a:lnTo>
                <a:lnTo>
                  <a:pt x="10737113" y="3400984"/>
                </a:lnTo>
                <a:lnTo>
                  <a:pt x="10715308" y="3441632"/>
                </a:lnTo>
                <a:lnTo>
                  <a:pt x="10690669" y="3480416"/>
                </a:lnTo>
                <a:lnTo>
                  <a:pt x="10663333" y="3517199"/>
                </a:lnTo>
                <a:lnTo>
                  <a:pt x="10633440" y="3551841"/>
                </a:lnTo>
                <a:lnTo>
                  <a:pt x="10601131" y="3584206"/>
                </a:lnTo>
                <a:lnTo>
                  <a:pt x="10566543" y="3614153"/>
                </a:lnTo>
                <a:lnTo>
                  <a:pt x="10529817" y="3641545"/>
                </a:lnTo>
                <a:lnTo>
                  <a:pt x="10491091" y="3666244"/>
                </a:lnTo>
                <a:lnTo>
                  <a:pt x="10450506" y="3688111"/>
                </a:lnTo>
                <a:lnTo>
                  <a:pt x="10408201" y="3707007"/>
                </a:lnTo>
                <a:lnTo>
                  <a:pt x="10364315" y="3722794"/>
                </a:lnTo>
                <a:lnTo>
                  <a:pt x="10318987" y="3735334"/>
                </a:lnTo>
                <a:lnTo>
                  <a:pt x="10272357" y="3744489"/>
                </a:lnTo>
                <a:lnTo>
                  <a:pt x="10224564" y="3750119"/>
                </a:lnTo>
                <a:lnTo>
                  <a:pt x="10175748" y="3752087"/>
                </a:lnTo>
                <a:close/>
              </a:path>
            </a:pathLst>
          </a:custGeom>
          <a:solidFill>
            <a:srgbClr val="D2E1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31876" y="2807207"/>
            <a:ext cx="1163320" cy="464820"/>
          </a:xfrm>
          <a:custGeom>
            <a:avLst/>
            <a:gdLst/>
            <a:ahLst/>
            <a:cxnLst/>
            <a:rect l="l" t="t" r="r" b="b"/>
            <a:pathLst>
              <a:path w="1163320" h="464820">
                <a:moveTo>
                  <a:pt x="1085088" y="464820"/>
                </a:moveTo>
                <a:lnTo>
                  <a:pt x="77723" y="464820"/>
                </a:lnTo>
                <a:lnTo>
                  <a:pt x="47543" y="458449"/>
                </a:lnTo>
                <a:lnTo>
                  <a:pt x="22893" y="441736"/>
                </a:lnTo>
                <a:lnTo>
                  <a:pt x="6227" y="417133"/>
                </a:lnTo>
                <a:lnTo>
                  <a:pt x="0" y="387096"/>
                </a:lnTo>
                <a:lnTo>
                  <a:pt x="0" y="77724"/>
                </a:lnTo>
                <a:lnTo>
                  <a:pt x="6227" y="47472"/>
                </a:lnTo>
                <a:lnTo>
                  <a:pt x="22893" y="22798"/>
                </a:lnTo>
                <a:lnTo>
                  <a:pt x="47543" y="6156"/>
                </a:lnTo>
                <a:lnTo>
                  <a:pt x="77723" y="0"/>
                </a:lnTo>
                <a:lnTo>
                  <a:pt x="1085088" y="0"/>
                </a:lnTo>
                <a:lnTo>
                  <a:pt x="1115482" y="6156"/>
                </a:lnTo>
                <a:lnTo>
                  <a:pt x="1140204" y="22798"/>
                </a:lnTo>
                <a:lnTo>
                  <a:pt x="1156798" y="47472"/>
                </a:lnTo>
                <a:lnTo>
                  <a:pt x="1162812" y="77724"/>
                </a:lnTo>
                <a:lnTo>
                  <a:pt x="1162812" y="387096"/>
                </a:lnTo>
                <a:lnTo>
                  <a:pt x="1156798" y="417133"/>
                </a:lnTo>
                <a:lnTo>
                  <a:pt x="1140204" y="441736"/>
                </a:lnTo>
                <a:lnTo>
                  <a:pt x="1115482" y="458449"/>
                </a:lnTo>
                <a:lnTo>
                  <a:pt x="1085088" y="464820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43051" y="1341958"/>
            <a:ext cx="9587865" cy="5146675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330200">
              <a:lnSpc>
                <a:spcPct val="100000"/>
              </a:lnSpc>
              <a:spcBef>
                <a:spcPts val="1060"/>
              </a:spcBef>
            </a:pPr>
            <a:r>
              <a:rPr dirty="0" sz="1600" b="1">
                <a:solidFill>
                  <a:srgbClr val="FFFFFF"/>
                </a:solidFill>
                <a:latin typeface="宋体"/>
                <a:cs typeface="宋体"/>
              </a:rPr>
              <a:t>说明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：5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年期应付债券：面值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10,000,000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元、实际发行价格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10,432,700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元、票面利率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6%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、市场利率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5%；</a:t>
            </a:r>
            <a:endParaRPr sz="1600">
              <a:latin typeface="宋体"/>
              <a:cs typeface="宋体"/>
            </a:endParaRPr>
          </a:p>
          <a:p>
            <a:pPr marL="330200" marR="207645">
              <a:lnSpc>
                <a:spcPct val="150000"/>
              </a:lnSpc>
            </a:pP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      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4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年期应付债券：面值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20,000,000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元、实际发行价格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18,645,200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元、票面利率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5%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、市场利率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7%；  </a:t>
            </a:r>
            <a:r>
              <a:rPr dirty="0" sz="1600" b="1">
                <a:solidFill>
                  <a:srgbClr val="FFFFFF"/>
                </a:solidFill>
                <a:latin typeface="宋体"/>
                <a:cs typeface="宋体"/>
              </a:rPr>
              <a:t>要求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：自定义函数计算两种债券到期前各年年末摊余成本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16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示例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2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码</a:t>
            </a:r>
            <a:endParaRPr sz="1600">
              <a:latin typeface="宋体"/>
              <a:cs typeface="宋体"/>
            </a:endParaRPr>
          </a:p>
          <a:p>
            <a:pPr marL="329565">
              <a:lnSpc>
                <a:spcPct val="100000"/>
              </a:lnSpc>
              <a:spcBef>
                <a:spcPts val="1230"/>
              </a:spcBef>
            </a:pPr>
            <a:r>
              <a:rPr dirty="0" sz="1600" spc="-5">
                <a:latin typeface="宋体"/>
                <a:cs typeface="宋体"/>
              </a:rPr>
              <a:t># </a:t>
            </a:r>
            <a:r>
              <a:rPr dirty="0" sz="1600">
                <a:latin typeface="宋体"/>
                <a:cs typeface="宋体"/>
              </a:rPr>
              <a:t>自定义函数</a:t>
            </a:r>
            <a:r>
              <a:rPr dirty="0" sz="1600" spc="-5">
                <a:latin typeface="宋体"/>
                <a:cs typeface="宋体"/>
              </a:rPr>
              <a:t>：</a:t>
            </a:r>
            <a:endParaRPr sz="1600">
              <a:latin typeface="宋体"/>
              <a:cs typeface="宋体"/>
            </a:endParaRPr>
          </a:p>
          <a:p>
            <a:pPr marL="329565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def</a:t>
            </a:r>
            <a:r>
              <a:rPr dirty="0" sz="160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calcAmortisedCost(year,faceValue,issuePrice,couponRate,marketRate):</a:t>
            </a:r>
            <a:endParaRPr sz="1600">
              <a:latin typeface="宋体"/>
              <a:cs typeface="宋体"/>
            </a:endParaRPr>
          </a:p>
          <a:p>
            <a:pPr marL="329565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i = 1</a:t>
            </a:r>
            <a:endParaRPr sz="1600">
              <a:latin typeface="宋体"/>
              <a:cs typeface="宋体"/>
            </a:endParaRPr>
          </a:p>
          <a:p>
            <a:pPr marL="329565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amortisedCost = issuePrice</a:t>
            </a:r>
            <a:r>
              <a:rPr dirty="0" sz="160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# </a:t>
            </a:r>
            <a:r>
              <a:rPr dirty="0" sz="1600">
                <a:latin typeface="宋体"/>
                <a:cs typeface="宋体"/>
              </a:rPr>
              <a:t>期初摊余成本</a:t>
            </a:r>
            <a:r>
              <a:rPr dirty="0" sz="1600" spc="-5">
                <a:latin typeface="宋体"/>
                <a:cs typeface="宋体"/>
              </a:rPr>
              <a:t>=</a:t>
            </a:r>
            <a:r>
              <a:rPr dirty="0" sz="1600">
                <a:latin typeface="宋体"/>
                <a:cs typeface="宋体"/>
              </a:rPr>
              <a:t>发行总</a:t>
            </a:r>
            <a:r>
              <a:rPr dirty="0" sz="1600" spc="-5">
                <a:latin typeface="宋体"/>
                <a:cs typeface="宋体"/>
              </a:rPr>
              <a:t>价</a:t>
            </a:r>
            <a:endParaRPr sz="1600">
              <a:latin typeface="宋体"/>
              <a:cs typeface="宋体"/>
            </a:endParaRPr>
          </a:p>
          <a:p>
            <a:pPr marL="329565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amortisedCostList = []</a:t>
            </a:r>
            <a:r>
              <a:rPr dirty="0" sz="1600" spc="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# </a:t>
            </a:r>
            <a:r>
              <a:rPr dirty="0" sz="1600">
                <a:latin typeface="宋体"/>
                <a:cs typeface="宋体"/>
              </a:rPr>
              <a:t>创建空列表存放计算的摊余成</a:t>
            </a:r>
            <a:r>
              <a:rPr dirty="0" sz="1600" spc="-5">
                <a:latin typeface="宋体"/>
                <a:cs typeface="宋体"/>
              </a:rPr>
              <a:t>本</a:t>
            </a:r>
            <a:endParaRPr sz="1600">
              <a:latin typeface="宋体"/>
              <a:cs typeface="宋体"/>
            </a:endParaRPr>
          </a:p>
          <a:p>
            <a:pPr marL="329565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while i &lt;=</a:t>
            </a:r>
            <a:r>
              <a:rPr dirty="0" sz="160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(year-1):</a:t>
            </a:r>
            <a:endParaRPr sz="1600">
              <a:latin typeface="宋体"/>
              <a:cs typeface="宋体"/>
            </a:endParaRPr>
          </a:p>
          <a:p>
            <a:pPr marL="329565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    </a:t>
            </a:r>
            <a:r>
              <a:rPr dirty="0" sz="1600" spc="-5">
                <a:latin typeface="宋体"/>
                <a:cs typeface="宋体"/>
              </a:rPr>
              <a:t>amortisedCost=</a:t>
            </a:r>
            <a:r>
              <a:rPr dirty="0" sz="1600" spc="7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round(amortisedCost+amortisedCost*marketRate-faceValue*couponRate,2)</a:t>
            </a:r>
            <a:endParaRPr sz="1600">
              <a:latin typeface="宋体"/>
              <a:cs typeface="宋体"/>
            </a:endParaRPr>
          </a:p>
          <a:p>
            <a:pPr marL="329565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    </a:t>
            </a:r>
            <a:r>
              <a:rPr dirty="0" sz="1600" spc="-5">
                <a:latin typeface="宋体"/>
                <a:cs typeface="宋体"/>
              </a:rPr>
              <a:t>amortisedCostList.append(amortisedCost)</a:t>
            </a:r>
            <a:endParaRPr sz="1600">
              <a:latin typeface="宋体"/>
              <a:cs typeface="宋体"/>
            </a:endParaRPr>
          </a:p>
          <a:p>
            <a:pPr marL="329565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    </a:t>
            </a:r>
            <a:r>
              <a:rPr dirty="0" sz="1600" spc="-5">
                <a:latin typeface="宋体"/>
                <a:cs typeface="宋体"/>
              </a:rPr>
              <a:t>i += 1 </a:t>
            </a:r>
            <a:endParaRPr sz="1600">
              <a:latin typeface="宋体"/>
              <a:cs typeface="宋体"/>
            </a:endParaRPr>
          </a:p>
          <a:p>
            <a:pPr marL="329565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else:</a:t>
            </a:r>
            <a:endParaRPr sz="1600">
              <a:latin typeface="宋体"/>
              <a:cs typeface="宋体"/>
            </a:endParaRPr>
          </a:p>
          <a:p>
            <a:pPr marL="329565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    </a:t>
            </a:r>
            <a:r>
              <a:rPr dirty="0" sz="1600" spc="-5">
                <a:latin typeface="宋体"/>
                <a:cs typeface="宋体"/>
              </a:rPr>
              <a:t>amortisedCost = faceValue #</a:t>
            </a:r>
            <a:r>
              <a:rPr dirty="0" sz="1600">
                <a:latin typeface="宋体"/>
                <a:cs typeface="宋体"/>
              </a:rPr>
              <a:t> 最后一年年末摊余成本</a:t>
            </a:r>
            <a:r>
              <a:rPr dirty="0" sz="1600" spc="-5">
                <a:latin typeface="宋体"/>
                <a:cs typeface="宋体"/>
              </a:rPr>
              <a:t>=</a:t>
            </a:r>
            <a:r>
              <a:rPr dirty="0" sz="1600">
                <a:latin typeface="宋体"/>
                <a:cs typeface="宋体"/>
              </a:rPr>
              <a:t>债券面</a:t>
            </a:r>
            <a:r>
              <a:rPr dirty="0" sz="1600" spc="-5">
                <a:latin typeface="宋体"/>
                <a:cs typeface="宋体"/>
              </a:rPr>
              <a:t>值</a:t>
            </a:r>
            <a:endParaRPr sz="1600">
              <a:latin typeface="宋体"/>
              <a:cs typeface="宋体"/>
            </a:endParaRPr>
          </a:p>
          <a:p>
            <a:pPr marL="329565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    </a:t>
            </a:r>
            <a:r>
              <a:rPr dirty="0" sz="1600" spc="-5">
                <a:latin typeface="宋体"/>
                <a:cs typeface="宋体"/>
              </a:rPr>
              <a:t>amortisedCostList.append(amortisedCost)</a:t>
            </a:r>
            <a:endParaRPr sz="1600">
              <a:latin typeface="宋体"/>
              <a:cs typeface="宋体"/>
            </a:endParaRPr>
          </a:p>
          <a:p>
            <a:pPr marL="329565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print('</a:t>
            </a:r>
            <a:r>
              <a:rPr dirty="0" sz="1600">
                <a:latin typeface="宋体"/>
                <a:cs typeface="宋体"/>
              </a:rPr>
              <a:t>应付债券期末摊余成本依次为</a:t>
            </a:r>
            <a:r>
              <a:rPr dirty="0" sz="1600" spc="-5">
                <a:latin typeface="宋体"/>
                <a:cs typeface="宋体"/>
              </a:rPr>
              <a:t>：',amortisedCostList)</a:t>
            </a:r>
            <a:endParaRPr sz="1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55448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自定义函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数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2940" y="1245108"/>
            <a:ext cx="10800715" cy="1332230"/>
          </a:xfrm>
          <a:custGeom>
            <a:avLst/>
            <a:gdLst/>
            <a:ahLst/>
            <a:cxnLst/>
            <a:rect l="l" t="t" r="r" b="b"/>
            <a:pathLst>
              <a:path w="10800715" h="1332230">
                <a:moveTo>
                  <a:pt x="10578084" y="1331975"/>
                </a:moveTo>
                <a:lnTo>
                  <a:pt x="222503" y="1331975"/>
                </a:lnTo>
                <a:lnTo>
                  <a:pt x="177596" y="1327294"/>
                </a:lnTo>
                <a:lnTo>
                  <a:pt x="135799" y="1314229"/>
                </a:lnTo>
                <a:lnTo>
                  <a:pt x="97999" y="1293669"/>
                </a:lnTo>
                <a:lnTo>
                  <a:pt x="65084" y="1266501"/>
                </a:lnTo>
                <a:lnTo>
                  <a:pt x="37940" y="1233610"/>
                </a:lnTo>
                <a:lnTo>
                  <a:pt x="17453" y="1195883"/>
                </a:lnTo>
                <a:lnTo>
                  <a:pt x="4511" y="1154208"/>
                </a:lnTo>
                <a:lnTo>
                  <a:pt x="0" y="1109471"/>
                </a:lnTo>
                <a:lnTo>
                  <a:pt x="0" y="220979"/>
                </a:lnTo>
                <a:lnTo>
                  <a:pt x="4511" y="176408"/>
                </a:lnTo>
                <a:lnTo>
                  <a:pt x="17453" y="134870"/>
                </a:lnTo>
                <a:lnTo>
                  <a:pt x="37940" y="97270"/>
                </a:lnTo>
                <a:lnTo>
                  <a:pt x="65084" y="64512"/>
                </a:lnTo>
                <a:lnTo>
                  <a:pt x="97999" y="37502"/>
                </a:lnTo>
                <a:lnTo>
                  <a:pt x="135799" y="17143"/>
                </a:lnTo>
                <a:lnTo>
                  <a:pt x="177596" y="4341"/>
                </a:lnTo>
                <a:lnTo>
                  <a:pt x="222503" y="0"/>
                </a:lnTo>
                <a:lnTo>
                  <a:pt x="10578084" y="0"/>
                </a:lnTo>
                <a:lnTo>
                  <a:pt x="10622825" y="4341"/>
                </a:lnTo>
                <a:lnTo>
                  <a:pt x="10664503" y="17143"/>
                </a:lnTo>
                <a:lnTo>
                  <a:pt x="10702231" y="37502"/>
                </a:lnTo>
                <a:lnTo>
                  <a:pt x="10735122" y="64512"/>
                </a:lnTo>
                <a:lnTo>
                  <a:pt x="10762290" y="97270"/>
                </a:lnTo>
                <a:lnTo>
                  <a:pt x="10782848" y="134870"/>
                </a:lnTo>
                <a:lnTo>
                  <a:pt x="10795910" y="176408"/>
                </a:lnTo>
                <a:lnTo>
                  <a:pt x="10800588" y="220979"/>
                </a:lnTo>
                <a:lnTo>
                  <a:pt x="10800588" y="1109471"/>
                </a:lnTo>
                <a:lnTo>
                  <a:pt x="10795910" y="1154208"/>
                </a:lnTo>
                <a:lnTo>
                  <a:pt x="10782848" y="1195883"/>
                </a:lnTo>
                <a:lnTo>
                  <a:pt x="10762290" y="1233610"/>
                </a:lnTo>
                <a:lnTo>
                  <a:pt x="10735122" y="1266501"/>
                </a:lnTo>
                <a:lnTo>
                  <a:pt x="10702231" y="1293669"/>
                </a:lnTo>
                <a:lnTo>
                  <a:pt x="10664503" y="1314229"/>
                </a:lnTo>
                <a:lnTo>
                  <a:pt x="10622825" y="1327294"/>
                </a:lnTo>
                <a:lnTo>
                  <a:pt x="10578084" y="1331975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60755" y="1341958"/>
            <a:ext cx="9069705" cy="112268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600" b="1">
                <a:solidFill>
                  <a:srgbClr val="FFFFFF"/>
                </a:solidFill>
                <a:latin typeface="宋体"/>
                <a:cs typeface="宋体"/>
              </a:rPr>
              <a:t>说明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：5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年期应付债券：面值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10,000,000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元、实际发行价格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10,432,700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元、票面利率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6%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、市场利率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5%；</a:t>
            </a:r>
            <a:endParaRPr sz="1600">
              <a:latin typeface="宋体"/>
              <a:cs typeface="宋体"/>
            </a:endParaRPr>
          </a:p>
          <a:p>
            <a:pPr marL="12700" marR="7620">
              <a:lnSpc>
                <a:spcPct val="150000"/>
              </a:lnSpc>
            </a:pP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      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4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年期应付债券：面值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20,000,000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元、实际发行价格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18,645,200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元、票面利率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5%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、市场利率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7%；  </a:t>
            </a:r>
            <a:r>
              <a:rPr dirty="0" sz="1600" b="1">
                <a:solidFill>
                  <a:srgbClr val="FFFFFF"/>
                </a:solidFill>
                <a:latin typeface="宋体"/>
                <a:cs typeface="宋体"/>
              </a:rPr>
              <a:t>要求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：自定义函数计算各债券年末摊余成本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2711" y="3528059"/>
            <a:ext cx="5318760" cy="2032000"/>
          </a:xfrm>
          <a:custGeom>
            <a:avLst/>
            <a:gdLst/>
            <a:ahLst/>
            <a:cxnLst/>
            <a:rect l="l" t="t" r="r" b="b"/>
            <a:pathLst>
              <a:path w="5318760" h="2032000">
                <a:moveTo>
                  <a:pt x="4978908" y="2031491"/>
                </a:moveTo>
                <a:lnTo>
                  <a:pt x="338328" y="2031491"/>
                </a:lnTo>
                <a:lnTo>
                  <a:pt x="292558" y="2028372"/>
                </a:lnTo>
                <a:lnTo>
                  <a:pt x="248637" y="2019345"/>
                </a:lnTo>
                <a:lnTo>
                  <a:pt x="206968" y="2004817"/>
                </a:lnTo>
                <a:lnTo>
                  <a:pt x="167956" y="1985190"/>
                </a:lnTo>
                <a:lnTo>
                  <a:pt x="132004" y="1960870"/>
                </a:lnTo>
                <a:lnTo>
                  <a:pt x="99517" y="1932260"/>
                </a:lnTo>
                <a:lnTo>
                  <a:pt x="70899" y="1899765"/>
                </a:lnTo>
                <a:lnTo>
                  <a:pt x="46555" y="1863789"/>
                </a:lnTo>
                <a:lnTo>
                  <a:pt x="26889" y="1824737"/>
                </a:lnTo>
                <a:lnTo>
                  <a:pt x="12304" y="1783012"/>
                </a:lnTo>
                <a:lnTo>
                  <a:pt x="3207" y="1739020"/>
                </a:lnTo>
                <a:lnTo>
                  <a:pt x="0" y="1693164"/>
                </a:lnTo>
                <a:lnTo>
                  <a:pt x="0" y="338327"/>
                </a:lnTo>
                <a:lnTo>
                  <a:pt x="3207" y="292442"/>
                </a:lnTo>
                <a:lnTo>
                  <a:pt x="12304" y="248426"/>
                </a:lnTo>
                <a:lnTo>
                  <a:pt x="26889" y="206682"/>
                </a:lnTo>
                <a:lnTo>
                  <a:pt x="46555" y="167617"/>
                </a:lnTo>
                <a:lnTo>
                  <a:pt x="70899" y="131633"/>
                </a:lnTo>
                <a:lnTo>
                  <a:pt x="99517" y="99136"/>
                </a:lnTo>
                <a:lnTo>
                  <a:pt x="132004" y="70529"/>
                </a:lnTo>
                <a:lnTo>
                  <a:pt x="167956" y="46216"/>
                </a:lnTo>
                <a:lnTo>
                  <a:pt x="206968" y="26603"/>
                </a:lnTo>
                <a:lnTo>
                  <a:pt x="248637" y="12093"/>
                </a:lnTo>
                <a:lnTo>
                  <a:pt x="292558" y="3090"/>
                </a:lnTo>
                <a:lnTo>
                  <a:pt x="338328" y="0"/>
                </a:lnTo>
                <a:lnTo>
                  <a:pt x="4978908" y="0"/>
                </a:lnTo>
                <a:lnTo>
                  <a:pt x="5024968" y="3090"/>
                </a:lnTo>
                <a:lnTo>
                  <a:pt x="5069127" y="12093"/>
                </a:lnTo>
                <a:lnTo>
                  <a:pt x="5110981" y="26603"/>
                </a:lnTo>
                <a:lnTo>
                  <a:pt x="5150126" y="46216"/>
                </a:lnTo>
                <a:lnTo>
                  <a:pt x="5186157" y="70529"/>
                </a:lnTo>
                <a:lnTo>
                  <a:pt x="5218671" y="99136"/>
                </a:lnTo>
                <a:lnTo>
                  <a:pt x="5247262" y="131633"/>
                </a:lnTo>
                <a:lnTo>
                  <a:pt x="5271527" y="167617"/>
                </a:lnTo>
                <a:lnTo>
                  <a:pt x="5291061" y="206682"/>
                </a:lnTo>
                <a:lnTo>
                  <a:pt x="5305460" y="248426"/>
                </a:lnTo>
                <a:lnTo>
                  <a:pt x="5314319" y="292442"/>
                </a:lnTo>
                <a:lnTo>
                  <a:pt x="5317236" y="338327"/>
                </a:lnTo>
                <a:lnTo>
                  <a:pt x="5318760" y="1693164"/>
                </a:lnTo>
                <a:lnTo>
                  <a:pt x="5315493" y="1739020"/>
                </a:lnTo>
                <a:lnTo>
                  <a:pt x="5306342" y="1783012"/>
                </a:lnTo>
                <a:lnTo>
                  <a:pt x="5291704" y="1824737"/>
                </a:lnTo>
                <a:lnTo>
                  <a:pt x="5271978" y="1863789"/>
                </a:lnTo>
                <a:lnTo>
                  <a:pt x="5247565" y="1899765"/>
                </a:lnTo>
                <a:lnTo>
                  <a:pt x="5218861" y="1932260"/>
                </a:lnTo>
                <a:lnTo>
                  <a:pt x="5186268" y="1960870"/>
                </a:lnTo>
                <a:lnTo>
                  <a:pt x="5150183" y="1985190"/>
                </a:lnTo>
                <a:lnTo>
                  <a:pt x="5111005" y="2004817"/>
                </a:lnTo>
                <a:lnTo>
                  <a:pt x="5069134" y="2019345"/>
                </a:lnTo>
                <a:lnTo>
                  <a:pt x="5024968" y="2028372"/>
                </a:lnTo>
                <a:lnTo>
                  <a:pt x="4978908" y="2031491"/>
                </a:lnTo>
                <a:close/>
              </a:path>
            </a:pathLst>
          </a:custGeom>
          <a:solidFill>
            <a:srgbClr val="D2E1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02692" y="3438144"/>
            <a:ext cx="1163320" cy="463550"/>
          </a:xfrm>
          <a:custGeom>
            <a:avLst/>
            <a:gdLst/>
            <a:ahLst/>
            <a:cxnLst/>
            <a:rect l="l" t="t" r="r" b="b"/>
            <a:pathLst>
              <a:path w="1163320" h="463550">
                <a:moveTo>
                  <a:pt x="1085088" y="463295"/>
                </a:moveTo>
                <a:lnTo>
                  <a:pt x="77723" y="463295"/>
                </a:lnTo>
                <a:lnTo>
                  <a:pt x="47686" y="457592"/>
                </a:lnTo>
                <a:lnTo>
                  <a:pt x="23083" y="441259"/>
                </a:lnTo>
                <a:lnTo>
                  <a:pt x="6370" y="416895"/>
                </a:lnTo>
                <a:lnTo>
                  <a:pt x="0" y="387095"/>
                </a:lnTo>
                <a:lnTo>
                  <a:pt x="0" y="77723"/>
                </a:lnTo>
                <a:lnTo>
                  <a:pt x="6370" y="47257"/>
                </a:lnTo>
                <a:lnTo>
                  <a:pt x="23083" y="22512"/>
                </a:lnTo>
                <a:lnTo>
                  <a:pt x="47686" y="5941"/>
                </a:lnTo>
                <a:lnTo>
                  <a:pt x="77723" y="0"/>
                </a:lnTo>
                <a:lnTo>
                  <a:pt x="1085088" y="0"/>
                </a:lnTo>
                <a:lnTo>
                  <a:pt x="1115625" y="5941"/>
                </a:lnTo>
                <a:lnTo>
                  <a:pt x="1140394" y="22512"/>
                </a:lnTo>
                <a:lnTo>
                  <a:pt x="1156941" y="47257"/>
                </a:lnTo>
                <a:lnTo>
                  <a:pt x="1162812" y="77723"/>
                </a:lnTo>
                <a:lnTo>
                  <a:pt x="1162812" y="387095"/>
                </a:lnTo>
                <a:lnTo>
                  <a:pt x="1156941" y="416895"/>
                </a:lnTo>
                <a:lnTo>
                  <a:pt x="1140394" y="441259"/>
                </a:lnTo>
                <a:lnTo>
                  <a:pt x="1115625" y="457592"/>
                </a:lnTo>
                <a:lnTo>
                  <a:pt x="1085088" y="463295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14121" y="3524046"/>
            <a:ext cx="93916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示例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2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码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5150" y="3937507"/>
            <a:ext cx="490220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1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调用自定义函</a:t>
            </a:r>
            <a:r>
              <a:rPr dirty="0" sz="1600" spc="-5">
                <a:latin typeface="宋体"/>
                <a:cs typeface="宋体"/>
              </a:rPr>
              <a:t>数 calcAmortisedCost(5,10000000,10432700,0.06,0.05)  calcAmortisedCost(4,20000000,18645200,0.05,0.07)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821679" y="4067555"/>
            <a:ext cx="548640" cy="951230"/>
          </a:xfrm>
          <a:custGeom>
            <a:avLst/>
            <a:gdLst/>
            <a:ahLst/>
            <a:cxnLst/>
            <a:rect l="l" t="t" r="r" b="b"/>
            <a:pathLst>
              <a:path w="548639" h="951229">
                <a:moveTo>
                  <a:pt x="274320" y="950976"/>
                </a:moveTo>
                <a:lnTo>
                  <a:pt x="274320" y="713232"/>
                </a:lnTo>
                <a:lnTo>
                  <a:pt x="0" y="713232"/>
                </a:lnTo>
                <a:lnTo>
                  <a:pt x="0" y="237744"/>
                </a:lnTo>
                <a:lnTo>
                  <a:pt x="274320" y="237744"/>
                </a:lnTo>
                <a:lnTo>
                  <a:pt x="274320" y="0"/>
                </a:lnTo>
                <a:lnTo>
                  <a:pt x="548640" y="475488"/>
                </a:lnTo>
                <a:lnTo>
                  <a:pt x="274320" y="950976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688835" y="3000755"/>
            <a:ext cx="4775200" cy="3086100"/>
          </a:xfrm>
          <a:custGeom>
            <a:avLst/>
            <a:gdLst/>
            <a:ahLst/>
            <a:cxnLst/>
            <a:rect l="l" t="t" r="r" b="b"/>
            <a:pathLst>
              <a:path w="4775200" h="3086100">
                <a:moveTo>
                  <a:pt x="4259580" y="3086100"/>
                </a:moveTo>
                <a:lnTo>
                  <a:pt x="515112" y="3086100"/>
                </a:lnTo>
                <a:lnTo>
                  <a:pt x="468214" y="3083956"/>
                </a:lnTo>
                <a:lnTo>
                  <a:pt x="422503" y="3077733"/>
                </a:lnTo>
                <a:lnTo>
                  <a:pt x="378160" y="3067613"/>
                </a:lnTo>
                <a:lnTo>
                  <a:pt x="335364" y="3053776"/>
                </a:lnTo>
                <a:lnTo>
                  <a:pt x="294297" y="3036403"/>
                </a:lnTo>
                <a:lnTo>
                  <a:pt x="255140" y="3015674"/>
                </a:lnTo>
                <a:lnTo>
                  <a:pt x="218073" y="2991770"/>
                </a:lnTo>
                <a:lnTo>
                  <a:pt x="183277" y="2964873"/>
                </a:lnTo>
                <a:lnTo>
                  <a:pt x="150933" y="2935162"/>
                </a:lnTo>
                <a:lnTo>
                  <a:pt x="121221" y="2902818"/>
                </a:lnTo>
                <a:lnTo>
                  <a:pt x="94323" y="2868023"/>
                </a:lnTo>
                <a:lnTo>
                  <a:pt x="70420" y="2830956"/>
                </a:lnTo>
                <a:lnTo>
                  <a:pt x="49691" y="2791800"/>
                </a:lnTo>
                <a:lnTo>
                  <a:pt x="32318" y="2750734"/>
                </a:lnTo>
                <a:lnTo>
                  <a:pt x="18482" y="2707938"/>
                </a:lnTo>
                <a:lnTo>
                  <a:pt x="8362" y="2663595"/>
                </a:lnTo>
                <a:lnTo>
                  <a:pt x="2142" y="2617885"/>
                </a:lnTo>
                <a:lnTo>
                  <a:pt x="0" y="2570988"/>
                </a:lnTo>
                <a:lnTo>
                  <a:pt x="0" y="513588"/>
                </a:lnTo>
                <a:lnTo>
                  <a:pt x="2142" y="466880"/>
                </a:lnTo>
                <a:lnTo>
                  <a:pt x="8362" y="421339"/>
                </a:lnTo>
                <a:lnTo>
                  <a:pt x="18482" y="377145"/>
                </a:lnTo>
                <a:lnTo>
                  <a:pt x="32318" y="334482"/>
                </a:lnTo>
                <a:lnTo>
                  <a:pt x="49691" y="293532"/>
                </a:lnTo>
                <a:lnTo>
                  <a:pt x="70420" y="254476"/>
                </a:lnTo>
                <a:lnTo>
                  <a:pt x="94323" y="217498"/>
                </a:lnTo>
                <a:lnTo>
                  <a:pt x="121221" y="182780"/>
                </a:lnTo>
                <a:lnTo>
                  <a:pt x="150933" y="150504"/>
                </a:lnTo>
                <a:lnTo>
                  <a:pt x="183277" y="120852"/>
                </a:lnTo>
                <a:lnTo>
                  <a:pt x="218073" y="94007"/>
                </a:lnTo>
                <a:lnTo>
                  <a:pt x="255140" y="70151"/>
                </a:lnTo>
                <a:lnTo>
                  <a:pt x="294297" y="49467"/>
                </a:lnTo>
                <a:lnTo>
                  <a:pt x="335364" y="32137"/>
                </a:lnTo>
                <a:lnTo>
                  <a:pt x="378160" y="18342"/>
                </a:lnTo>
                <a:lnTo>
                  <a:pt x="422503" y="8266"/>
                </a:lnTo>
                <a:lnTo>
                  <a:pt x="468214" y="2091"/>
                </a:lnTo>
                <a:lnTo>
                  <a:pt x="515112" y="0"/>
                </a:lnTo>
                <a:lnTo>
                  <a:pt x="4259580" y="0"/>
                </a:lnTo>
                <a:lnTo>
                  <a:pt x="4306437" y="2091"/>
                </a:lnTo>
                <a:lnTo>
                  <a:pt x="4352112" y="8266"/>
                </a:lnTo>
                <a:lnTo>
                  <a:pt x="4396426" y="18342"/>
                </a:lnTo>
                <a:lnTo>
                  <a:pt x="4439195" y="32137"/>
                </a:lnTo>
                <a:lnTo>
                  <a:pt x="4480241" y="49467"/>
                </a:lnTo>
                <a:lnTo>
                  <a:pt x="4519382" y="70151"/>
                </a:lnTo>
                <a:lnTo>
                  <a:pt x="4556437" y="94007"/>
                </a:lnTo>
                <a:lnTo>
                  <a:pt x="4591226" y="120852"/>
                </a:lnTo>
                <a:lnTo>
                  <a:pt x="4623568" y="150504"/>
                </a:lnTo>
                <a:lnTo>
                  <a:pt x="4653282" y="182780"/>
                </a:lnTo>
                <a:lnTo>
                  <a:pt x="4680187" y="217498"/>
                </a:lnTo>
                <a:lnTo>
                  <a:pt x="4704102" y="254476"/>
                </a:lnTo>
                <a:lnTo>
                  <a:pt x="4724847" y="293532"/>
                </a:lnTo>
                <a:lnTo>
                  <a:pt x="4742241" y="334482"/>
                </a:lnTo>
                <a:lnTo>
                  <a:pt x="4756104" y="377145"/>
                </a:lnTo>
                <a:lnTo>
                  <a:pt x="4766253" y="421339"/>
                </a:lnTo>
                <a:lnTo>
                  <a:pt x="4772509" y="466880"/>
                </a:lnTo>
                <a:lnTo>
                  <a:pt x="4774692" y="513588"/>
                </a:lnTo>
                <a:lnTo>
                  <a:pt x="4774692" y="2570988"/>
                </a:lnTo>
                <a:lnTo>
                  <a:pt x="4772509" y="2617885"/>
                </a:lnTo>
                <a:lnTo>
                  <a:pt x="4766253" y="2663595"/>
                </a:lnTo>
                <a:lnTo>
                  <a:pt x="4756104" y="2707938"/>
                </a:lnTo>
                <a:lnTo>
                  <a:pt x="4742241" y="2750734"/>
                </a:lnTo>
                <a:lnTo>
                  <a:pt x="4724847" y="2791800"/>
                </a:lnTo>
                <a:lnTo>
                  <a:pt x="4704102" y="2830956"/>
                </a:lnTo>
                <a:lnTo>
                  <a:pt x="4680187" y="2868023"/>
                </a:lnTo>
                <a:lnTo>
                  <a:pt x="4653282" y="2902818"/>
                </a:lnTo>
                <a:lnTo>
                  <a:pt x="4623568" y="2935162"/>
                </a:lnTo>
                <a:lnTo>
                  <a:pt x="4591226" y="2964873"/>
                </a:lnTo>
                <a:lnTo>
                  <a:pt x="4556437" y="2991770"/>
                </a:lnTo>
                <a:lnTo>
                  <a:pt x="4519382" y="3015674"/>
                </a:lnTo>
                <a:lnTo>
                  <a:pt x="4480241" y="3036403"/>
                </a:lnTo>
                <a:lnTo>
                  <a:pt x="4439195" y="3053776"/>
                </a:lnTo>
                <a:lnTo>
                  <a:pt x="4396426" y="3067613"/>
                </a:lnTo>
                <a:lnTo>
                  <a:pt x="4352112" y="3077733"/>
                </a:lnTo>
                <a:lnTo>
                  <a:pt x="4306437" y="3083956"/>
                </a:lnTo>
                <a:lnTo>
                  <a:pt x="4259580" y="30861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958330" y="3392284"/>
            <a:ext cx="4292600" cy="221996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600">
                <a:latin typeface="宋体"/>
                <a:cs typeface="宋体"/>
              </a:rPr>
              <a:t>输出结果</a:t>
            </a:r>
            <a:r>
              <a:rPr dirty="0" sz="1600" spc="-5">
                <a:latin typeface="宋体"/>
                <a:cs typeface="宋体"/>
              </a:rPr>
              <a:t>：</a:t>
            </a:r>
            <a:endParaRPr sz="1600">
              <a:latin typeface="宋体"/>
              <a:cs typeface="宋体"/>
            </a:endParaRPr>
          </a:p>
          <a:p>
            <a:pPr marL="12700" marR="5080">
              <a:lnSpc>
                <a:spcPct val="150000"/>
              </a:lnSpc>
            </a:pPr>
            <a:r>
              <a:rPr dirty="0" sz="1600">
                <a:latin typeface="宋体"/>
                <a:cs typeface="宋体"/>
              </a:rPr>
              <a:t>应付债券期末摊余成本依次为：</a:t>
            </a:r>
            <a:r>
              <a:rPr dirty="0" sz="1600" spc="-4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[10354335.0,  10272051.75, 10185654.34, 10094937.06, 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600" spc="-5">
                <a:latin typeface="宋体"/>
                <a:cs typeface="宋体"/>
              </a:rPr>
              <a:t>10000000]</a:t>
            </a:r>
            <a:endParaRPr sz="1600">
              <a:latin typeface="宋体"/>
              <a:cs typeface="宋体"/>
            </a:endParaRPr>
          </a:p>
          <a:p>
            <a:pPr marL="12700" marR="5080">
              <a:lnSpc>
                <a:spcPct val="150000"/>
              </a:lnSpc>
            </a:pPr>
            <a:r>
              <a:rPr dirty="0" sz="1600">
                <a:latin typeface="宋体"/>
                <a:cs typeface="宋体"/>
              </a:rPr>
              <a:t>应付债券期末摊余成本依次为：</a:t>
            </a:r>
            <a:r>
              <a:rPr dirty="0" sz="1600" spc="-4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[18950364.0,  19276889.48, 19626271.74, 20000000]</a:t>
            </a:r>
            <a:endParaRPr sz="1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332988" y="0"/>
            <a:ext cx="8859520" cy="6858000"/>
          </a:xfrm>
          <a:custGeom>
            <a:avLst/>
            <a:gdLst/>
            <a:ahLst/>
            <a:cxnLst/>
            <a:rect l="l" t="t" r="r" b="b"/>
            <a:pathLst>
              <a:path w="8859520" h="6858000">
                <a:moveTo>
                  <a:pt x="0" y="6858000"/>
                </a:moveTo>
                <a:lnTo>
                  <a:pt x="8859012" y="6858000"/>
                </a:lnTo>
                <a:lnTo>
                  <a:pt x="885901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885825" cy="6858000"/>
          </a:xfrm>
          <a:custGeom>
            <a:avLst/>
            <a:gdLst/>
            <a:ahLst/>
            <a:cxnLst/>
            <a:rect l="l" t="t" r="r" b="b"/>
            <a:pathLst>
              <a:path w="885825" h="6858000">
                <a:moveTo>
                  <a:pt x="0" y="6858000"/>
                </a:moveTo>
                <a:lnTo>
                  <a:pt x="885444" y="6858000"/>
                </a:lnTo>
                <a:lnTo>
                  <a:pt x="885444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334500" y="0"/>
            <a:ext cx="2857500" cy="15026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85444" y="0"/>
            <a:ext cx="2447925" cy="6858000"/>
          </a:xfrm>
          <a:custGeom>
            <a:avLst/>
            <a:gdLst/>
            <a:ahLst/>
            <a:cxnLst/>
            <a:rect l="l" t="t" r="r" b="b"/>
            <a:pathLst>
              <a:path w="2447925" h="6858000">
                <a:moveTo>
                  <a:pt x="0" y="0"/>
                </a:moveTo>
                <a:lnTo>
                  <a:pt x="2447544" y="0"/>
                </a:lnTo>
                <a:lnTo>
                  <a:pt x="244754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27532" y="2106167"/>
            <a:ext cx="2185670" cy="2646045"/>
          </a:xfrm>
          <a:custGeom>
            <a:avLst/>
            <a:gdLst/>
            <a:ahLst/>
            <a:cxnLst/>
            <a:rect l="l" t="t" r="r" b="b"/>
            <a:pathLst>
              <a:path w="2185670" h="2646045">
                <a:moveTo>
                  <a:pt x="0" y="0"/>
                </a:moveTo>
                <a:lnTo>
                  <a:pt x="2185416" y="0"/>
                </a:lnTo>
                <a:lnTo>
                  <a:pt x="2185416" y="2645663"/>
                </a:lnTo>
                <a:lnTo>
                  <a:pt x="0" y="2645663"/>
                </a:lnTo>
                <a:lnTo>
                  <a:pt x="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85444" y="2106167"/>
            <a:ext cx="2127885" cy="2646045"/>
          </a:xfrm>
          <a:prstGeom prst="rect">
            <a:avLst/>
          </a:prstGeom>
          <a:solidFill>
            <a:srgbClr val="F1F1F1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9300"/>
              </a:lnSpc>
            </a:pPr>
            <a:r>
              <a:rPr dirty="0" sz="16600" spc="-35" b="1">
                <a:solidFill>
                  <a:srgbClr val="205657"/>
                </a:solidFill>
                <a:latin typeface="宋体"/>
                <a:cs typeface="宋体"/>
              </a:rPr>
              <a:t>03</a:t>
            </a:r>
            <a:endParaRPr sz="16600">
              <a:latin typeface="宋体"/>
              <a:cs typeface="宋体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973254" y="2909912"/>
            <a:ext cx="3082925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="1">
                <a:solidFill>
                  <a:srgbClr val="205657"/>
                </a:solidFill>
                <a:latin typeface="宋体"/>
                <a:cs typeface="宋体"/>
              </a:rPr>
              <a:t>匿名函</a:t>
            </a:r>
            <a:r>
              <a:rPr dirty="0" spc="-25" b="1">
                <a:solidFill>
                  <a:srgbClr val="205657"/>
                </a:solidFill>
                <a:latin typeface="宋体"/>
                <a:cs typeface="宋体"/>
              </a:rPr>
              <a:t>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277876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神秘嘉宾：匿名函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数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6468" y="1229867"/>
            <a:ext cx="10799445" cy="1260475"/>
          </a:xfrm>
          <a:custGeom>
            <a:avLst/>
            <a:gdLst/>
            <a:ahLst/>
            <a:cxnLst/>
            <a:rect l="l" t="t" r="r" b="b"/>
            <a:pathLst>
              <a:path w="10799445" h="1260475">
                <a:moveTo>
                  <a:pt x="10590276" y="1260347"/>
                </a:moveTo>
                <a:lnTo>
                  <a:pt x="208787" y="1260347"/>
                </a:lnTo>
                <a:lnTo>
                  <a:pt x="160902" y="1254776"/>
                </a:lnTo>
                <a:lnTo>
                  <a:pt x="116899" y="1238955"/>
                </a:lnTo>
                <a:lnTo>
                  <a:pt x="78060" y="1214138"/>
                </a:lnTo>
                <a:lnTo>
                  <a:pt x="45669" y="1181582"/>
                </a:lnTo>
                <a:lnTo>
                  <a:pt x="21007" y="1142543"/>
                </a:lnTo>
                <a:lnTo>
                  <a:pt x="5356" y="1098275"/>
                </a:lnTo>
                <a:lnTo>
                  <a:pt x="0" y="1050035"/>
                </a:lnTo>
                <a:lnTo>
                  <a:pt x="0" y="210311"/>
                </a:lnTo>
                <a:lnTo>
                  <a:pt x="5356" y="162095"/>
                </a:lnTo>
                <a:lnTo>
                  <a:pt x="21007" y="117843"/>
                </a:lnTo>
                <a:lnTo>
                  <a:pt x="45669" y="78811"/>
                </a:lnTo>
                <a:lnTo>
                  <a:pt x="78060" y="46255"/>
                </a:lnTo>
                <a:lnTo>
                  <a:pt x="116899" y="21431"/>
                </a:lnTo>
                <a:lnTo>
                  <a:pt x="160902" y="5594"/>
                </a:lnTo>
                <a:lnTo>
                  <a:pt x="208787" y="0"/>
                </a:lnTo>
                <a:lnTo>
                  <a:pt x="10590276" y="0"/>
                </a:lnTo>
                <a:lnTo>
                  <a:pt x="10638161" y="5594"/>
                </a:lnTo>
                <a:lnTo>
                  <a:pt x="10682164" y="21431"/>
                </a:lnTo>
                <a:lnTo>
                  <a:pt x="10721003" y="46255"/>
                </a:lnTo>
                <a:lnTo>
                  <a:pt x="10753394" y="78811"/>
                </a:lnTo>
                <a:lnTo>
                  <a:pt x="10778056" y="117843"/>
                </a:lnTo>
                <a:lnTo>
                  <a:pt x="10793707" y="162095"/>
                </a:lnTo>
                <a:lnTo>
                  <a:pt x="10799064" y="210311"/>
                </a:lnTo>
                <a:lnTo>
                  <a:pt x="10799064" y="1050035"/>
                </a:lnTo>
                <a:lnTo>
                  <a:pt x="10793707" y="1098275"/>
                </a:lnTo>
                <a:lnTo>
                  <a:pt x="10778056" y="1142543"/>
                </a:lnTo>
                <a:lnTo>
                  <a:pt x="10753394" y="1181582"/>
                </a:lnTo>
                <a:lnTo>
                  <a:pt x="10721003" y="1214138"/>
                </a:lnTo>
                <a:lnTo>
                  <a:pt x="10682164" y="1238955"/>
                </a:lnTo>
                <a:lnTo>
                  <a:pt x="10638161" y="1254776"/>
                </a:lnTo>
                <a:lnTo>
                  <a:pt x="10590276" y="1260347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66800" y="1307350"/>
            <a:ext cx="1005903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当编写某些比较简单的函数时，按照def函数的格式化写法会使代码变得复杂，那么有没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有 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什么方法能跳过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def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语句，使代码更加的简洁易读呢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？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90372" y="2662427"/>
            <a:ext cx="10800715" cy="1148080"/>
          </a:xfrm>
          <a:custGeom>
            <a:avLst/>
            <a:gdLst/>
            <a:ahLst/>
            <a:cxnLst/>
            <a:rect l="l" t="t" r="r" b="b"/>
            <a:pathLst>
              <a:path w="10800715" h="1148079">
                <a:moveTo>
                  <a:pt x="10608564" y="1147572"/>
                </a:moveTo>
                <a:lnTo>
                  <a:pt x="190500" y="1147572"/>
                </a:lnTo>
                <a:lnTo>
                  <a:pt x="146878" y="1142570"/>
                </a:lnTo>
                <a:lnTo>
                  <a:pt x="106791" y="1128230"/>
                </a:lnTo>
                <a:lnTo>
                  <a:pt x="71398" y="1105713"/>
                </a:lnTo>
                <a:lnTo>
                  <a:pt x="41862" y="1076178"/>
                </a:lnTo>
                <a:lnTo>
                  <a:pt x="19343" y="1040786"/>
                </a:lnTo>
                <a:lnTo>
                  <a:pt x="5002" y="1000697"/>
                </a:lnTo>
                <a:lnTo>
                  <a:pt x="0" y="957072"/>
                </a:lnTo>
                <a:lnTo>
                  <a:pt x="0" y="192024"/>
                </a:lnTo>
                <a:lnTo>
                  <a:pt x="5002" y="148002"/>
                </a:lnTo>
                <a:lnTo>
                  <a:pt x="19343" y="107620"/>
                </a:lnTo>
                <a:lnTo>
                  <a:pt x="41862" y="72013"/>
                </a:lnTo>
                <a:lnTo>
                  <a:pt x="71398" y="42314"/>
                </a:lnTo>
                <a:lnTo>
                  <a:pt x="106791" y="19656"/>
                </a:lnTo>
                <a:lnTo>
                  <a:pt x="146878" y="5173"/>
                </a:lnTo>
                <a:lnTo>
                  <a:pt x="190500" y="0"/>
                </a:lnTo>
                <a:lnTo>
                  <a:pt x="10608564" y="0"/>
                </a:lnTo>
                <a:lnTo>
                  <a:pt x="10652469" y="5173"/>
                </a:lnTo>
                <a:lnTo>
                  <a:pt x="10692774" y="19656"/>
                </a:lnTo>
                <a:lnTo>
                  <a:pt x="10728345" y="42314"/>
                </a:lnTo>
                <a:lnTo>
                  <a:pt x="10758045" y="72013"/>
                </a:lnTo>
                <a:lnTo>
                  <a:pt x="10780742" y="107620"/>
                </a:lnTo>
                <a:lnTo>
                  <a:pt x="10795301" y="148002"/>
                </a:lnTo>
                <a:lnTo>
                  <a:pt x="10800588" y="192024"/>
                </a:lnTo>
                <a:lnTo>
                  <a:pt x="10800588" y="957072"/>
                </a:lnTo>
                <a:lnTo>
                  <a:pt x="10795301" y="1000697"/>
                </a:lnTo>
                <a:lnTo>
                  <a:pt x="10780742" y="1040786"/>
                </a:lnTo>
                <a:lnTo>
                  <a:pt x="10758045" y="1076178"/>
                </a:lnTo>
                <a:lnTo>
                  <a:pt x="10728345" y="1105713"/>
                </a:lnTo>
                <a:lnTo>
                  <a:pt x="10692774" y="1128230"/>
                </a:lnTo>
                <a:lnTo>
                  <a:pt x="10652469" y="1142570"/>
                </a:lnTo>
                <a:lnTo>
                  <a:pt x="10608564" y="11475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83958" y="2656408"/>
            <a:ext cx="10812780" cy="1159510"/>
          </a:xfrm>
          <a:custGeom>
            <a:avLst/>
            <a:gdLst/>
            <a:ahLst/>
            <a:cxnLst/>
            <a:rect l="l" t="t" r="r" b="b"/>
            <a:pathLst>
              <a:path w="10812780" h="1159510">
                <a:moveTo>
                  <a:pt x="10625340" y="1159510"/>
                </a:moveTo>
                <a:lnTo>
                  <a:pt x="187312" y="1159510"/>
                </a:lnTo>
                <a:lnTo>
                  <a:pt x="157708" y="1155700"/>
                </a:lnTo>
                <a:lnTo>
                  <a:pt x="138760" y="1150619"/>
                </a:lnTo>
                <a:lnTo>
                  <a:pt x="129578" y="1146810"/>
                </a:lnTo>
                <a:lnTo>
                  <a:pt x="120611" y="1144269"/>
                </a:lnTo>
                <a:lnTo>
                  <a:pt x="87045" y="1125219"/>
                </a:lnTo>
                <a:lnTo>
                  <a:pt x="71831" y="1113789"/>
                </a:lnTo>
                <a:lnTo>
                  <a:pt x="64668" y="1108710"/>
                </a:lnTo>
                <a:lnTo>
                  <a:pt x="57810" y="1101089"/>
                </a:lnTo>
                <a:lnTo>
                  <a:pt x="51269" y="1094739"/>
                </a:lnTo>
                <a:lnTo>
                  <a:pt x="45059" y="1087119"/>
                </a:lnTo>
                <a:lnTo>
                  <a:pt x="19418" y="1047750"/>
                </a:lnTo>
                <a:lnTo>
                  <a:pt x="6159" y="1010919"/>
                </a:lnTo>
                <a:lnTo>
                  <a:pt x="190" y="971550"/>
                </a:lnTo>
                <a:lnTo>
                  <a:pt x="0" y="966469"/>
                </a:lnTo>
                <a:lnTo>
                  <a:pt x="0" y="191769"/>
                </a:lnTo>
                <a:lnTo>
                  <a:pt x="6159" y="147319"/>
                </a:lnTo>
                <a:lnTo>
                  <a:pt x="23787" y="102869"/>
                </a:lnTo>
                <a:lnTo>
                  <a:pt x="45059" y="71119"/>
                </a:lnTo>
                <a:lnTo>
                  <a:pt x="79298" y="38100"/>
                </a:lnTo>
                <a:lnTo>
                  <a:pt x="120611" y="15239"/>
                </a:lnTo>
                <a:lnTo>
                  <a:pt x="157708" y="3810"/>
                </a:lnTo>
                <a:lnTo>
                  <a:pt x="167436" y="1269"/>
                </a:lnTo>
                <a:lnTo>
                  <a:pt x="177330" y="0"/>
                </a:lnTo>
                <a:lnTo>
                  <a:pt x="10635322" y="0"/>
                </a:lnTo>
                <a:lnTo>
                  <a:pt x="10645216" y="1269"/>
                </a:lnTo>
                <a:lnTo>
                  <a:pt x="10654944" y="3810"/>
                </a:lnTo>
                <a:lnTo>
                  <a:pt x="10664507" y="5080"/>
                </a:lnTo>
                <a:lnTo>
                  <a:pt x="10673880" y="7619"/>
                </a:lnTo>
                <a:lnTo>
                  <a:pt x="10683074" y="11430"/>
                </a:lnTo>
                <a:lnTo>
                  <a:pt x="10686063" y="12700"/>
                </a:lnTo>
                <a:lnTo>
                  <a:pt x="178765" y="12700"/>
                </a:lnTo>
                <a:lnTo>
                  <a:pt x="169202" y="13969"/>
                </a:lnTo>
                <a:lnTo>
                  <a:pt x="169506" y="13969"/>
                </a:lnTo>
                <a:lnTo>
                  <a:pt x="160096" y="15239"/>
                </a:lnTo>
                <a:lnTo>
                  <a:pt x="160401" y="15239"/>
                </a:lnTo>
                <a:lnTo>
                  <a:pt x="151155" y="17780"/>
                </a:lnTo>
                <a:lnTo>
                  <a:pt x="151460" y="17780"/>
                </a:lnTo>
                <a:lnTo>
                  <a:pt x="142392" y="20319"/>
                </a:lnTo>
                <a:lnTo>
                  <a:pt x="142684" y="20319"/>
                </a:lnTo>
                <a:lnTo>
                  <a:pt x="133807" y="22860"/>
                </a:lnTo>
                <a:lnTo>
                  <a:pt x="134099" y="22860"/>
                </a:lnTo>
                <a:lnTo>
                  <a:pt x="125412" y="26669"/>
                </a:lnTo>
                <a:lnTo>
                  <a:pt x="125704" y="26669"/>
                </a:lnTo>
                <a:lnTo>
                  <a:pt x="117233" y="30480"/>
                </a:lnTo>
                <a:lnTo>
                  <a:pt x="117500" y="30480"/>
                </a:lnTo>
                <a:lnTo>
                  <a:pt x="109258" y="34289"/>
                </a:lnTo>
                <a:lnTo>
                  <a:pt x="109537" y="34289"/>
                </a:lnTo>
                <a:lnTo>
                  <a:pt x="101523" y="39369"/>
                </a:lnTo>
                <a:lnTo>
                  <a:pt x="101790" y="39369"/>
                </a:lnTo>
                <a:lnTo>
                  <a:pt x="94030" y="43180"/>
                </a:lnTo>
                <a:lnTo>
                  <a:pt x="94284" y="43180"/>
                </a:lnTo>
                <a:lnTo>
                  <a:pt x="86779" y="48260"/>
                </a:lnTo>
                <a:lnTo>
                  <a:pt x="87020" y="48260"/>
                </a:lnTo>
                <a:lnTo>
                  <a:pt x="79806" y="54610"/>
                </a:lnTo>
                <a:lnTo>
                  <a:pt x="80035" y="54610"/>
                </a:lnTo>
                <a:lnTo>
                  <a:pt x="73101" y="59689"/>
                </a:lnTo>
                <a:lnTo>
                  <a:pt x="73317" y="59689"/>
                </a:lnTo>
                <a:lnTo>
                  <a:pt x="66675" y="66039"/>
                </a:lnTo>
                <a:lnTo>
                  <a:pt x="66890" y="66039"/>
                </a:lnTo>
                <a:lnTo>
                  <a:pt x="60566" y="72389"/>
                </a:lnTo>
                <a:lnTo>
                  <a:pt x="60769" y="72389"/>
                </a:lnTo>
                <a:lnTo>
                  <a:pt x="55753" y="78739"/>
                </a:lnTo>
                <a:lnTo>
                  <a:pt x="54952" y="78739"/>
                </a:lnTo>
                <a:lnTo>
                  <a:pt x="49276" y="86360"/>
                </a:lnTo>
                <a:lnTo>
                  <a:pt x="49453" y="86360"/>
                </a:lnTo>
                <a:lnTo>
                  <a:pt x="44119" y="93980"/>
                </a:lnTo>
                <a:lnTo>
                  <a:pt x="44297" y="93980"/>
                </a:lnTo>
                <a:lnTo>
                  <a:pt x="40148" y="100330"/>
                </a:lnTo>
                <a:lnTo>
                  <a:pt x="39471" y="100330"/>
                </a:lnTo>
                <a:lnTo>
                  <a:pt x="34874" y="109219"/>
                </a:lnTo>
                <a:lnTo>
                  <a:pt x="35013" y="109219"/>
                </a:lnTo>
                <a:lnTo>
                  <a:pt x="30797" y="116839"/>
                </a:lnTo>
                <a:lnTo>
                  <a:pt x="27647" y="124460"/>
                </a:lnTo>
                <a:lnTo>
                  <a:pt x="27216" y="124460"/>
                </a:lnTo>
                <a:lnTo>
                  <a:pt x="23799" y="133350"/>
                </a:lnTo>
                <a:lnTo>
                  <a:pt x="20904" y="142239"/>
                </a:lnTo>
                <a:lnTo>
                  <a:pt x="18415" y="151130"/>
                </a:lnTo>
                <a:lnTo>
                  <a:pt x="16357" y="160019"/>
                </a:lnTo>
                <a:lnTo>
                  <a:pt x="14744" y="168910"/>
                </a:lnTo>
                <a:lnTo>
                  <a:pt x="13576" y="177800"/>
                </a:lnTo>
                <a:lnTo>
                  <a:pt x="12877" y="187960"/>
                </a:lnTo>
                <a:lnTo>
                  <a:pt x="12700" y="191769"/>
                </a:lnTo>
                <a:lnTo>
                  <a:pt x="12700" y="966469"/>
                </a:lnTo>
                <a:lnTo>
                  <a:pt x="12877" y="971550"/>
                </a:lnTo>
                <a:lnTo>
                  <a:pt x="13601" y="980439"/>
                </a:lnTo>
                <a:lnTo>
                  <a:pt x="14795" y="990600"/>
                </a:lnTo>
                <a:lnTo>
                  <a:pt x="14954" y="990600"/>
                </a:lnTo>
                <a:lnTo>
                  <a:pt x="16421" y="999489"/>
                </a:lnTo>
                <a:lnTo>
                  <a:pt x="18491" y="1008380"/>
                </a:lnTo>
                <a:lnTo>
                  <a:pt x="20993" y="1017269"/>
                </a:lnTo>
                <a:lnTo>
                  <a:pt x="23901" y="1026160"/>
                </a:lnTo>
                <a:lnTo>
                  <a:pt x="24287" y="1026160"/>
                </a:lnTo>
                <a:lnTo>
                  <a:pt x="27216" y="1033780"/>
                </a:lnTo>
                <a:lnTo>
                  <a:pt x="30924" y="1042669"/>
                </a:lnTo>
                <a:lnTo>
                  <a:pt x="31399" y="1042669"/>
                </a:lnTo>
                <a:lnTo>
                  <a:pt x="35013" y="1050289"/>
                </a:lnTo>
                <a:lnTo>
                  <a:pt x="34874" y="1050289"/>
                </a:lnTo>
                <a:lnTo>
                  <a:pt x="39471" y="1057910"/>
                </a:lnTo>
                <a:lnTo>
                  <a:pt x="39319" y="1057910"/>
                </a:lnTo>
                <a:lnTo>
                  <a:pt x="44297" y="1065530"/>
                </a:lnTo>
                <a:lnTo>
                  <a:pt x="44119" y="1065530"/>
                </a:lnTo>
                <a:lnTo>
                  <a:pt x="49453" y="1073150"/>
                </a:lnTo>
                <a:lnTo>
                  <a:pt x="50222" y="1073150"/>
                </a:lnTo>
                <a:lnTo>
                  <a:pt x="54952" y="1079500"/>
                </a:lnTo>
                <a:lnTo>
                  <a:pt x="54749" y="1079500"/>
                </a:lnTo>
                <a:lnTo>
                  <a:pt x="60769" y="1085850"/>
                </a:lnTo>
                <a:lnTo>
                  <a:pt x="60566" y="1085850"/>
                </a:lnTo>
                <a:lnTo>
                  <a:pt x="66890" y="1092200"/>
                </a:lnTo>
                <a:lnTo>
                  <a:pt x="66675" y="1092200"/>
                </a:lnTo>
                <a:lnTo>
                  <a:pt x="73317" y="1098550"/>
                </a:lnTo>
                <a:lnTo>
                  <a:pt x="73101" y="1098550"/>
                </a:lnTo>
                <a:lnTo>
                  <a:pt x="80035" y="1104900"/>
                </a:lnTo>
                <a:lnTo>
                  <a:pt x="79806" y="1104900"/>
                </a:lnTo>
                <a:lnTo>
                  <a:pt x="87020" y="1109980"/>
                </a:lnTo>
                <a:lnTo>
                  <a:pt x="86779" y="1109980"/>
                </a:lnTo>
                <a:lnTo>
                  <a:pt x="94284" y="1115060"/>
                </a:lnTo>
                <a:lnTo>
                  <a:pt x="94030" y="1115060"/>
                </a:lnTo>
                <a:lnTo>
                  <a:pt x="101790" y="1120139"/>
                </a:lnTo>
                <a:lnTo>
                  <a:pt x="101523" y="1120139"/>
                </a:lnTo>
                <a:lnTo>
                  <a:pt x="109537" y="1123950"/>
                </a:lnTo>
                <a:lnTo>
                  <a:pt x="109258" y="1123950"/>
                </a:lnTo>
                <a:lnTo>
                  <a:pt x="117500" y="1129030"/>
                </a:lnTo>
                <a:lnTo>
                  <a:pt x="117233" y="1129030"/>
                </a:lnTo>
                <a:lnTo>
                  <a:pt x="125704" y="1132839"/>
                </a:lnTo>
                <a:lnTo>
                  <a:pt x="128308" y="1132839"/>
                </a:lnTo>
                <a:lnTo>
                  <a:pt x="134099" y="1135380"/>
                </a:lnTo>
                <a:lnTo>
                  <a:pt x="133807" y="1135380"/>
                </a:lnTo>
                <a:lnTo>
                  <a:pt x="142684" y="1137919"/>
                </a:lnTo>
                <a:lnTo>
                  <a:pt x="142392" y="1137919"/>
                </a:lnTo>
                <a:lnTo>
                  <a:pt x="151460" y="1140460"/>
                </a:lnTo>
                <a:lnTo>
                  <a:pt x="151155" y="1140460"/>
                </a:lnTo>
                <a:lnTo>
                  <a:pt x="160401" y="1143000"/>
                </a:lnTo>
                <a:lnTo>
                  <a:pt x="160096" y="1143000"/>
                </a:lnTo>
                <a:lnTo>
                  <a:pt x="169506" y="1144269"/>
                </a:lnTo>
                <a:lnTo>
                  <a:pt x="169202" y="1144269"/>
                </a:lnTo>
                <a:lnTo>
                  <a:pt x="178765" y="1145539"/>
                </a:lnTo>
                <a:lnTo>
                  <a:pt x="178447" y="1145539"/>
                </a:lnTo>
                <a:lnTo>
                  <a:pt x="188163" y="1146810"/>
                </a:lnTo>
                <a:lnTo>
                  <a:pt x="10683074" y="1146810"/>
                </a:lnTo>
                <a:lnTo>
                  <a:pt x="10673880" y="1150619"/>
                </a:lnTo>
                <a:lnTo>
                  <a:pt x="10654944" y="1155700"/>
                </a:lnTo>
                <a:lnTo>
                  <a:pt x="10625340" y="1159510"/>
                </a:lnTo>
                <a:close/>
              </a:path>
              <a:path w="10812780" h="1159510">
                <a:moveTo>
                  <a:pt x="10757903" y="80010"/>
                </a:moveTo>
                <a:lnTo>
                  <a:pt x="10751883" y="72389"/>
                </a:lnTo>
                <a:lnTo>
                  <a:pt x="10752086" y="72389"/>
                </a:lnTo>
                <a:lnTo>
                  <a:pt x="10745762" y="66039"/>
                </a:lnTo>
                <a:lnTo>
                  <a:pt x="10745978" y="66039"/>
                </a:lnTo>
                <a:lnTo>
                  <a:pt x="10739335" y="59689"/>
                </a:lnTo>
                <a:lnTo>
                  <a:pt x="10739551" y="59689"/>
                </a:lnTo>
                <a:lnTo>
                  <a:pt x="10732617" y="54610"/>
                </a:lnTo>
                <a:lnTo>
                  <a:pt x="10732846" y="54610"/>
                </a:lnTo>
                <a:lnTo>
                  <a:pt x="10725632" y="48260"/>
                </a:lnTo>
                <a:lnTo>
                  <a:pt x="10725873" y="48260"/>
                </a:lnTo>
                <a:lnTo>
                  <a:pt x="10718368" y="43180"/>
                </a:lnTo>
                <a:lnTo>
                  <a:pt x="10718622" y="43180"/>
                </a:lnTo>
                <a:lnTo>
                  <a:pt x="10710862" y="39369"/>
                </a:lnTo>
                <a:lnTo>
                  <a:pt x="10711129" y="39369"/>
                </a:lnTo>
                <a:lnTo>
                  <a:pt x="10703115" y="34289"/>
                </a:lnTo>
                <a:lnTo>
                  <a:pt x="10703394" y="34289"/>
                </a:lnTo>
                <a:lnTo>
                  <a:pt x="10695139" y="30480"/>
                </a:lnTo>
                <a:lnTo>
                  <a:pt x="10695419" y="30480"/>
                </a:lnTo>
                <a:lnTo>
                  <a:pt x="10686948" y="26669"/>
                </a:lnTo>
                <a:lnTo>
                  <a:pt x="10687240" y="26669"/>
                </a:lnTo>
                <a:lnTo>
                  <a:pt x="10678553" y="22860"/>
                </a:lnTo>
                <a:lnTo>
                  <a:pt x="10678845" y="22860"/>
                </a:lnTo>
                <a:lnTo>
                  <a:pt x="10669968" y="20319"/>
                </a:lnTo>
                <a:lnTo>
                  <a:pt x="10670260" y="20319"/>
                </a:lnTo>
                <a:lnTo>
                  <a:pt x="10661192" y="17780"/>
                </a:lnTo>
                <a:lnTo>
                  <a:pt x="10661497" y="17780"/>
                </a:lnTo>
                <a:lnTo>
                  <a:pt x="10652252" y="15239"/>
                </a:lnTo>
                <a:lnTo>
                  <a:pt x="10652556" y="15239"/>
                </a:lnTo>
                <a:lnTo>
                  <a:pt x="10643146" y="13969"/>
                </a:lnTo>
                <a:lnTo>
                  <a:pt x="10643450" y="13969"/>
                </a:lnTo>
                <a:lnTo>
                  <a:pt x="10633887" y="12700"/>
                </a:lnTo>
                <a:lnTo>
                  <a:pt x="10686063" y="12700"/>
                </a:lnTo>
                <a:lnTo>
                  <a:pt x="10725607" y="33019"/>
                </a:lnTo>
                <a:lnTo>
                  <a:pt x="10761383" y="63500"/>
                </a:lnTo>
                <a:lnTo>
                  <a:pt x="10773460" y="78739"/>
                </a:lnTo>
                <a:lnTo>
                  <a:pt x="10757700" y="78739"/>
                </a:lnTo>
                <a:lnTo>
                  <a:pt x="10757903" y="80010"/>
                </a:lnTo>
                <a:close/>
              </a:path>
              <a:path w="10812780" h="1159510">
                <a:moveTo>
                  <a:pt x="54749" y="80010"/>
                </a:moveTo>
                <a:lnTo>
                  <a:pt x="54952" y="78739"/>
                </a:lnTo>
                <a:lnTo>
                  <a:pt x="55753" y="78739"/>
                </a:lnTo>
                <a:lnTo>
                  <a:pt x="54749" y="80010"/>
                </a:lnTo>
                <a:close/>
              </a:path>
              <a:path w="10812780" h="1159510">
                <a:moveTo>
                  <a:pt x="10773333" y="101600"/>
                </a:moveTo>
                <a:lnTo>
                  <a:pt x="10768355" y="93980"/>
                </a:lnTo>
                <a:lnTo>
                  <a:pt x="10768533" y="93980"/>
                </a:lnTo>
                <a:lnTo>
                  <a:pt x="10763199" y="86360"/>
                </a:lnTo>
                <a:lnTo>
                  <a:pt x="10763377" y="86360"/>
                </a:lnTo>
                <a:lnTo>
                  <a:pt x="10757700" y="78739"/>
                </a:lnTo>
                <a:lnTo>
                  <a:pt x="10773460" y="78739"/>
                </a:lnTo>
                <a:lnTo>
                  <a:pt x="10778972" y="86360"/>
                </a:lnTo>
                <a:lnTo>
                  <a:pt x="10784103" y="93980"/>
                </a:lnTo>
                <a:lnTo>
                  <a:pt x="10787505" y="100330"/>
                </a:lnTo>
                <a:lnTo>
                  <a:pt x="10773181" y="100330"/>
                </a:lnTo>
                <a:lnTo>
                  <a:pt x="10773333" y="101600"/>
                </a:lnTo>
                <a:close/>
              </a:path>
              <a:path w="10812780" h="1159510">
                <a:moveTo>
                  <a:pt x="39319" y="101600"/>
                </a:moveTo>
                <a:lnTo>
                  <a:pt x="39471" y="100330"/>
                </a:lnTo>
                <a:lnTo>
                  <a:pt x="40148" y="100330"/>
                </a:lnTo>
                <a:lnTo>
                  <a:pt x="39319" y="101600"/>
                </a:lnTo>
                <a:close/>
              </a:path>
              <a:path w="10812780" h="1159510">
                <a:moveTo>
                  <a:pt x="10785551" y="125730"/>
                </a:moveTo>
                <a:lnTo>
                  <a:pt x="10781728" y="116839"/>
                </a:lnTo>
                <a:lnTo>
                  <a:pt x="10781855" y="116839"/>
                </a:lnTo>
                <a:lnTo>
                  <a:pt x="10777639" y="109219"/>
                </a:lnTo>
                <a:lnTo>
                  <a:pt x="10777778" y="109219"/>
                </a:lnTo>
                <a:lnTo>
                  <a:pt x="10773181" y="100330"/>
                </a:lnTo>
                <a:lnTo>
                  <a:pt x="10787505" y="100330"/>
                </a:lnTo>
                <a:lnTo>
                  <a:pt x="10788865" y="102869"/>
                </a:lnTo>
                <a:lnTo>
                  <a:pt x="10793234" y="111760"/>
                </a:lnTo>
                <a:lnTo>
                  <a:pt x="10797184" y="120650"/>
                </a:lnTo>
                <a:lnTo>
                  <a:pt x="10798702" y="124460"/>
                </a:lnTo>
                <a:lnTo>
                  <a:pt x="10785436" y="124460"/>
                </a:lnTo>
                <a:lnTo>
                  <a:pt x="10785551" y="125730"/>
                </a:lnTo>
                <a:close/>
              </a:path>
              <a:path w="10812780" h="1159510">
                <a:moveTo>
                  <a:pt x="27101" y="125730"/>
                </a:moveTo>
                <a:lnTo>
                  <a:pt x="27216" y="124460"/>
                </a:lnTo>
                <a:lnTo>
                  <a:pt x="27647" y="124460"/>
                </a:lnTo>
                <a:lnTo>
                  <a:pt x="27101" y="125730"/>
                </a:lnTo>
                <a:close/>
              </a:path>
              <a:path w="10812780" h="1159510">
                <a:moveTo>
                  <a:pt x="10810600" y="990600"/>
                </a:moveTo>
                <a:lnTo>
                  <a:pt x="10797857" y="990600"/>
                </a:lnTo>
                <a:lnTo>
                  <a:pt x="10799076" y="980439"/>
                </a:lnTo>
                <a:lnTo>
                  <a:pt x="10799787" y="971550"/>
                </a:lnTo>
                <a:lnTo>
                  <a:pt x="10799953" y="966469"/>
                </a:lnTo>
                <a:lnTo>
                  <a:pt x="10799953" y="191769"/>
                </a:lnTo>
                <a:lnTo>
                  <a:pt x="10799775" y="187960"/>
                </a:lnTo>
                <a:lnTo>
                  <a:pt x="10799051" y="177800"/>
                </a:lnTo>
                <a:lnTo>
                  <a:pt x="10797857" y="168910"/>
                </a:lnTo>
                <a:lnTo>
                  <a:pt x="10796231" y="160019"/>
                </a:lnTo>
                <a:lnTo>
                  <a:pt x="10794161" y="151130"/>
                </a:lnTo>
                <a:lnTo>
                  <a:pt x="10791659" y="142239"/>
                </a:lnTo>
                <a:lnTo>
                  <a:pt x="10788751" y="133350"/>
                </a:lnTo>
                <a:lnTo>
                  <a:pt x="10785436" y="124460"/>
                </a:lnTo>
                <a:lnTo>
                  <a:pt x="10798702" y="124460"/>
                </a:lnTo>
                <a:lnTo>
                  <a:pt x="10810443" y="166369"/>
                </a:lnTo>
                <a:lnTo>
                  <a:pt x="10812653" y="191769"/>
                </a:lnTo>
                <a:lnTo>
                  <a:pt x="10812653" y="966469"/>
                </a:lnTo>
                <a:lnTo>
                  <a:pt x="10812462" y="971550"/>
                </a:lnTo>
                <a:lnTo>
                  <a:pt x="10811700" y="981710"/>
                </a:lnTo>
                <a:lnTo>
                  <a:pt x="10810600" y="990600"/>
                </a:lnTo>
                <a:close/>
              </a:path>
              <a:path w="10812780" h="1159510">
                <a:moveTo>
                  <a:pt x="14954" y="990600"/>
                </a:moveTo>
                <a:lnTo>
                  <a:pt x="14795" y="990600"/>
                </a:lnTo>
                <a:lnTo>
                  <a:pt x="14744" y="989330"/>
                </a:lnTo>
                <a:lnTo>
                  <a:pt x="14954" y="990600"/>
                </a:lnTo>
                <a:close/>
              </a:path>
              <a:path w="10812780" h="1159510">
                <a:moveTo>
                  <a:pt x="10802061" y="1026160"/>
                </a:moveTo>
                <a:lnTo>
                  <a:pt x="10788751" y="1026160"/>
                </a:lnTo>
                <a:lnTo>
                  <a:pt x="10791748" y="1017269"/>
                </a:lnTo>
                <a:lnTo>
                  <a:pt x="10794238" y="1008380"/>
                </a:lnTo>
                <a:lnTo>
                  <a:pt x="10796295" y="999489"/>
                </a:lnTo>
                <a:lnTo>
                  <a:pt x="10797908" y="989330"/>
                </a:lnTo>
                <a:lnTo>
                  <a:pt x="10797857" y="990600"/>
                </a:lnTo>
                <a:lnTo>
                  <a:pt x="10810600" y="990600"/>
                </a:lnTo>
                <a:lnTo>
                  <a:pt x="10810443" y="991869"/>
                </a:lnTo>
                <a:lnTo>
                  <a:pt x="10808703" y="1002030"/>
                </a:lnTo>
                <a:lnTo>
                  <a:pt x="10806493" y="1010919"/>
                </a:lnTo>
                <a:lnTo>
                  <a:pt x="10803839" y="1021080"/>
                </a:lnTo>
                <a:lnTo>
                  <a:pt x="10802061" y="1026160"/>
                </a:lnTo>
                <a:close/>
              </a:path>
              <a:path w="10812780" h="1159510">
                <a:moveTo>
                  <a:pt x="24287" y="1026160"/>
                </a:moveTo>
                <a:lnTo>
                  <a:pt x="23901" y="1026160"/>
                </a:lnTo>
                <a:lnTo>
                  <a:pt x="23799" y="1024889"/>
                </a:lnTo>
                <a:lnTo>
                  <a:pt x="24287" y="1026160"/>
                </a:lnTo>
                <a:close/>
              </a:path>
              <a:path w="10812780" h="1159510">
                <a:moveTo>
                  <a:pt x="10795491" y="1042669"/>
                </a:moveTo>
                <a:lnTo>
                  <a:pt x="10781728" y="1042669"/>
                </a:lnTo>
                <a:lnTo>
                  <a:pt x="10785551" y="1033780"/>
                </a:lnTo>
                <a:lnTo>
                  <a:pt x="10788853" y="1024889"/>
                </a:lnTo>
                <a:lnTo>
                  <a:pt x="10788751" y="1026160"/>
                </a:lnTo>
                <a:lnTo>
                  <a:pt x="10802061" y="1026160"/>
                </a:lnTo>
                <a:lnTo>
                  <a:pt x="10800727" y="1029969"/>
                </a:lnTo>
                <a:lnTo>
                  <a:pt x="10797184" y="1038860"/>
                </a:lnTo>
                <a:lnTo>
                  <a:pt x="10795491" y="1042669"/>
                </a:lnTo>
                <a:close/>
              </a:path>
              <a:path w="10812780" h="1159510">
                <a:moveTo>
                  <a:pt x="31399" y="1042669"/>
                </a:moveTo>
                <a:lnTo>
                  <a:pt x="30924" y="1042669"/>
                </a:lnTo>
                <a:lnTo>
                  <a:pt x="30797" y="1041400"/>
                </a:lnTo>
                <a:lnTo>
                  <a:pt x="31399" y="1042669"/>
                </a:lnTo>
                <a:close/>
              </a:path>
              <a:path w="10812780" h="1159510">
                <a:moveTo>
                  <a:pt x="10778053" y="1073150"/>
                </a:moveTo>
                <a:lnTo>
                  <a:pt x="10763199" y="1073150"/>
                </a:lnTo>
                <a:lnTo>
                  <a:pt x="10768533" y="1065530"/>
                </a:lnTo>
                <a:lnTo>
                  <a:pt x="10768355" y="1065530"/>
                </a:lnTo>
                <a:lnTo>
                  <a:pt x="10773333" y="1057910"/>
                </a:lnTo>
                <a:lnTo>
                  <a:pt x="10773181" y="1057910"/>
                </a:lnTo>
                <a:lnTo>
                  <a:pt x="10777778" y="1050289"/>
                </a:lnTo>
                <a:lnTo>
                  <a:pt x="10777639" y="1050289"/>
                </a:lnTo>
                <a:lnTo>
                  <a:pt x="10781855" y="1041400"/>
                </a:lnTo>
                <a:lnTo>
                  <a:pt x="10781728" y="1042669"/>
                </a:lnTo>
                <a:lnTo>
                  <a:pt x="10795491" y="1042669"/>
                </a:lnTo>
                <a:lnTo>
                  <a:pt x="10793234" y="1047750"/>
                </a:lnTo>
                <a:lnTo>
                  <a:pt x="10788865" y="1056639"/>
                </a:lnTo>
                <a:lnTo>
                  <a:pt x="10784103" y="1064260"/>
                </a:lnTo>
                <a:lnTo>
                  <a:pt x="10778972" y="1071880"/>
                </a:lnTo>
                <a:lnTo>
                  <a:pt x="10778053" y="1073150"/>
                </a:lnTo>
                <a:close/>
              </a:path>
              <a:path w="10812780" h="1159510">
                <a:moveTo>
                  <a:pt x="50222" y="1073150"/>
                </a:moveTo>
                <a:lnTo>
                  <a:pt x="49453" y="1073150"/>
                </a:lnTo>
                <a:lnTo>
                  <a:pt x="49276" y="1071880"/>
                </a:lnTo>
                <a:lnTo>
                  <a:pt x="50222" y="1073150"/>
                </a:lnTo>
                <a:close/>
              </a:path>
              <a:path w="10812780" h="1159510">
                <a:moveTo>
                  <a:pt x="10713453" y="1132839"/>
                </a:moveTo>
                <a:lnTo>
                  <a:pt x="10686948" y="1132839"/>
                </a:lnTo>
                <a:lnTo>
                  <a:pt x="10695419" y="1129030"/>
                </a:lnTo>
                <a:lnTo>
                  <a:pt x="10695139" y="1129030"/>
                </a:lnTo>
                <a:lnTo>
                  <a:pt x="10703394" y="1123950"/>
                </a:lnTo>
                <a:lnTo>
                  <a:pt x="10703115" y="1123950"/>
                </a:lnTo>
                <a:lnTo>
                  <a:pt x="10711129" y="1120139"/>
                </a:lnTo>
                <a:lnTo>
                  <a:pt x="10710862" y="1120139"/>
                </a:lnTo>
                <a:lnTo>
                  <a:pt x="10718622" y="1115060"/>
                </a:lnTo>
                <a:lnTo>
                  <a:pt x="10718368" y="1115060"/>
                </a:lnTo>
                <a:lnTo>
                  <a:pt x="10725873" y="1109980"/>
                </a:lnTo>
                <a:lnTo>
                  <a:pt x="10725632" y="1109980"/>
                </a:lnTo>
                <a:lnTo>
                  <a:pt x="10732846" y="1104900"/>
                </a:lnTo>
                <a:lnTo>
                  <a:pt x="10732617" y="1104900"/>
                </a:lnTo>
                <a:lnTo>
                  <a:pt x="10739551" y="1098550"/>
                </a:lnTo>
                <a:lnTo>
                  <a:pt x="10739335" y="1098550"/>
                </a:lnTo>
                <a:lnTo>
                  <a:pt x="10745978" y="1092200"/>
                </a:lnTo>
                <a:lnTo>
                  <a:pt x="10745762" y="1092200"/>
                </a:lnTo>
                <a:lnTo>
                  <a:pt x="10752086" y="1085850"/>
                </a:lnTo>
                <a:lnTo>
                  <a:pt x="10751883" y="1085850"/>
                </a:lnTo>
                <a:lnTo>
                  <a:pt x="10757903" y="1079500"/>
                </a:lnTo>
                <a:lnTo>
                  <a:pt x="10757700" y="1079500"/>
                </a:lnTo>
                <a:lnTo>
                  <a:pt x="10763377" y="1071880"/>
                </a:lnTo>
                <a:lnTo>
                  <a:pt x="10763199" y="1073150"/>
                </a:lnTo>
                <a:lnTo>
                  <a:pt x="10778053" y="1073150"/>
                </a:lnTo>
                <a:lnTo>
                  <a:pt x="10773460" y="1079500"/>
                </a:lnTo>
                <a:lnTo>
                  <a:pt x="10767593" y="1087119"/>
                </a:lnTo>
                <a:lnTo>
                  <a:pt x="10761383" y="1094739"/>
                </a:lnTo>
                <a:lnTo>
                  <a:pt x="10754842" y="1101089"/>
                </a:lnTo>
                <a:lnTo>
                  <a:pt x="10747984" y="1108710"/>
                </a:lnTo>
                <a:lnTo>
                  <a:pt x="10740821" y="1113789"/>
                </a:lnTo>
                <a:lnTo>
                  <a:pt x="10733354" y="1120139"/>
                </a:lnTo>
                <a:lnTo>
                  <a:pt x="10725607" y="1125219"/>
                </a:lnTo>
                <a:lnTo>
                  <a:pt x="10717593" y="1130300"/>
                </a:lnTo>
                <a:lnTo>
                  <a:pt x="10713453" y="1132839"/>
                </a:lnTo>
                <a:close/>
              </a:path>
              <a:path w="10812780" h="1159510">
                <a:moveTo>
                  <a:pt x="128308" y="1132839"/>
                </a:moveTo>
                <a:lnTo>
                  <a:pt x="125704" y="1132839"/>
                </a:lnTo>
                <a:lnTo>
                  <a:pt x="125412" y="1131569"/>
                </a:lnTo>
                <a:lnTo>
                  <a:pt x="128308" y="1132839"/>
                </a:lnTo>
                <a:close/>
              </a:path>
              <a:path w="10812780" h="1159510">
                <a:moveTo>
                  <a:pt x="10683074" y="1146810"/>
                </a:moveTo>
                <a:lnTo>
                  <a:pt x="10624489" y="1146810"/>
                </a:lnTo>
                <a:lnTo>
                  <a:pt x="10634205" y="1145539"/>
                </a:lnTo>
                <a:lnTo>
                  <a:pt x="10633887" y="1145539"/>
                </a:lnTo>
                <a:lnTo>
                  <a:pt x="10643450" y="1144269"/>
                </a:lnTo>
                <a:lnTo>
                  <a:pt x="10643146" y="1144269"/>
                </a:lnTo>
                <a:lnTo>
                  <a:pt x="10652556" y="1143000"/>
                </a:lnTo>
                <a:lnTo>
                  <a:pt x="10652252" y="1143000"/>
                </a:lnTo>
                <a:lnTo>
                  <a:pt x="10661497" y="1140460"/>
                </a:lnTo>
                <a:lnTo>
                  <a:pt x="10661192" y="1140460"/>
                </a:lnTo>
                <a:lnTo>
                  <a:pt x="10670260" y="1137919"/>
                </a:lnTo>
                <a:lnTo>
                  <a:pt x="10669968" y="1137919"/>
                </a:lnTo>
                <a:lnTo>
                  <a:pt x="10678845" y="1135380"/>
                </a:lnTo>
                <a:lnTo>
                  <a:pt x="10678553" y="1135380"/>
                </a:lnTo>
                <a:lnTo>
                  <a:pt x="10687240" y="1131569"/>
                </a:lnTo>
                <a:lnTo>
                  <a:pt x="10686948" y="1132839"/>
                </a:lnTo>
                <a:lnTo>
                  <a:pt x="10713453" y="1132839"/>
                </a:lnTo>
                <a:lnTo>
                  <a:pt x="10709313" y="1135380"/>
                </a:lnTo>
                <a:lnTo>
                  <a:pt x="10700791" y="1140460"/>
                </a:lnTo>
                <a:lnTo>
                  <a:pt x="10692041" y="1144269"/>
                </a:lnTo>
                <a:lnTo>
                  <a:pt x="10683074" y="1146810"/>
                </a:lnTo>
                <a:close/>
              </a:path>
            </a:pathLst>
          </a:custGeom>
          <a:solidFill>
            <a:srgbClr val="293E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007744" y="2772473"/>
            <a:ext cx="987044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800" b="1">
                <a:latin typeface="宋体"/>
                <a:cs typeface="宋体"/>
              </a:rPr>
              <a:t>匿名函数：</a:t>
            </a:r>
            <a:r>
              <a:rPr dirty="0" sz="1800">
                <a:latin typeface="宋体"/>
                <a:cs typeface="宋体"/>
              </a:rPr>
              <a:t>使用</a:t>
            </a:r>
            <a:r>
              <a:rPr dirty="0" sz="1800" b="1">
                <a:latin typeface="宋体"/>
                <a:cs typeface="宋体"/>
              </a:rPr>
              <a:t>lambda</a:t>
            </a:r>
            <a:r>
              <a:rPr dirty="0" sz="1800">
                <a:latin typeface="宋体"/>
                <a:cs typeface="宋体"/>
              </a:rPr>
              <a:t>关键字创建</a:t>
            </a:r>
            <a:r>
              <a:rPr dirty="0" sz="1800" b="1">
                <a:latin typeface="宋体"/>
                <a:cs typeface="宋体"/>
              </a:rPr>
              <a:t>，</a:t>
            </a:r>
            <a:r>
              <a:rPr dirty="0" sz="1800">
                <a:latin typeface="宋体"/>
                <a:cs typeface="宋体"/>
              </a:rPr>
              <a:t>是一种简单的、在同一行中定义函数的方法，该方法不需使用  def、return语句。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96468" y="3989832"/>
            <a:ext cx="5043170" cy="1156970"/>
          </a:xfrm>
          <a:custGeom>
            <a:avLst/>
            <a:gdLst/>
            <a:ahLst/>
            <a:cxnLst/>
            <a:rect l="l" t="t" r="r" b="b"/>
            <a:pathLst>
              <a:path w="5043170" h="1156970">
                <a:moveTo>
                  <a:pt x="4850892" y="1156715"/>
                </a:moveTo>
                <a:lnTo>
                  <a:pt x="192023" y="1156715"/>
                </a:lnTo>
                <a:lnTo>
                  <a:pt x="147926" y="1151549"/>
                </a:lnTo>
                <a:lnTo>
                  <a:pt x="107429" y="1136978"/>
                </a:lnTo>
                <a:lnTo>
                  <a:pt x="71707" y="1114148"/>
                </a:lnTo>
                <a:lnTo>
                  <a:pt x="41930" y="1084206"/>
                </a:lnTo>
                <a:lnTo>
                  <a:pt x="19272" y="1048297"/>
                </a:lnTo>
                <a:lnTo>
                  <a:pt x="4904" y="1007569"/>
                </a:lnTo>
                <a:lnTo>
                  <a:pt x="0" y="963167"/>
                </a:lnTo>
                <a:lnTo>
                  <a:pt x="0" y="192023"/>
                </a:lnTo>
                <a:lnTo>
                  <a:pt x="4904" y="147864"/>
                </a:lnTo>
                <a:lnTo>
                  <a:pt x="19272" y="107326"/>
                </a:lnTo>
                <a:lnTo>
                  <a:pt x="41930" y="71581"/>
                </a:lnTo>
                <a:lnTo>
                  <a:pt x="71707" y="41803"/>
                </a:lnTo>
                <a:lnTo>
                  <a:pt x="107429" y="19165"/>
                </a:lnTo>
                <a:lnTo>
                  <a:pt x="147926" y="4839"/>
                </a:lnTo>
                <a:lnTo>
                  <a:pt x="192023" y="0"/>
                </a:lnTo>
                <a:lnTo>
                  <a:pt x="4850892" y="0"/>
                </a:lnTo>
                <a:lnTo>
                  <a:pt x="4894943" y="4839"/>
                </a:lnTo>
                <a:lnTo>
                  <a:pt x="4935408" y="19165"/>
                </a:lnTo>
                <a:lnTo>
                  <a:pt x="4971115" y="41803"/>
                </a:lnTo>
                <a:lnTo>
                  <a:pt x="5000892" y="71581"/>
                </a:lnTo>
                <a:lnTo>
                  <a:pt x="5023566" y="107326"/>
                </a:lnTo>
                <a:lnTo>
                  <a:pt x="5037964" y="147864"/>
                </a:lnTo>
                <a:lnTo>
                  <a:pt x="5042916" y="192023"/>
                </a:lnTo>
                <a:lnTo>
                  <a:pt x="5042916" y="963167"/>
                </a:lnTo>
                <a:lnTo>
                  <a:pt x="5037964" y="1007569"/>
                </a:lnTo>
                <a:lnTo>
                  <a:pt x="5023566" y="1048297"/>
                </a:lnTo>
                <a:lnTo>
                  <a:pt x="5000892" y="1084206"/>
                </a:lnTo>
                <a:lnTo>
                  <a:pt x="4971115" y="1114148"/>
                </a:lnTo>
                <a:lnTo>
                  <a:pt x="4935408" y="1136978"/>
                </a:lnTo>
                <a:lnTo>
                  <a:pt x="4894943" y="1151549"/>
                </a:lnTo>
                <a:lnTo>
                  <a:pt x="4850892" y="11567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89673" y="3982796"/>
            <a:ext cx="5056505" cy="1169670"/>
          </a:xfrm>
          <a:custGeom>
            <a:avLst/>
            <a:gdLst/>
            <a:ahLst/>
            <a:cxnLst/>
            <a:rect l="l" t="t" r="r" b="b"/>
            <a:pathLst>
              <a:path w="5056505" h="1169670">
                <a:moveTo>
                  <a:pt x="4877587" y="1168400"/>
                </a:moveTo>
                <a:lnTo>
                  <a:pt x="178790" y="1168400"/>
                </a:lnTo>
                <a:lnTo>
                  <a:pt x="159016" y="1165860"/>
                </a:lnTo>
                <a:lnTo>
                  <a:pt x="121615" y="1153160"/>
                </a:lnTo>
                <a:lnTo>
                  <a:pt x="87769" y="1135379"/>
                </a:lnTo>
                <a:lnTo>
                  <a:pt x="58280" y="1111250"/>
                </a:lnTo>
                <a:lnTo>
                  <a:pt x="51689" y="1103629"/>
                </a:lnTo>
                <a:lnTo>
                  <a:pt x="45427" y="1097279"/>
                </a:lnTo>
                <a:lnTo>
                  <a:pt x="39522" y="1089660"/>
                </a:lnTo>
                <a:lnTo>
                  <a:pt x="33959" y="1082039"/>
                </a:lnTo>
                <a:lnTo>
                  <a:pt x="28778" y="1073150"/>
                </a:lnTo>
                <a:lnTo>
                  <a:pt x="23977" y="1065529"/>
                </a:lnTo>
                <a:lnTo>
                  <a:pt x="8890" y="1028700"/>
                </a:lnTo>
                <a:lnTo>
                  <a:pt x="965" y="990600"/>
                </a:lnTo>
                <a:lnTo>
                  <a:pt x="0" y="975360"/>
                </a:lnTo>
                <a:lnTo>
                  <a:pt x="0" y="193039"/>
                </a:lnTo>
                <a:lnTo>
                  <a:pt x="6210" y="148589"/>
                </a:lnTo>
                <a:lnTo>
                  <a:pt x="19583" y="111760"/>
                </a:lnTo>
                <a:lnTo>
                  <a:pt x="23977" y="104139"/>
                </a:lnTo>
                <a:lnTo>
                  <a:pt x="28778" y="95250"/>
                </a:lnTo>
                <a:lnTo>
                  <a:pt x="51689" y="64770"/>
                </a:lnTo>
                <a:lnTo>
                  <a:pt x="79959" y="39370"/>
                </a:lnTo>
                <a:lnTo>
                  <a:pt x="87769" y="33020"/>
                </a:lnTo>
                <a:lnTo>
                  <a:pt x="121615" y="15239"/>
                </a:lnTo>
                <a:lnTo>
                  <a:pt x="139915" y="8889"/>
                </a:lnTo>
                <a:lnTo>
                  <a:pt x="149377" y="5079"/>
                </a:lnTo>
                <a:lnTo>
                  <a:pt x="159016" y="3810"/>
                </a:lnTo>
                <a:lnTo>
                  <a:pt x="168821" y="1270"/>
                </a:lnTo>
                <a:lnTo>
                  <a:pt x="178790" y="0"/>
                </a:lnTo>
                <a:lnTo>
                  <a:pt x="4877587" y="0"/>
                </a:lnTo>
                <a:lnTo>
                  <a:pt x="4887556" y="1270"/>
                </a:lnTo>
                <a:lnTo>
                  <a:pt x="4897361" y="3810"/>
                </a:lnTo>
                <a:lnTo>
                  <a:pt x="4907000" y="5079"/>
                </a:lnTo>
                <a:lnTo>
                  <a:pt x="4916462" y="8889"/>
                </a:lnTo>
                <a:lnTo>
                  <a:pt x="4925720" y="11429"/>
                </a:lnTo>
                <a:lnTo>
                  <a:pt x="4928734" y="12700"/>
                </a:lnTo>
                <a:lnTo>
                  <a:pt x="180238" y="12700"/>
                </a:lnTo>
                <a:lnTo>
                  <a:pt x="170586" y="13970"/>
                </a:lnTo>
                <a:lnTo>
                  <a:pt x="170903" y="13970"/>
                </a:lnTo>
                <a:lnTo>
                  <a:pt x="166154" y="15239"/>
                </a:lnTo>
                <a:lnTo>
                  <a:pt x="161709" y="15239"/>
                </a:lnTo>
                <a:lnTo>
                  <a:pt x="152387" y="17779"/>
                </a:lnTo>
                <a:lnTo>
                  <a:pt x="152692" y="17779"/>
                </a:lnTo>
                <a:lnTo>
                  <a:pt x="143535" y="20320"/>
                </a:lnTo>
                <a:lnTo>
                  <a:pt x="143840" y="20320"/>
                </a:lnTo>
                <a:lnTo>
                  <a:pt x="134873" y="22860"/>
                </a:lnTo>
                <a:lnTo>
                  <a:pt x="135166" y="22860"/>
                </a:lnTo>
                <a:lnTo>
                  <a:pt x="126415" y="26670"/>
                </a:lnTo>
                <a:lnTo>
                  <a:pt x="126695" y="26670"/>
                </a:lnTo>
                <a:lnTo>
                  <a:pt x="118160" y="30479"/>
                </a:lnTo>
                <a:lnTo>
                  <a:pt x="118440" y="30479"/>
                </a:lnTo>
                <a:lnTo>
                  <a:pt x="110121" y="34289"/>
                </a:lnTo>
                <a:lnTo>
                  <a:pt x="110388" y="34289"/>
                </a:lnTo>
                <a:lnTo>
                  <a:pt x="102311" y="39370"/>
                </a:lnTo>
                <a:lnTo>
                  <a:pt x="102577" y="39370"/>
                </a:lnTo>
                <a:lnTo>
                  <a:pt x="94754" y="44450"/>
                </a:lnTo>
                <a:lnTo>
                  <a:pt x="94995" y="44450"/>
                </a:lnTo>
                <a:lnTo>
                  <a:pt x="87439" y="49529"/>
                </a:lnTo>
                <a:lnTo>
                  <a:pt x="87680" y="49529"/>
                </a:lnTo>
                <a:lnTo>
                  <a:pt x="80390" y="54610"/>
                </a:lnTo>
                <a:lnTo>
                  <a:pt x="80632" y="54610"/>
                </a:lnTo>
                <a:lnTo>
                  <a:pt x="73634" y="60960"/>
                </a:lnTo>
                <a:lnTo>
                  <a:pt x="73863" y="60960"/>
                </a:lnTo>
                <a:lnTo>
                  <a:pt x="68498" y="66039"/>
                </a:lnTo>
                <a:lnTo>
                  <a:pt x="67373" y="66039"/>
                </a:lnTo>
                <a:lnTo>
                  <a:pt x="60985" y="73660"/>
                </a:lnTo>
                <a:lnTo>
                  <a:pt x="61188" y="73660"/>
                </a:lnTo>
                <a:lnTo>
                  <a:pt x="55130" y="80010"/>
                </a:lnTo>
                <a:lnTo>
                  <a:pt x="55321" y="80010"/>
                </a:lnTo>
                <a:lnTo>
                  <a:pt x="50548" y="86360"/>
                </a:lnTo>
                <a:lnTo>
                  <a:pt x="49784" y="86360"/>
                </a:lnTo>
                <a:lnTo>
                  <a:pt x="44399" y="93979"/>
                </a:lnTo>
                <a:lnTo>
                  <a:pt x="44576" y="93979"/>
                </a:lnTo>
                <a:lnTo>
                  <a:pt x="39560" y="101600"/>
                </a:lnTo>
                <a:lnTo>
                  <a:pt x="39712" y="101600"/>
                </a:lnTo>
                <a:lnTo>
                  <a:pt x="35064" y="109220"/>
                </a:lnTo>
                <a:lnTo>
                  <a:pt x="35217" y="109220"/>
                </a:lnTo>
                <a:lnTo>
                  <a:pt x="30962" y="118110"/>
                </a:lnTo>
                <a:lnTo>
                  <a:pt x="27228" y="125729"/>
                </a:lnTo>
                <a:lnTo>
                  <a:pt x="27355" y="125729"/>
                </a:lnTo>
                <a:lnTo>
                  <a:pt x="23901" y="134620"/>
                </a:lnTo>
                <a:lnTo>
                  <a:pt x="20967" y="143510"/>
                </a:lnTo>
                <a:lnTo>
                  <a:pt x="18465" y="152400"/>
                </a:lnTo>
                <a:lnTo>
                  <a:pt x="16395" y="161289"/>
                </a:lnTo>
                <a:lnTo>
                  <a:pt x="14757" y="170179"/>
                </a:lnTo>
                <a:lnTo>
                  <a:pt x="13576" y="179070"/>
                </a:lnTo>
                <a:lnTo>
                  <a:pt x="12877" y="189229"/>
                </a:lnTo>
                <a:lnTo>
                  <a:pt x="12744" y="193039"/>
                </a:lnTo>
                <a:lnTo>
                  <a:pt x="12700" y="975360"/>
                </a:lnTo>
                <a:lnTo>
                  <a:pt x="12877" y="979170"/>
                </a:lnTo>
                <a:lnTo>
                  <a:pt x="13614" y="989329"/>
                </a:lnTo>
                <a:lnTo>
                  <a:pt x="14808" y="998220"/>
                </a:lnTo>
                <a:lnTo>
                  <a:pt x="16459" y="1008379"/>
                </a:lnTo>
                <a:lnTo>
                  <a:pt x="16663" y="1008379"/>
                </a:lnTo>
                <a:lnTo>
                  <a:pt x="18542" y="1017270"/>
                </a:lnTo>
                <a:lnTo>
                  <a:pt x="18791" y="1017270"/>
                </a:lnTo>
                <a:lnTo>
                  <a:pt x="21069" y="1026160"/>
                </a:lnTo>
                <a:lnTo>
                  <a:pt x="21401" y="1026160"/>
                </a:lnTo>
                <a:lnTo>
                  <a:pt x="24003" y="1033779"/>
                </a:lnTo>
                <a:lnTo>
                  <a:pt x="27355" y="1042670"/>
                </a:lnTo>
                <a:lnTo>
                  <a:pt x="27228" y="1042670"/>
                </a:lnTo>
                <a:lnTo>
                  <a:pt x="31089" y="1051560"/>
                </a:lnTo>
                <a:lnTo>
                  <a:pt x="31570" y="1051560"/>
                </a:lnTo>
                <a:lnTo>
                  <a:pt x="35217" y="1059179"/>
                </a:lnTo>
                <a:lnTo>
                  <a:pt x="35064" y="1059179"/>
                </a:lnTo>
                <a:lnTo>
                  <a:pt x="39712" y="1066800"/>
                </a:lnTo>
                <a:lnTo>
                  <a:pt x="39560" y="1066800"/>
                </a:lnTo>
                <a:lnTo>
                  <a:pt x="44576" y="1074420"/>
                </a:lnTo>
                <a:lnTo>
                  <a:pt x="44399" y="1074420"/>
                </a:lnTo>
                <a:lnTo>
                  <a:pt x="49784" y="1082039"/>
                </a:lnTo>
                <a:lnTo>
                  <a:pt x="49593" y="1082039"/>
                </a:lnTo>
                <a:lnTo>
                  <a:pt x="55321" y="1088389"/>
                </a:lnTo>
                <a:lnTo>
                  <a:pt x="55130" y="1088389"/>
                </a:lnTo>
                <a:lnTo>
                  <a:pt x="61188" y="1096010"/>
                </a:lnTo>
                <a:lnTo>
                  <a:pt x="62050" y="1096010"/>
                </a:lnTo>
                <a:lnTo>
                  <a:pt x="67373" y="1102360"/>
                </a:lnTo>
                <a:lnTo>
                  <a:pt x="67157" y="1102360"/>
                </a:lnTo>
                <a:lnTo>
                  <a:pt x="73863" y="1108710"/>
                </a:lnTo>
                <a:lnTo>
                  <a:pt x="75034" y="1108710"/>
                </a:lnTo>
                <a:lnTo>
                  <a:pt x="80632" y="1113789"/>
                </a:lnTo>
                <a:lnTo>
                  <a:pt x="80390" y="1113789"/>
                </a:lnTo>
                <a:lnTo>
                  <a:pt x="87680" y="1120139"/>
                </a:lnTo>
                <a:lnTo>
                  <a:pt x="88950" y="1120139"/>
                </a:lnTo>
                <a:lnTo>
                  <a:pt x="94995" y="1125220"/>
                </a:lnTo>
                <a:lnTo>
                  <a:pt x="94754" y="1125220"/>
                </a:lnTo>
                <a:lnTo>
                  <a:pt x="102577" y="1129029"/>
                </a:lnTo>
                <a:lnTo>
                  <a:pt x="102311" y="1129029"/>
                </a:lnTo>
                <a:lnTo>
                  <a:pt x="110388" y="1134110"/>
                </a:lnTo>
                <a:lnTo>
                  <a:pt x="110121" y="1134110"/>
                </a:lnTo>
                <a:lnTo>
                  <a:pt x="118440" y="1137920"/>
                </a:lnTo>
                <a:lnTo>
                  <a:pt x="118160" y="1137920"/>
                </a:lnTo>
                <a:lnTo>
                  <a:pt x="126695" y="1141729"/>
                </a:lnTo>
                <a:lnTo>
                  <a:pt x="126415" y="1141729"/>
                </a:lnTo>
                <a:lnTo>
                  <a:pt x="135166" y="1145539"/>
                </a:lnTo>
                <a:lnTo>
                  <a:pt x="134873" y="1145539"/>
                </a:lnTo>
                <a:lnTo>
                  <a:pt x="143840" y="1148079"/>
                </a:lnTo>
                <a:lnTo>
                  <a:pt x="143535" y="1148079"/>
                </a:lnTo>
                <a:lnTo>
                  <a:pt x="152692" y="1150620"/>
                </a:lnTo>
                <a:lnTo>
                  <a:pt x="152387" y="1150620"/>
                </a:lnTo>
                <a:lnTo>
                  <a:pt x="161709" y="1153160"/>
                </a:lnTo>
                <a:lnTo>
                  <a:pt x="161404" y="1153160"/>
                </a:lnTo>
                <a:lnTo>
                  <a:pt x="170903" y="1154429"/>
                </a:lnTo>
                <a:lnTo>
                  <a:pt x="170586" y="1154429"/>
                </a:lnTo>
                <a:lnTo>
                  <a:pt x="180238" y="1155700"/>
                </a:lnTo>
                <a:lnTo>
                  <a:pt x="179920" y="1155700"/>
                </a:lnTo>
                <a:lnTo>
                  <a:pt x="189712" y="1156970"/>
                </a:lnTo>
                <a:lnTo>
                  <a:pt x="4925720" y="1156970"/>
                </a:lnTo>
                <a:lnTo>
                  <a:pt x="4916462" y="1160779"/>
                </a:lnTo>
                <a:lnTo>
                  <a:pt x="4897361" y="1165860"/>
                </a:lnTo>
                <a:lnTo>
                  <a:pt x="4877587" y="1168400"/>
                </a:lnTo>
                <a:close/>
              </a:path>
              <a:path w="5056505" h="1169670">
                <a:moveTo>
                  <a:pt x="4894973" y="16510"/>
                </a:moveTo>
                <a:lnTo>
                  <a:pt x="4885474" y="13970"/>
                </a:lnTo>
                <a:lnTo>
                  <a:pt x="4885791" y="13970"/>
                </a:lnTo>
                <a:lnTo>
                  <a:pt x="4876139" y="12700"/>
                </a:lnTo>
                <a:lnTo>
                  <a:pt x="4928734" y="12700"/>
                </a:lnTo>
                <a:lnTo>
                  <a:pt x="4934762" y="15239"/>
                </a:lnTo>
                <a:lnTo>
                  <a:pt x="4894656" y="15239"/>
                </a:lnTo>
                <a:lnTo>
                  <a:pt x="4894973" y="16510"/>
                </a:lnTo>
                <a:close/>
              </a:path>
              <a:path w="5056505" h="1169670">
                <a:moveTo>
                  <a:pt x="161404" y="16510"/>
                </a:moveTo>
                <a:lnTo>
                  <a:pt x="161709" y="15239"/>
                </a:lnTo>
                <a:lnTo>
                  <a:pt x="166154" y="15239"/>
                </a:lnTo>
                <a:lnTo>
                  <a:pt x="161404" y="16510"/>
                </a:lnTo>
                <a:close/>
              </a:path>
              <a:path w="5056505" h="1169670">
                <a:moveTo>
                  <a:pt x="4989220" y="67310"/>
                </a:moveTo>
                <a:lnTo>
                  <a:pt x="4982514" y="60960"/>
                </a:lnTo>
                <a:lnTo>
                  <a:pt x="4982743" y="60960"/>
                </a:lnTo>
                <a:lnTo>
                  <a:pt x="4975745" y="54610"/>
                </a:lnTo>
                <a:lnTo>
                  <a:pt x="4975974" y="54610"/>
                </a:lnTo>
                <a:lnTo>
                  <a:pt x="4968697" y="49529"/>
                </a:lnTo>
                <a:lnTo>
                  <a:pt x="4968938" y="49529"/>
                </a:lnTo>
                <a:lnTo>
                  <a:pt x="4961382" y="44450"/>
                </a:lnTo>
                <a:lnTo>
                  <a:pt x="4961623" y="44450"/>
                </a:lnTo>
                <a:lnTo>
                  <a:pt x="4953800" y="39370"/>
                </a:lnTo>
                <a:lnTo>
                  <a:pt x="4954066" y="39370"/>
                </a:lnTo>
                <a:lnTo>
                  <a:pt x="4945989" y="34289"/>
                </a:lnTo>
                <a:lnTo>
                  <a:pt x="4946256" y="34289"/>
                </a:lnTo>
                <a:lnTo>
                  <a:pt x="4937937" y="30479"/>
                </a:lnTo>
                <a:lnTo>
                  <a:pt x="4938217" y="30479"/>
                </a:lnTo>
                <a:lnTo>
                  <a:pt x="4929682" y="26670"/>
                </a:lnTo>
                <a:lnTo>
                  <a:pt x="4929962" y="26670"/>
                </a:lnTo>
                <a:lnTo>
                  <a:pt x="4921211" y="22860"/>
                </a:lnTo>
                <a:lnTo>
                  <a:pt x="4921504" y="22860"/>
                </a:lnTo>
                <a:lnTo>
                  <a:pt x="4912537" y="20320"/>
                </a:lnTo>
                <a:lnTo>
                  <a:pt x="4912842" y="20320"/>
                </a:lnTo>
                <a:lnTo>
                  <a:pt x="4903685" y="17779"/>
                </a:lnTo>
                <a:lnTo>
                  <a:pt x="4903990" y="17779"/>
                </a:lnTo>
                <a:lnTo>
                  <a:pt x="4894656" y="15239"/>
                </a:lnTo>
                <a:lnTo>
                  <a:pt x="4934762" y="15239"/>
                </a:lnTo>
                <a:lnTo>
                  <a:pt x="4968608" y="33020"/>
                </a:lnTo>
                <a:lnTo>
                  <a:pt x="4976418" y="39370"/>
                </a:lnTo>
                <a:lnTo>
                  <a:pt x="4983949" y="44450"/>
                </a:lnTo>
                <a:lnTo>
                  <a:pt x="4991176" y="50800"/>
                </a:lnTo>
                <a:lnTo>
                  <a:pt x="4998097" y="57150"/>
                </a:lnTo>
                <a:lnTo>
                  <a:pt x="5004689" y="64770"/>
                </a:lnTo>
                <a:lnTo>
                  <a:pt x="5005732" y="66039"/>
                </a:lnTo>
                <a:lnTo>
                  <a:pt x="4989004" y="66039"/>
                </a:lnTo>
                <a:lnTo>
                  <a:pt x="4989220" y="67310"/>
                </a:lnTo>
                <a:close/>
              </a:path>
              <a:path w="5056505" h="1169670">
                <a:moveTo>
                  <a:pt x="67157" y="67310"/>
                </a:moveTo>
                <a:lnTo>
                  <a:pt x="67373" y="66039"/>
                </a:lnTo>
                <a:lnTo>
                  <a:pt x="68498" y="66039"/>
                </a:lnTo>
                <a:lnTo>
                  <a:pt x="67157" y="67310"/>
                </a:lnTo>
                <a:close/>
              </a:path>
              <a:path w="5056505" h="1169670">
                <a:moveTo>
                  <a:pt x="5006784" y="87629"/>
                </a:moveTo>
                <a:lnTo>
                  <a:pt x="5001056" y="80010"/>
                </a:lnTo>
                <a:lnTo>
                  <a:pt x="5001247" y="80010"/>
                </a:lnTo>
                <a:lnTo>
                  <a:pt x="4995189" y="73660"/>
                </a:lnTo>
                <a:lnTo>
                  <a:pt x="4995392" y="73660"/>
                </a:lnTo>
                <a:lnTo>
                  <a:pt x="4989004" y="66039"/>
                </a:lnTo>
                <a:lnTo>
                  <a:pt x="5005732" y="66039"/>
                </a:lnTo>
                <a:lnTo>
                  <a:pt x="5010950" y="72389"/>
                </a:lnTo>
                <a:lnTo>
                  <a:pt x="5016855" y="80010"/>
                </a:lnTo>
                <a:lnTo>
                  <a:pt x="5021491" y="86360"/>
                </a:lnTo>
                <a:lnTo>
                  <a:pt x="5006594" y="86360"/>
                </a:lnTo>
                <a:lnTo>
                  <a:pt x="5006784" y="87629"/>
                </a:lnTo>
                <a:close/>
              </a:path>
              <a:path w="5056505" h="1169670">
                <a:moveTo>
                  <a:pt x="49593" y="87629"/>
                </a:moveTo>
                <a:lnTo>
                  <a:pt x="49784" y="86360"/>
                </a:lnTo>
                <a:lnTo>
                  <a:pt x="50548" y="86360"/>
                </a:lnTo>
                <a:lnTo>
                  <a:pt x="49593" y="87629"/>
                </a:lnTo>
                <a:close/>
              </a:path>
              <a:path w="5056505" h="1169670">
                <a:moveTo>
                  <a:pt x="5052640" y="1008379"/>
                </a:moveTo>
                <a:lnTo>
                  <a:pt x="5039918" y="1008379"/>
                </a:lnTo>
                <a:lnTo>
                  <a:pt x="5041620" y="998220"/>
                </a:lnTo>
                <a:lnTo>
                  <a:pt x="5042801" y="989329"/>
                </a:lnTo>
                <a:lnTo>
                  <a:pt x="5043512" y="979170"/>
                </a:lnTo>
                <a:lnTo>
                  <a:pt x="5043678" y="975360"/>
                </a:lnTo>
                <a:lnTo>
                  <a:pt x="5043633" y="193039"/>
                </a:lnTo>
                <a:lnTo>
                  <a:pt x="5043500" y="189229"/>
                </a:lnTo>
                <a:lnTo>
                  <a:pt x="5042763" y="179070"/>
                </a:lnTo>
                <a:lnTo>
                  <a:pt x="5041569" y="170179"/>
                </a:lnTo>
                <a:lnTo>
                  <a:pt x="5039918" y="161289"/>
                </a:lnTo>
                <a:lnTo>
                  <a:pt x="5037836" y="152400"/>
                </a:lnTo>
                <a:lnTo>
                  <a:pt x="5035308" y="143510"/>
                </a:lnTo>
                <a:lnTo>
                  <a:pt x="5032375" y="134620"/>
                </a:lnTo>
                <a:lnTo>
                  <a:pt x="5029022" y="125729"/>
                </a:lnTo>
                <a:lnTo>
                  <a:pt x="5025288" y="118110"/>
                </a:lnTo>
                <a:lnTo>
                  <a:pt x="5021160" y="109220"/>
                </a:lnTo>
                <a:lnTo>
                  <a:pt x="5021313" y="109220"/>
                </a:lnTo>
                <a:lnTo>
                  <a:pt x="5016665" y="101600"/>
                </a:lnTo>
                <a:lnTo>
                  <a:pt x="5016817" y="101600"/>
                </a:lnTo>
                <a:lnTo>
                  <a:pt x="5011801" y="93979"/>
                </a:lnTo>
                <a:lnTo>
                  <a:pt x="5011978" y="93979"/>
                </a:lnTo>
                <a:lnTo>
                  <a:pt x="5006594" y="86360"/>
                </a:lnTo>
                <a:lnTo>
                  <a:pt x="5021491" y="86360"/>
                </a:lnTo>
                <a:lnTo>
                  <a:pt x="5022418" y="87629"/>
                </a:lnTo>
                <a:lnTo>
                  <a:pt x="5027599" y="95250"/>
                </a:lnTo>
                <a:lnTo>
                  <a:pt x="5032400" y="104139"/>
                </a:lnTo>
                <a:lnTo>
                  <a:pt x="5036794" y="111760"/>
                </a:lnTo>
                <a:lnTo>
                  <a:pt x="5050167" y="148589"/>
                </a:lnTo>
                <a:lnTo>
                  <a:pt x="5056187" y="187960"/>
                </a:lnTo>
                <a:lnTo>
                  <a:pt x="5056378" y="193039"/>
                </a:lnTo>
                <a:lnTo>
                  <a:pt x="5056378" y="975360"/>
                </a:lnTo>
                <a:lnTo>
                  <a:pt x="5056187" y="980439"/>
                </a:lnTo>
                <a:lnTo>
                  <a:pt x="5055412" y="990600"/>
                </a:lnTo>
                <a:lnTo>
                  <a:pt x="5054142" y="1000760"/>
                </a:lnTo>
                <a:lnTo>
                  <a:pt x="5052640" y="1008379"/>
                </a:lnTo>
                <a:close/>
              </a:path>
              <a:path w="5056505" h="1169670">
                <a:moveTo>
                  <a:pt x="16663" y="1008379"/>
                </a:moveTo>
                <a:lnTo>
                  <a:pt x="16459" y="1008379"/>
                </a:lnTo>
                <a:lnTo>
                  <a:pt x="16395" y="1007110"/>
                </a:lnTo>
                <a:lnTo>
                  <a:pt x="16663" y="1008379"/>
                </a:lnTo>
                <a:close/>
              </a:path>
              <a:path w="5056505" h="1169670">
                <a:moveTo>
                  <a:pt x="5050723" y="1017270"/>
                </a:moveTo>
                <a:lnTo>
                  <a:pt x="5037836" y="1017270"/>
                </a:lnTo>
                <a:lnTo>
                  <a:pt x="5039982" y="1007110"/>
                </a:lnTo>
                <a:lnTo>
                  <a:pt x="5039918" y="1008379"/>
                </a:lnTo>
                <a:lnTo>
                  <a:pt x="5052640" y="1008379"/>
                </a:lnTo>
                <a:lnTo>
                  <a:pt x="5052390" y="1009650"/>
                </a:lnTo>
                <a:lnTo>
                  <a:pt x="5050723" y="1017270"/>
                </a:lnTo>
                <a:close/>
              </a:path>
              <a:path w="5056505" h="1169670">
                <a:moveTo>
                  <a:pt x="18791" y="1017270"/>
                </a:moveTo>
                <a:lnTo>
                  <a:pt x="18542" y="1017270"/>
                </a:lnTo>
                <a:lnTo>
                  <a:pt x="18465" y="1016000"/>
                </a:lnTo>
                <a:lnTo>
                  <a:pt x="18791" y="1017270"/>
                </a:lnTo>
                <a:close/>
              </a:path>
              <a:path w="5056505" h="1169670">
                <a:moveTo>
                  <a:pt x="5048253" y="1026160"/>
                </a:moveTo>
                <a:lnTo>
                  <a:pt x="5035308" y="1026160"/>
                </a:lnTo>
                <a:lnTo>
                  <a:pt x="5037912" y="1016000"/>
                </a:lnTo>
                <a:lnTo>
                  <a:pt x="5037836" y="1017270"/>
                </a:lnTo>
                <a:lnTo>
                  <a:pt x="5050723" y="1017270"/>
                </a:lnTo>
                <a:lnTo>
                  <a:pt x="5050167" y="1019810"/>
                </a:lnTo>
                <a:lnTo>
                  <a:pt x="5048253" y="1026160"/>
                </a:lnTo>
                <a:close/>
              </a:path>
              <a:path w="5056505" h="1169670">
                <a:moveTo>
                  <a:pt x="21401" y="1026160"/>
                </a:moveTo>
                <a:lnTo>
                  <a:pt x="21069" y="1026160"/>
                </a:lnTo>
                <a:lnTo>
                  <a:pt x="20967" y="1024889"/>
                </a:lnTo>
                <a:lnTo>
                  <a:pt x="21401" y="1026160"/>
                </a:lnTo>
                <a:close/>
              </a:path>
              <a:path w="5056505" h="1169670">
                <a:moveTo>
                  <a:pt x="5039073" y="1051560"/>
                </a:moveTo>
                <a:lnTo>
                  <a:pt x="5025288" y="1051560"/>
                </a:lnTo>
                <a:lnTo>
                  <a:pt x="5029149" y="1042670"/>
                </a:lnTo>
                <a:lnTo>
                  <a:pt x="5032476" y="1033779"/>
                </a:lnTo>
                <a:lnTo>
                  <a:pt x="5035410" y="1024889"/>
                </a:lnTo>
                <a:lnTo>
                  <a:pt x="5035308" y="1026160"/>
                </a:lnTo>
                <a:lnTo>
                  <a:pt x="5048253" y="1026160"/>
                </a:lnTo>
                <a:lnTo>
                  <a:pt x="5047488" y="1028700"/>
                </a:lnTo>
                <a:lnTo>
                  <a:pt x="5044351" y="1038860"/>
                </a:lnTo>
                <a:lnTo>
                  <a:pt x="5040782" y="1047750"/>
                </a:lnTo>
                <a:lnTo>
                  <a:pt x="5039073" y="1051560"/>
                </a:lnTo>
                <a:close/>
              </a:path>
              <a:path w="5056505" h="1169670">
                <a:moveTo>
                  <a:pt x="31570" y="1051560"/>
                </a:moveTo>
                <a:lnTo>
                  <a:pt x="31089" y="1051560"/>
                </a:lnTo>
                <a:lnTo>
                  <a:pt x="30962" y="1050289"/>
                </a:lnTo>
                <a:lnTo>
                  <a:pt x="31570" y="1051560"/>
                </a:lnTo>
                <a:close/>
              </a:path>
              <a:path w="5056505" h="1169670">
                <a:moveTo>
                  <a:pt x="5011934" y="1096010"/>
                </a:moveTo>
                <a:lnTo>
                  <a:pt x="4995189" y="1096010"/>
                </a:lnTo>
                <a:lnTo>
                  <a:pt x="5001247" y="1088389"/>
                </a:lnTo>
                <a:lnTo>
                  <a:pt x="5001056" y="1088389"/>
                </a:lnTo>
                <a:lnTo>
                  <a:pt x="5006784" y="1082039"/>
                </a:lnTo>
                <a:lnTo>
                  <a:pt x="5006594" y="1082039"/>
                </a:lnTo>
                <a:lnTo>
                  <a:pt x="5011978" y="1074420"/>
                </a:lnTo>
                <a:lnTo>
                  <a:pt x="5011801" y="1074420"/>
                </a:lnTo>
                <a:lnTo>
                  <a:pt x="5016817" y="1066800"/>
                </a:lnTo>
                <a:lnTo>
                  <a:pt x="5016665" y="1066800"/>
                </a:lnTo>
                <a:lnTo>
                  <a:pt x="5021313" y="1059179"/>
                </a:lnTo>
                <a:lnTo>
                  <a:pt x="5021160" y="1059179"/>
                </a:lnTo>
                <a:lnTo>
                  <a:pt x="5025415" y="1050289"/>
                </a:lnTo>
                <a:lnTo>
                  <a:pt x="5025288" y="1051560"/>
                </a:lnTo>
                <a:lnTo>
                  <a:pt x="5039073" y="1051560"/>
                </a:lnTo>
                <a:lnTo>
                  <a:pt x="5036794" y="1056639"/>
                </a:lnTo>
                <a:lnTo>
                  <a:pt x="5032400" y="1065529"/>
                </a:lnTo>
                <a:lnTo>
                  <a:pt x="5027599" y="1073150"/>
                </a:lnTo>
                <a:lnTo>
                  <a:pt x="5022418" y="1082039"/>
                </a:lnTo>
                <a:lnTo>
                  <a:pt x="5016855" y="1089660"/>
                </a:lnTo>
                <a:lnTo>
                  <a:pt x="5011934" y="1096010"/>
                </a:lnTo>
                <a:close/>
              </a:path>
              <a:path w="5056505" h="1169670">
                <a:moveTo>
                  <a:pt x="62050" y="1096010"/>
                </a:moveTo>
                <a:lnTo>
                  <a:pt x="61188" y="1096010"/>
                </a:lnTo>
                <a:lnTo>
                  <a:pt x="60985" y="1094739"/>
                </a:lnTo>
                <a:lnTo>
                  <a:pt x="62050" y="1096010"/>
                </a:lnTo>
                <a:close/>
              </a:path>
              <a:path w="5056505" h="1169670">
                <a:moveTo>
                  <a:pt x="5000294" y="1108710"/>
                </a:moveTo>
                <a:lnTo>
                  <a:pt x="4982514" y="1108710"/>
                </a:lnTo>
                <a:lnTo>
                  <a:pt x="4989220" y="1102360"/>
                </a:lnTo>
                <a:lnTo>
                  <a:pt x="4989004" y="1102360"/>
                </a:lnTo>
                <a:lnTo>
                  <a:pt x="4995392" y="1094739"/>
                </a:lnTo>
                <a:lnTo>
                  <a:pt x="4995189" y="1096010"/>
                </a:lnTo>
                <a:lnTo>
                  <a:pt x="5011934" y="1096010"/>
                </a:lnTo>
                <a:lnTo>
                  <a:pt x="5010950" y="1097279"/>
                </a:lnTo>
                <a:lnTo>
                  <a:pt x="5004689" y="1103629"/>
                </a:lnTo>
                <a:lnTo>
                  <a:pt x="5000294" y="1108710"/>
                </a:lnTo>
                <a:close/>
              </a:path>
              <a:path w="5056505" h="1169670">
                <a:moveTo>
                  <a:pt x="75034" y="1108710"/>
                </a:moveTo>
                <a:lnTo>
                  <a:pt x="73863" y="1108710"/>
                </a:lnTo>
                <a:lnTo>
                  <a:pt x="73634" y="1107439"/>
                </a:lnTo>
                <a:lnTo>
                  <a:pt x="75034" y="1108710"/>
                </a:lnTo>
                <a:close/>
              </a:path>
              <a:path w="5056505" h="1169670">
                <a:moveTo>
                  <a:pt x="4988285" y="1120139"/>
                </a:moveTo>
                <a:lnTo>
                  <a:pt x="4968697" y="1120139"/>
                </a:lnTo>
                <a:lnTo>
                  <a:pt x="4975974" y="1113789"/>
                </a:lnTo>
                <a:lnTo>
                  <a:pt x="4975745" y="1113789"/>
                </a:lnTo>
                <a:lnTo>
                  <a:pt x="4982743" y="1107439"/>
                </a:lnTo>
                <a:lnTo>
                  <a:pt x="4982514" y="1108710"/>
                </a:lnTo>
                <a:lnTo>
                  <a:pt x="5000294" y="1108710"/>
                </a:lnTo>
                <a:lnTo>
                  <a:pt x="4998097" y="1111250"/>
                </a:lnTo>
                <a:lnTo>
                  <a:pt x="4991176" y="1117600"/>
                </a:lnTo>
                <a:lnTo>
                  <a:pt x="4988285" y="1120139"/>
                </a:lnTo>
                <a:close/>
              </a:path>
              <a:path w="5056505" h="1169670">
                <a:moveTo>
                  <a:pt x="88950" y="1120139"/>
                </a:moveTo>
                <a:lnTo>
                  <a:pt x="87680" y="1120139"/>
                </a:lnTo>
                <a:lnTo>
                  <a:pt x="87439" y="1118870"/>
                </a:lnTo>
                <a:lnTo>
                  <a:pt x="88950" y="1120139"/>
                </a:lnTo>
                <a:close/>
              </a:path>
              <a:path w="5056505" h="1169670">
                <a:moveTo>
                  <a:pt x="4925720" y="1156970"/>
                </a:moveTo>
                <a:lnTo>
                  <a:pt x="4866665" y="1156970"/>
                </a:lnTo>
                <a:lnTo>
                  <a:pt x="4876457" y="1155700"/>
                </a:lnTo>
                <a:lnTo>
                  <a:pt x="4876139" y="1155700"/>
                </a:lnTo>
                <a:lnTo>
                  <a:pt x="4885791" y="1154429"/>
                </a:lnTo>
                <a:lnTo>
                  <a:pt x="4885474" y="1154429"/>
                </a:lnTo>
                <a:lnTo>
                  <a:pt x="4894973" y="1153160"/>
                </a:lnTo>
                <a:lnTo>
                  <a:pt x="4894656" y="1153160"/>
                </a:lnTo>
                <a:lnTo>
                  <a:pt x="4903990" y="1150620"/>
                </a:lnTo>
                <a:lnTo>
                  <a:pt x="4903685" y="1150620"/>
                </a:lnTo>
                <a:lnTo>
                  <a:pt x="4912842" y="1148079"/>
                </a:lnTo>
                <a:lnTo>
                  <a:pt x="4912537" y="1148079"/>
                </a:lnTo>
                <a:lnTo>
                  <a:pt x="4921504" y="1145539"/>
                </a:lnTo>
                <a:lnTo>
                  <a:pt x="4921211" y="1145539"/>
                </a:lnTo>
                <a:lnTo>
                  <a:pt x="4929962" y="1141729"/>
                </a:lnTo>
                <a:lnTo>
                  <a:pt x="4929682" y="1141729"/>
                </a:lnTo>
                <a:lnTo>
                  <a:pt x="4938217" y="1137920"/>
                </a:lnTo>
                <a:lnTo>
                  <a:pt x="4937937" y="1137920"/>
                </a:lnTo>
                <a:lnTo>
                  <a:pt x="4946256" y="1134110"/>
                </a:lnTo>
                <a:lnTo>
                  <a:pt x="4945989" y="1134110"/>
                </a:lnTo>
                <a:lnTo>
                  <a:pt x="4954066" y="1129029"/>
                </a:lnTo>
                <a:lnTo>
                  <a:pt x="4953800" y="1129029"/>
                </a:lnTo>
                <a:lnTo>
                  <a:pt x="4961623" y="1125220"/>
                </a:lnTo>
                <a:lnTo>
                  <a:pt x="4961382" y="1125220"/>
                </a:lnTo>
                <a:lnTo>
                  <a:pt x="4968938" y="1118870"/>
                </a:lnTo>
                <a:lnTo>
                  <a:pt x="4968697" y="1120139"/>
                </a:lnTo>
                <a:lnTo>
                  <a:pt x="4988285" y="1120139"/>
                </a:lnTo>
                <a:lnTo>
                  <a:pt x="4983949" y="1123950"/>
                </a:lnTo>
                <a:lnTo>
                  <a:pt x="4952187" y="1145539"/>
                </a:lnTo>
                <a:lnTo>
                  <a:pt x="4934762" y="1153160"/>
                </a:lnTo>
                <a:lnTo>
                  <a:pt x="4925720" y="1156970"/>
                </a:lnTo>
                <a:close/>
              </a:path>
              <a:path w="5056505" h="1169670">
                <a:moveTo>
                  <a:pt x="194424" y="1156970"/>
                </a:moveTo>
                <a:lnTo>
                  <a:pt x="189712" y="1156970"/>
                </a:lnTo>
                <a:lnTo>
                  <a:pt x="189471" y="1155700"/>
                </a:lnTo>
                <a:lnTo>
                  <a:pt x="194424" y="1156970"/>
                </a:lnTo>
                <a:close/>
              </a:path>
              <a:path w="5056505" h="1169670">
                <a:moveTo>
                  <a:pt x="4866665" y="1156970"/>
                </a:moveTo>
                <a:lnTo>
                  <a:pt x="4861953" y="1156970"/>
                </a:lnTo>
                <a:lnTo>
                  <a:pt x="4866906" y="1155700"/>
                </a:lnTo>
                <a:lnTo>
                  <a:pt x="4866665" y="1156970"/>
                </a:lnTo>
                <a:close/>
              </a:path>
              <a:path w="5056505" h="1169670">
                <a:moveTo>
                  <a:pt x="4862360" y="1169670"/>
                </a:moveTo>
                <a:lnTo>
                  <a:pt x="194017" y="1169670"/>
                </a:lnTo>
                <a:lnTo>
                  <a:pt x="188874" y="1168400"/>
                </a:lnTo>
                <a:lnTo>
                  <a:pt x="4867503" y="1168400"/>
                </a:lnTo>
                <a:lnTo>
                  <a:pt x="4862360" y="1169670"/>
                </a:lnTo>
                <a:close/>
              </a:path>
            </a:pathLst>
          </a:custGeom>
          <a:solidFill>
            <a:srgbClr val="293E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007110" y="4104030"/>
            <a:ext cx="3481070" cy="848360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dirty="0" sz="1800" b="1">
                <a:latin typeface="宋体"/>
                <a:cs typeface="宋体"/>
              </a:rPr>
              <a:t>语法</a:t>
            </a:r>
            <a:r>
              <a:rPr dirty="0" sz="1800" spc="-10" b="1">
                <a:latin typeface="宋体"/>
                <a:cs typeface="宋体"/>
              </a:rPr>
              <a:t>：</a:t>
            </a:r>
            <a:endParaRPr sz="1800">
              <a:latin typeface="宋体"/>
              <a:cs typeface="宋体"/>
            </a:endParaRPr>
          </a:p>
          <a:p>
            <a:pPr marL="242570">
              <a:lnSpc>
                <a:spcPct val="100000"/>
              </a:lnSpc>
              <a:spcBef>
                <a:spcPts val="1080"/>
              </a:spcBef>
            </a:pPr>
            <a:r>
              <a:rPr dirty="0" sz="1800" b="1">
                <a:latin typeface="宋体"/>
                <a:cs typeface="宋体"/>
              </a:rPr>
              <a:t>lambda</a:t>
            </a:r>
            <a:r>
              <a:rPr dirty="0" sz="1800" spc="-20" b="1">
                <a:latin typeface="宋体"/>
                <a:cs typeface="宋体"/>
              </a:rPr>
              <a:t> </a:t>
            </a:r>
            <a:r>
              <a:rPr dirty="0" sz="1800" b="1">
                <a:latin typeface="宋体"/>
                <a:cs typeface="宋体"/>
              </a:rPr>
              <a:t>[参数,参数]:</a:t>
            </a:r>
            <a:r>
              <a:rPr dirty="0" sz="1800" spc="-20" b="1">
                <a:latin typeface="宋体"/>
                <a:cs typeface="宋体"/>
              </a:rPr>
              <a:t> </a:t>
            </a:r>
            <a:r>
              <a:rPr dirty="0" sz="1800" b="1">
                <a:latin typeface="宋体"/>
                <a:cs typeface="宋体"/>
              </a:rPr>
              <a:t>&lt;表达式</a:t>
            </a:r>
            <a:r>
              <a:rPr dirty="0" sz="1800" spc="-10" b="1">
                <a:latin typeface="宋体"/>
                <a:cs typeface="宋体"/>
              </a:rPr>
              <a:t>&gt;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562343" y="4565903"/>
            <a:ext cx="4933315" cy="1690370"/>
          </a:xfrm>
          <a:custGeom>
            <a:avLst/>
            <a:gdLst/>
            <a:ahLst/>
            <a:cxnLst/>
            <a:rect l="l" t="t" r="r" b="b"/>
            <a:pathLst>
              <a:path w="4933315" h="1690370">
                <a:moveTo>
                  <a:pt x="4651248" y="1690116"/>
                </a:moveTo>
                <a:lnTo>
                  <a:pt x="281939" y="1690116"/>
                </a:lnTo>
                <a:lnTo>
                  <a:pt x="236116" y="1686601"/>
                </a:lnTo>
                <a:lnTo>
                  <a:pt x="192667" y="1676068"/>
                </a:lnTo>
                <a:lnTo>
                  <a:pt x="152171" y="1659105"/>
                </a:lnTo>
                <a:lnTo>
                  <a:pt x="115207" y="1636299"/>
                </a:lnTo>
                <a:lnTo>
                  <a:pt x="82353" y="1608239"/>
                </a:lnTo>
                <a:lnTo>
                  <a:pt x="54188" y="1575512"/>
                </a:lnTo>
                <a:lnTo>
                  <a:pt x="31292" y="1538707"/>
                </a:lnTo>
                <a:lnTo>
                  <a:pt x="14242" y="1498411"/>
                </a:lnTo>
                <a:lnTo>
                  <a:pt x="3619" y="1455213"/>
                </a:lnTo>
                <a:lnTo>
                  <a:pt x="0" y="1409700"/>
                </a:lnTo>
                <a:lnTo>
                  <a:pt x="0" y="281940"/>
                </a:lnTo>
                <a:lnTo>
                  <a:pt x="3619" y="236288"/>
                </a:lnTo>
                <a:lnTo>
                  <a:pt x="14242" y="192972"/>
                </a:lnTo>
                <a:lnTo>
                  <a:pt x="31292" y="152571"/>
                </a:lnTo>
                <a:lnTo>
                  <a:pt x="54188" y="115664"/>
                </a:lnTo>
                <a:lnTo>
                  <a:pt x="82353" y="82829"/>
                </a:lnTo>
                <a:lnTo>
                  <a:pt x="115207" y="54645"/>
                </a:lnTo>
                <a:lnTo>
                  <a:pt x="152171" y="31692"/>
                </a:lnTo>
                <a:lnTo>
                  <a:pt x="192667" y="14547"/>
                </a:lnTo>
                <a:lnTo>
                  <a:pt x="236116" y="3790"/>
                </a:lnTo>
                <a:lnTo>
                  <a:pt x="281939" y="0"/>
                </a:lnTo>
                <a:lnTo>
                  <a:pt x="4651248" y="0"/>
                </a:lnTo>
                <a:lnTo>
                  <a:pt x="4697139" y="3790"/>
                </a:lnTo>
                <a:lnTo>
                  <a:pt x="4740642" y="14547"/>
                </a:lnTo>
                <a:lnTo>
                  <a:pt x="4781176" y="31692"/>
                </a:lnTo>
                <a:lnTo>
                  <a:pt x="4818163" y="54645"/>
                </a:lnTo>
                <a:lnTo>
                  <a:pt x="4851025" y="82829"/>
                </a:lnTo>
                <a:lnTo>
                  <a:pt x="4879182" y="115664"/>
                </a:lnTo>
                <a:lnTo>
                  <a:pt x="4902055" y="152571"/>
                </a:lnTo>
                <a:lnTo>
                  <a:pt x="4919067" y="192972"/>
                </a:lnTo>
                <a:lnTo>
                  <a:pt x="4929637" y="236288"/>
                </a:lnTo>
                <a:lnTo>
                  <a:pt x="4933187" y="281940"/>
                </a:lnTo>
                <a:lnTo>
                  <a:pt x="4933187" y="1409700"/>
                </a:lnTo>
                <a:lnTo>
                  <a:pt x="4929637" y="1455213"/>
                </a:lnTo>
                <a:lnTo>
                  <a:pt x="4919067" y="1498411"/>
                </a:lnTo>
                <a:lnTo>
                  <a:pt x="4902055" y="1538707"/>
                </a:lnTo>
                <a:lnTo>
                  <a:pt x="4879182" y="1575512"/>
                </a:lnTo>
                <a:lnTo>
                  <a:pt x="4851025" y="1608239"/>
                </a:lnTo>
                <a:lnTo>
                  <a:pt x="4818163" y="1636299"/>
                </a:lnTo>
                <a:lnTo>
                  <a:pt x="4781176" y="1659105"/>
                </a:lnTo>
                <a:lnTo>
                  <a:pt x="4740642" y="1676068"/>
                </a:lnTo>
                <a:lnTo>
                  <a:pt x="4697139" y="1686601"/>
                </a:lnTo>
                <a:lnTo>
                  <a:pt x="4651248" y="16901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434328" y="4504944"/>
            <a:ext cx="731520" cy="379730"/>
          </a:xfrm>
          <a:custGeom>
            <a:avLst/>
            <a:gdLst/>
            <a:ahLst/>
            <a:cxnLst/>
            <a:rect l="l" t="t" r="r" b="b"/>
            <a:pathLst>
              <a:path w="731520" h="379729">
                <a:moveTo>
                  <a:pt x="669036" y="379475"/>
                </a:moveTo>
                <a:lnTo>
                  <a:pt x="64008" y="379475"/>
                </a:lnTo>
                <a:lnTo>
                  <a:pt x="39006" y="374141"/>
                </a:lnTo>
                <a:lnTo>
                  <a:pt x="18702" y="360392"/>
                </a:lnTo>
                <a:lnTo>
                  <a:pt x="5048" y="340183"/>
                </a:lnTo>
                <a:lnTo>
                  <a:pt x="0" y="315467"/>
                </a:lnTo>
                <a:lnTo>
                  <a:pt x="0" y="62483"/>
                </a:lnTo>
                <a:lnTo>
                  <a:pt x="5048" y="38149"/>
                </a:lnTo>
                <a:lnTo>
                  <a:pt x="18702" y="18226"/>
                </a:lnTo>
                <a:lnTo>
                  <a:pt x="39006" y="4810"/>
                </a:lnTo>
                <a:lnTo>
                  <a:pt x="64008" y="0"/>
                </a:lnTo>
                <a:lnTo>
                  <a:pt x="669036" y="0"/>
                </a:lnTo>
                <a:lnTo>
                  <a:pt x="693299" y="4810"/>
                </a:lnTo>
                <a:lnTo>
                  <a:pt x="713198" y="18226"/>
                </a:lnTo>
                <a:lnTo>
                  <a:pt x="726637" y="38149"/>
                </a:lnTo>
                <a:lnTo>
                  <a:pt x="731520" y="62483"/>
                </a:lnTo>
                <a:lnTo>
                  <a:pt x="731520" y="315467"/>
                </a:lnTo>
                <a:lnTo>
                  <a:pt x="726637" y="340183"/>
                </a:lnTo>
                <a:lnTo>
                  <a:pt x="713198" y="360392"/>
                </a:lnTo>
                <a:lnTo>
                  <a:pt x="693299" y="374141"/>
                </a:lnTo>
                <a:lnTo>
                  <a:pt x="669036" y="379475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558368" y="4532083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注意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884034" y="4997322"/>
            <a:ext cx="408876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600">
                <a:latin typeface="宋体"/>
                <a:cs typeface="宋体"/>
              </a:rPr>
              <a:t>匿名函数可以接收多个参数但只能返回一个</a:t>
            </a:r>
            <a:r>
              <a:rPr dirty="0" sz="1600" spc="-5">
                <a:latin typeface="宋体"/>
                <a:cs typeface="宋体"/>
              </a:rPr>
              <a:t>表 </a:t>
            </a:r>
            <a:r>
              <a:rPr dirty="0" sz="1600">
                <a:latin typeface="宋体"/>
                <a:cs typeface="宋体"/>
              </a:rPr>
              <a:t>达式的</a:t>
            </a:r>
            <a:r>
              <a:rPr dirty="0" sz="1600" spc="-5">
                <a:latin typeface="宋体"/>
                <a:cs typeface="宋体"/>
              </a:rPr>
              <a:t>值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90372" y="5417820"/>
            <a:ext cx="5039995" cy="1187450"/>
          </a:xfrm>
          <a:custGeom>
            <a:avLst/>
            <a:gdLst/>
            <a:ahLst/>
            <a:cxnLst/>
            <a:rect l="l" t="t" r="r" b="b"/>
            <a:pathLst>
              <a:path w="5039995" h="1187450">
                <a:moveTo>
                  <a:pt x="4841748" y="1187196"/>
                </a:moveTo>
                <a:lnTo>
                  <a:pt x="196596" y="1187196"/>
                </a:lnTo>
                <a:lnTo>
                  <a:pt x="151407" y="1181732"/>
                </a:lnTo>
                <a:lnTo>
                  <a:pt x="109906" y="1166685"/>
                </a:lnTo>
                <a:lnTo>
                  <a:pt x="73301" y="1143236"/>
                </a:lnTo>
                <a:lnTo>
                  <a:pt x="42799" y="1112569"/>
                </a:lnTo>
                <a:lnTo>
                  <a:pt x="19609" y="1075865"/>
                </a:lnTo>
                <a:lnTo>
                  <a:pt x="4940" y="1034306"/>
                </a:lnTo>
                <a:lnTo>
                  <a:pt x="0" y="989076"/>
                </a:lnTo>
                <a:lnTo>
                  <a:pt x="0" y="198119"/>
                </a:lnTo>
                <a:lnTo>
                  <a:pt x="4940" y="152549"/>
                </a:lnTo>
                <a:lnTo>
                  <a:pt x="19609" y="110765"/>
                </a:lnTo>
                <a:lnTo>
                  <a:pt x="42799" y="73949"/>
                </a:lnTo>
                <a:lnTo>
                  <a:pt x="73301" y="43283"/>
                </a:lnTo>
                <a:lnTo>
                  <a:pt x="109906" y="19948"/>
                </a:lnTo>
                <a:lnTo>
                  <a:pt x="151407" y="5126"/>
                </a:lnTo>
                <a:lnTo>
                  <a:pt x="196596" y="0"/>
                </a:lnTo>
                <a:lnTo>
                  <a:pt x="4841748" y="0"/>
                </a:lnTo>
                <a:lnTo>
                  <a:pt x="4886987" y="5126"/>
                </a:lnTo>
                <a:lnTo>
                  <a:pt x="4928550" y="19948"/>
                </a:lnTo>
                <a:lnTo>
                  <a:pt x="4965255" y="43283"/>
                </a:lnTo>
                <a:lnTo>
                  <a:pt x="4995922" y="73949"/>
                </a:lnTo>
                <a:lnTo>
                  <a:pt x="5019367" y="110765"/>
                </a:lnTo>
                <a:lnTo>
                  <a:pt x="5034409" y="152549"/>
                </a:lnTo>
                <a:lnTo>
                  <a:pt x="5039868" y="198119"/>
                </a:lnTo>
                <a:lnTo>
                  <a:pt x="5039868" y="989076"/>
                </a:lnTo>
                <a:lnTo>
                  <a:pt x="5034409" y="1034306"/>
                </a:lnTo>
                <a:lnTo>
                  <a:pt x="5019367" y="1075865"/>
                </a:lnTo>
                <a:lnTo>
                  <a:pt x="4995922" y="1112569"/>
                </a:lnTo>
                <a:lnTo>
                  <a:pt x="4965255" y="1143236"/>
                </a:lnTo>
                <a:lnTo>
                  <a:pt x="4928550" y="1166685"/>
                </a:lnTo>
                <a:lnTo>
                  <a:pt x="4886987" y="1181732"/>
                </a:lnTo>
                <a:lnTo>
                  <a:pt x="4841748" y="1187196"/>
                </a:lnTo>
                <a:close/>
              </a:path>
            </a:pathLst>
          </a:custGeom>
          <a:solidFill>
            <a:srgbClr val="D2E1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62355" y="5355335"/>
            <a:ext cx="731520" cy="379730"/>
          </a:xfrm>
          <a:custGeom>
            <a:avLst/>
            <a:gdLst/>
            <a:ahLst/>
            <a:cxnLst/>
            <a:rect l="l" t="t" r="r" b="b"/>
            <a:pathLst>
              <a:path w="731519" h="379729">
                <a:moveTo>
                  <a:pt x="667512" y="379475"/>
                </a:moveTo>
                <a:lnTo>
                  <a:pt x="62484" y="379475"/>
                </a:lnTo>
                <a:lnTo>
                  <a:pt x="38077" y="374656"/>
                </a:lnTo>
                <a:lnTo>
                  <a:pt x="18130" y="361235"/>
                </a:lnTo>
                <a:lnTo>
                  <a:pt x="4739" y="341314"/>
                </a:lnTo>
                <a:lnTo>
                  <a:pt x="0" y="316991"/>
                </a:lnTo>
                <a:lnTo>
                  <a:pt x="0" y="64008"/>
                </a:lnTo>
                <a:lnTo>
                  <a:pt x="4739" y="39285"/>
                </a:lnTo>
                <a:lnTo>
                  <a:pt x="18130" y="19073"/>
                </a:lnTo>
                <a:lnTo>
                  <a:pt x="38077" y="5327"/>
                </a:lnTo>
                <a:lnTo>
                  <a:pt x="62484" y="0"/>
                </a:lnTo>
                <a:lnTo>
                  <a:pt x="667512" y="0"/>
                </a:lnTo>
                <a:lnTo>
                  <a:pt x="692370" y="5327"/>
                </a:lnTo>
                <a:lnTo>
                  <a:pt x="712627" y="19073"/>
                </a:lnTo>
                <a:lnTo>
                  <a:pt x="726328" y="39285"/>
                </a:lnTo>
                <a:lnTo>
                  <a:pt x="731519" y="64008"/>
                </a:lnTo>
                <a:lnTo>
                  <a:pt x="731519" y="316991"/>
                </a:lnTo>
                <a:lnTo>
                  <a:pt x="726328" y="341314"/>
                </a:lnTo>
                <a:lnTo>
                  <a:pt x="712627" y="361235"/>
                </a:lnTo>
                <a:lnTo>
                  <a:pt x="692370" y="374656"/>
                </a:lnTo>
                <a:lnTo>
                  <a:pt x="667512" y="379475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685888" y="5260886"/>
            <a:ext cx="3606800" cy="1123950"/>
          </a:xfrm>
          <a:prstGeom prst="rect">
            <a:avLst/>
          </a:prstGeom>
        </p:spPr>
        <p:txBody>
          <a:bodyPr wrap="square" lIns="0" tIns="135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代码</a:t>
            </a:r>
            <a:endParaRPr sz="1800">
              <a:latin typeface="宋体"/>
              <a:cs typeface="宋体"/>
            </a:endParaRPr>
          </a:p>
          <a:p>
            <a:pPr marL="393065" marR="5080">
              <a:lnSpc>
                <a:spcPct val="111100"/>
              </a:lnSpc>
              <a:spcBef>
                <a:spcPts val="720"/>
              </a:spcBef>
            </a:pPr>
            <a:r>
              <a:rPr dirty="0" sz="1800">
                <a:latin typeface="宋体"/>
                <a:cs typeface="宋体"/>
              </a:rPr>
              <a:t>#</a:t>
            </a:r>
            <a:r>
              <a:rPr dirty="0" sz="1800" spc="-100">
                <a:latin typeface="宋体"/>
                <a:cs typeface="宋体"/>
              </a:rPr>
              <a:t> </a:t>
            </a:r>
            <a:r>
              <a:rPr dirty="0" sz="1800">
                <a:latin typeface="宋体"/>
                <a:cs typeface="宋体"/>
              </a:rPr>
              <a:t>定义匿名函数并直接传入参数 (lambda x,y :</a:t>
            </a:r>
            <a:r>
              <a:rPr dirty="0" sz="1800" spc="-40">
                <a:latin typeface="宋体"/>
                <a:cs typeface="宋体"/>
              </a:rPr>
              <a:t> </a:t>
            </a:r>
            <a:r>
              <a:rPr dirty="0" sz="1800">
                <a:latin typeface="宋体"/>
                <a:cs typeface="宋体"/>
              </a:rPr>
              <a:t>x*y)(4,5)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55448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三元运算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符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85800" y="1229867"/>
            <a:ext cx="10800715" cy="1260475"/>
          </a:xfrm>
          <a:custGeom>
            <a:avLst/>
            <a:gdLst/>
            <a:ahLst/>
            <a:cxnLst/>
            <a:rect l="l" t="t" r="r" b="b"/>
            <a:pathLst>
              <a:path w="10800715" h="1260475">
                <a:moveTo>
                  <a:pt x="10590276" y="1260347"/>
                </a:moveTo>
                <a:lnTo>
                  <a:pt x="210312" y="1260347"/>
                </a:lnTo>
                <a:lnTo>
                  <a:pt x="162282" y="1254776"/>
                </a:lnTo>
                <a:lnTo>
                  <a:pt x="118154" y="1238955"/>
                </a:lnTo>
                <a:lnTo>
                  <a:pt x="79184" y="1214138"/>
                </a:lnTo>
                <a:lnTo>
                  <a:pt x="46629" y="1181582"/>
                </a:lnTo>
                <a:lnTo>
                  <a:pt x="21742" y="1142543"/>
                </a:lnTo>
                <a:lnTo>
                  <a:pt x="5780" y="1098275"/>
                </a:lnTo>
                <a:lnTo>
                  <a:pt x="0" y="1050035"/>
                </a:lnTo>
                <a:lnTo>
                  <a:pt x="0" y="210311"/>
                </a:lnTo>
                <a:lnTo>
                  <a:pt x="5780" y="162095"/>
                </a:lnTo>
                <a:lnTo>
                  <a:pt x="21742" y="117843"/>
                </a:lnTo>
                <a:lnTo>
                  <a:pt x="46629" y="78811"/>
                </a:lnTo>
                <a:lnTo>
                  <a:pt x="79184" y="46255"/>
                </a:lnTo>
                <a:lnTo>
                  <a:pt x="118154" y="21431"/>
                </a:lnTo>
                <a:lnTo>
                  <a:pt x="162282" y="5594"/>
                </a:lnTo>
                <a:lnTo>
                  <a:pt x="210312" y="0"/>
                </a:lnTo>
                <a:lnTo>
                  <a:pt x="10590276" y="0"/>
                </a:lnTo>
                <a:lnTo>
                  <a:pt x="10638585" y="5594"/>
                </a:lnTo>
                <a:lnTo>
                  <a:pt x="10682900" y="21431"/>
                </a:lnTo>
                <a:lnTo>
                  <a:pt x="10721962" y="46255"/>
                </a:lnTo>
                <a:lnTo>
                  <a:pt x="10754518" y="78811"/>
                </a:lnTo>
                <a:lnTo>
                  <a:pt x="10779311" y="117843"/>
                </a:lnTo>
                <a:lnTo>
                  <a:pt x="10795086" y="162095"/>
                </a:lnTo>
                <a:lnTo>
                  <a:pt x="10800588" y="210311"/>
                </a:lnTo>
                <a:lnTo>
                  <a:pt x="10800588" y="1050035"/>
                </a:lnTo>
                <a:lnTo>
                  <a:pt x="10795086" y="1098275"/>
                </a:lnTo>
                <a:lnTo>
                  <a:pt x="10779311" y="1142543"/>
                </a:lnTo>
                <a:lnTo>
                  <a:pt x="10754518" y="1181582"/>
                </a:lnTo>
                <a:lnTo>
                  <a:pt x="10721962" y="1214138"/>
                </a:lnTo>
                <a:lnTo>
                  <a:pt x="10682900" y="1238955"/>
                </a:lnTo>
                <a:lnTo>
                  <a:pt x="10638585" y="1254776"/>
                </a:lnTo>
                <a:lnTo>
                  <a:pt x="10590276" y="1260347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57275" y="1307350"/>
            <a:ext cx="587565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三元运算符：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与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if...else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语句具有相似的作用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；  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语法：条件成立的值</a:t>
            </a:r>
            <a:r>
              <a:rPr dirty="0" sz="2000" spc="-25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 spc="-5" b="1">
                <a:solidFill>
                  <a:srgbClr val="FFFFFF"/>
                </a:solidFill>
                <a:latin typeface="宋体"/>
                <a:cs typeface="宋体"/>
              </a:rPr>
              <a:t>if</a:t>
            </a:r>
            <a:r>
              <a:rPr dirty="0" sz="2000" spc="-2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条件</a:t>
            </a:r>
            <a:r>
              <a:rPr dirty="0" sz="2000" spc="-20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 spc="-5" b="1">
                <a:solidFill>
                  <a:srgbClr val="FFFFFF"/>
                </a:solidFill>
                <a:latin typeface="宋体"/>
                <a:cs typeface="宋体"/>
              </a:rPr>
              <a:t>else</a:t>
            </a:r>
            <a:r>
              <a:rPr dirty="0" sz="2000" spc="-3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条件不成立的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值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37260" y="2738627"/>
            <a:ext cx="3659504" cy="1979930"/>
          </a:xfrm>
          <a:custGeom>
            <a:avLst/>
            <a:gdLst/>
            <a:ahLst/>
            <a:cxnLst/>
            <a:rect l="l" t="t" r="r" b="b"/>
            <a:pathLst>
              <a:path w="3659504" h="1979929">
                <a:moveTo>
                  <a:pt x="3329940" y="1979676"/>
                </a:moveTo>
                <a:lnTo>
                  <a:pt x="329184" y="1979676"/>
                </a:lnTo>
                <a:lnTo>
                  <a:pt x="280474" y="1976192"/>
                </a:lnTo>
                <a:lnTo>
                  <a:pt x="233977" y="1965875"/>
                </a:lnTo>
                <a:lnTo>
                  <a:pt x="190207" y="1949241"/>
                </a:lnTo>
                <a:lnTo>
                  <a:pt x="149679" y="1926803"/>
                </a:lnTo>
                <a:lnTo>
                  <a:pt x="112908" y="1899077"/>
                </a:lnTo>
                <a:lnTo>
                  <a:pt x="80409" y="1866578"/>
                </a:lnTo>
                <a:lnTo>
                  <a:pt x="52696" y="1829819"/>
                </a:lnTo>
                <a:lnTo>
                  <a:pt x="30283" y="1789317"/>
                </a:lnTo>
                <a:lnTo>
                  <a:pt x="13687" y="1745585"/>
                </a:lnTo>
                <a:lnTo>
                  <a:pt x="3420" y="1699138"/>
                </a:lnTo>
                <a:lnTo>
                  <a:pt x="0" y="1650492"/>
                </a:lnTo>
                <a:lnTo>
                  <a:pt x="0" y="329184"/>
                </a:lnTo>
                <a:lnTo>
                  <a:pt x="3420" y="280505"/>
                </a:lnTo>
                <a:lnTo>
                  <a:pt x="13687" y="234034"/>
                </a:lnTo>
                <a:lnTo>
                  <a:pt x="30283" y="190283"/>
                </a:lnTo>
                <a:lnTo>
                  <a:pt x="52696" y="149767"/>
                </a:lnTo>
                <a:lnTo>
                  <a:pt x="80409" y="113003"/>
                </a:lnTo>
                <a:lnTo>
                  <a:pt x="112908" y="80503"/>
                </a:lnTo>
                <a:lnTo>
                  <a:pt x="149679" y="52784"/>
                </a:lnTo>
                <a:lnTo>
                  <a:pt x="190207" y="30359"/>
                </a:lnTo>
                <a:lnTo>
                  <a:pt x="233977" y="13743"/>
                </a:lnTo>
                <a:lnTo>
                  <a:pt x="280474" y="3452"/>
                </a:lnTo>
                <a:lnTo>
                  <a:pt x="329184" y="0"/>
                </a:lnTo>
                <a:lnTo>
                  <a:pt x="3329940" y="0"/>
                </a:lnTo>
                <a:lnTo>
                  <a:pt x="3378586" y="3452"/>
                </a:lnTo>
                <a:lnTo>
                  <a:pt x="3425033" y="13743"/>
                </a:lnTo>
                <a:lnTo>
                  <a:pt x="3468765" y="30359"/>
                </a:lnTo>
                <a:lnTo>
                  <a:pt x="3509267" y="52784"/>
                </a:lnTo>
                <a:lnTo>
                  <a:pt x="3546026" y="80503"/>
                </a:lnTo>
                <a:lnTo>
                  <a:pt x="3578525" y="113003"/>
                </a:lnTo>
                <a:lnTo>
                  <a:pt x="3606251" y="149767"/>
                </a:lnTo>
                <a:lnTo>
                  <a:pt x="3628689" y="190283"/>
                </a:lnTo>
                <a:lnTo>
                  <a:pt x="3645323" y="234034"/>
                </a:lnTo>
                <a:lnTo>
                  <a:pt x="3655640" y="280505"/>
                </a:lnTo>
                <a:lnTo>
                  <a:pt x="3659124" y="329184"/>
                </a:lnTo>
                <a:lnTo>
                  <a:pt x="3659124" y="1650492"/>
                </a:lnTo>
                <a:lnTo>
                  <a:pt x="3655640" y="1699138"/>
                </a:lnTo>
                <a:lnTo>
                  <a:pt x="3645323" y="1745585"/>
                </a:lnTo>
                <a:lnTo>
                  <a:pt x="3628689" y="1789317"/>
                </a:lnTo>
                <a:lnTo>
                  <a:pt x="3606251" y="1829819"/>
                </a:lnTo>
                <a:lnTo>
                  <a:pt x="3578525" y="1866578"/>
                </a:lnTo>
                <a:lnTo>
                  <a:pt x="3546026" y="1899077"/>
                </a:lnTo>
                <a:lnTo>
                  <a:pt x="3509267" y="1926803"/>
                </a:lnTo>
                <a:lnTo>
                  <a:pt x="3468765" y="1949241"/>
                </a:lnTo>
                <a:lnTo>
                  <a:pt x="3425033" y="1965875"/>
                </a:lnTo>
                <a:lnTo>
                  <a:pt x="3378586" y="1976192"/>
                </a:lnTo>
                <a:lnTo>
                  <a:pt x="3329940" y="1979676"/>
                </a:lnTo>
                <a:close/>
              </a:path>
            </a:pathLst>
          </a:custGeom>
          <a:solidFill>
            <a:srgbClr val="D2E1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18388" y="2677667"/>
            <a:ext cx="731520" cy="378460"/>
          </a:xfrm>
          <a:custGeom>
            <a:avLst/>
            <a:gdLst/>
            <a:ahLst/>
            <a:cxnLst/>
            <a:rect l="l" t="t" r="r" b="b"/>
            <a:pathLst>
              <a:path w="731519" h="378460">
                <a:moveTo>
                  <a:pt x="669036" y="377951"/>
                </a:moveTo>
                <a:lnTo>
                  <a:pt x="64008" y="377951"/>
                </a:lnTo>
                <a:lnTo>
                  <a:pt x="39006" y="373355"/>
                </a:lnTo>
                <a:lnTo>
                  <a:pt x="18702" y="360011"/>
                </a:lnTo>
                <a:lnTo>
                  <a:pt x="5048" y="340016"/>
                </a:lnTo>
                <a:lnTo>
                  <a:pt x="0" y="315467"/>
                </a:lnTo>
                <a:lnTo>
                  <a:pt x="0" y="62483"/>
                </a:lnTo>
                <a:lnTo>
                  <a:pt x="5048" y="38006"/>
                </a:lnTo>
                <a:lnTo>
                  <a:pt x="18702" y="18035"/>
                </a:lnTo>
                <a:lnTo>
                  <a:pt x="39006" y="4667"/>
                </a:lnTo>
                <a:lnTo>
                  <a:pt x="64008" y="0"/>
                </a:lnTo>
                <a:lnTo>
                  <a:pt x="669036" y="0"/>
                </a:lnTo>
                <a:lnTo>
                  <a:pt x="693299" y="4667"/>
                </a:lnTo>
                <a:lnTo>
                  <a:pt x="713198" y="18035"/>
                </a:lnTo>
                <a:lnTo>
                  <a:pt x="726637" y="38006"/>
                </a:lnTo>
                <a:lnTo>
                  <a:pt x="731520" y="62483"/>
                </a:lnTo>
                <a:lnTo>
                  <a:pt x="731520" y="315467"/>
                </a:lnTo>
                <a:lnTo>
                  <a:pt x="726637" y="340016"/>
                </a:lnTo>
                <a:lnTo>
                  <a:pt x="713198" y="360011"/>
                </a:lnTo>
                <a:lnTo>
                  <a:pt x="693299" y="373355"/>
                </a:lnTo>
                <a:lnTo>
                  <a:pt x="669036" y="377951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42428" y="2704553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代码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37029" y="2884805"/>
            <a:ext cx="1955164" cy="1691005"/>
          </a:xfrm>
          <a:prstGeom prst="rect">
            <a:avLst/>
          </a:prstGeom>
        </p:spPr>
        <p:txBody>
          <a:bodyPr wrap="square" lIns="0" tIns="52704" rIns="0" bIns="0" rtlCol="0" vert="horz">
            <a:spAutoFit/>
          </a:bodyPr>
          <a:lstStyle/>
          <a:p>
            <a:pPr marL="12700" marR="5080">
              <a:lnSpc>
                <a:spcPts val="1600"/>
              </a:lnSpc>
              <a:spcBef>
                <a:spcPts val="414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75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使用</a:t>
            </a:r>
            <a:r>
              <a:rPr dirty="0" sz="1600" spc="-5">
                <a:latin typeface="宋体"/>
                <a:cs typeface="宋体"/>
              </a:rPr>
              <a:t>if...else</a:t>
            </a:r>
            <a:r>
              <a:rPr dirty="0" sz="1600">
                <a:latin typeface="宋体"/>
                <a:cs typeface="宋体"/>
              </a:rPr>
              <a:t>语</a:t>
            </a:r>
            <a:r>
              <a:rPr dirty="0" sz="1600" spc="-5">
                <a:latin typeface="宋体"/>
                <a:cs typeface="宋体"/>
              </a:rPr>
              <a:t>句 </a:t>
            </a:r>
            <a:r>
              <a:rPr dirty="0" sz="160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a =</a:t>
            </a:r>
            <a:r>
              <a:rPr dirty="0" sz="1600" spc="-1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2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ts val="1440"/>
              </a:lnSpc>
            </a:pPr>
            <a:r>
              <a:rPr dirty="0" sz="1600" spc="-5">
                <a:latin typeface="宋体"/>
                <a:cs typeface="宋体"/>
              </a:rPr>
              <a:t>b =</a:t>
            </a:r>
            <a:r>
              <a:rPr dirty="0" sz="1600" spc="-9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4 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ts val="1600"/>
              </a:lnSpc>
            </a:pPr>
            <a:r>
              <a:rPr dirty="0" sz="1600" spc="-5">
                <a:latin typeface="宋体"/>
                <a:cs typeface="宋体"/>
              </a:rPr>
              <a:t>if a &gt;</a:t>
            </a:r>
            <a:r>
              <a:rPr dirty="0" sz="1600" spc="-2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b:</a:t>
            </a:r>
            <a:endParaRPr sz="1600">
              <a:latin typeface="宋体"/>
              <a:cs typeface="宋体"/>
            </a:endParaRPr>
          </a:p>
          <a:p>
            <a:pPr marL="12700" marR="1020444">
              <a:lnSpc>
                <a:spcPts val="1600"/>
              </a:lnSpc>
              <a:spcBef>
                <a:spcPts val="160"/>
              </a:spcBef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c =</a:t>
            </a:r>
            <a:r>
              <a:rPr dirty="0" sz="1600" spc="-9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a  else:</a:t>
            </a:r>
            <a:endParaRPr sz="1600">
              <a:latin typeface="宋体"/>
              <a:cs typeface="宋体"/>
            </a:endParaRPr>
          </a:p>
          <a:p>
            <a:pPr marL="12700" marR="1020444">
              <a:lnSpc>
                <a:spcPts val="1600"/>
              </a:lnSpc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c =</a:t>
            </a:r>
            <a:r>
              <a:rPr dirty="0" sz="1600" spc="-9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b  </a:t>
            </a:r>
            <a:r>
              <a:rPr dirty="0" sz="160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c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126223" y="2738627"/>
            <a:ext cx="3660775" cy="1950720"/>
          </a:xfrm>
          <a:custGeom>
            <a:avLst/>
            <a:gdLst/>
            <a:ahLst/>
            <a:cxnLst/>
            <a:rect l="l" t="t" r="r" b="b"/>
            <a:pathLst>
              <a:path w="3660775" h="1950720">
                <a:moveTo>
                  <a:pt x="3336035" y="1950720"/>
                </a:moveTo>
                <a:lnTo>
                  <a:pt x="326135" y="1950720"/>
                </a:lnTo>
                <a:lnTo>
                  <a:pt x="277935" y="1947068"/>
                </a:lnTo>
                <a:lnTo>
                  <a:pt x="231949" y="1936721"/>
                </a:lnTo>
                <a:lnTo>
                  <a:pt x="188677" y="1920178"/>
                </a:lnTo>
                <a:lnTo>
                  <a:pt x="148617" y="1897938"/>
                </a:lnTo>
                <a:lnTo>
                  <a:pt x="112268" y="1870498"/>
                </a:lnTo>
                <a:lnTo>
                  <a:pt x="80127" y="1838357"/>
                </a:lnTo>
                <a:lnTo>
                  <a:pt x="52693" y="1802014"/>
                </a:lnTo>
                <a:lnTo>
                  <a:pt x="30465" y="1761966"/>
                </a:lnTo>
                <a:lnTo>
                  <a:pt x="13941" y="1718713"/>
                </a:lnTo>
                <a:lnTo>
                  <a:pt x="3620" y="1672753"/>
                </a:lnTo>
                <a:lnTo>
                  <a:pt x="0" y="1624584"/>
                </a:lnTo>
                <a:lnTo>
                  <a:pt x="0" y="324612"/>
                </a:lnTo>
                <a:lnTo>
                  <a:pt x="3620" y="276569"/>
                </a:lnTo>
                <a:lnTo>
                  <a:pt x="13941" y="230718"/>
                </a:lnTo>
                <a:lnTo>
                  <a:pt x="30465" y="187562"/>
                </a:lnTo>
                <a:lnTo>
                  <a:pt x="52693" y="147607"/>
                </a:lnTo>
                <a:lnTo>
                  <a:pt x="80127" y="111359"/>
                </a:lnTo>
                <a:lnTo>
                  <a:pt x="112268" y="79322"/>
                </a:lnTo>
                <a:lnTo>
                  <a:pt x="148617" y="52003"/>
                </a:lnTo>
                <a:lnTo>
                  <a:pt x="188677" y="29905"/>
                </a:lnTo>
                <a:lnTo>
                  <a:pt x="231949" y="13536"/>
                </a:lnTo>
                <a:lnTo>
                  <a:pt x="277935" y="3398"/>
                </a:lnTo>
                <a:lnTo>
                  <a:pt x="326135" y="0"/>
                </a:lnTo>
                <a:lnTo>
                  <a:pt x="3336035" y="0"/>
                </a:lnTo>
                <a:lnTo>
                  <a:pt x="3383920" y="3398"/>
                </a:lnTo>
                <a:lnTo>
                  <a:pt x="3429646" y="13536"/>
                </a:lnTo>
                <a:lnTo>
                  <a:pt x="3472707" y="29905"/>
                </a:lnTo>
                <a:lnTo>
                  <a:pt x="3512599" y="52003"/>
                </a:lnTo>
                <a:lnTo>
                  <a:pt x="3548816" y="79322"/>
                </a:lnTo>
                <a:lnTo>
                  <a:pt x="3580852" y="111359"/>
                </a:lnTo>
                <a:lnTo>
                  <a:pt x="3608203" y="147607"/>
                </a:lnTo>
                <a:lnTo>
                  <a:pt x="3630364" y="187562"/>
                </a:lnTo>
                <a:lnTo>
                  <a:pt x="3646828" y="230718"/>
                </a:lnTo>
                <a:lnTo>
                  <a:pt x="3657091" y="276569"/>
                </a:lnTo>
                <a:lnTo>
                  <a:pt x="3660648" y="324612"/>
                </a:lnTo>
                <a:lnTo>
                  <a:pt x="3660648" y="1624584"/>
                </a:lnTo>
                <a:lnTo>
                  <a:pt x="3657091" y="1672753"/>
                </a:lnTo>
                <a:lnTo>
                  <a:pt x="3646828" y="1718713"/>
                </a:lnTo>
                <a:lnTo>
                  <a:pt x="3630364" y="1761966"/>
                </a:lnTo>
                <a:lnTo>
                  <a:pt x="3608203" y="1802014"/>
                </a:lnTo>
                <a:lnTo>
                  <a:pt x="3580852" y="1838357"/>
                </a:lnTo>
                <a:lnTo>
                  <a:pt x="3548816" y="1870498"/>
                </a:lnTo>
                <a:lnTo>
                  <a:pt x="3512599" y="1897938"/>
                </a:lnTo>
                <a:lnTo>
                  <a:pt x="3472707" y="1920178"/>
                </a:lnTo>
                <a:lnTo>
                  <a:pt x="3429646" y="1936721"/>
                </a:lnTo>
                <a:lnTo>
                  <a:pt x="3383920" y="1947068"/>
                </a:lnTo>
                <a:lnTo>
                  <a:pt x="3336035" y="1950720"/>
                </a:lnTo>
                <a:close/>
              </a:path>
            </a:pathLst>
          </a:custGeom>
          <a:solidFill>
            <a:srgbClr val="D2E1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008876" y="2677667"/>
            <a:ext cx="731520" cy="378460"/>
          </a:xfrm>
          <a:custGeom>
            <a:avLst/>
            <a:gdLst/>
            <a:ahLst/>
            <a:cxnLst/>
            <a:rect l="l" t="t" r="r" b="b"/>
            <a:pathLst>
              <a:path w="731520" h="378460">
                <a:moveTo>
                  <a:pt x="667512" y="377951"/>
                </a:moveTo>
                <a:lnTo>
                  <a:pt x="62483" y="377951"/>
                </a:lnTo>
                <a:lnTo>
                  <a:pt x="38077" y="373355"/>
                </a:lnTo>
                <a:lnTo>
                  <a:pt x="18130" y="360011"/>
                </a:lnTo>
                <a:lnTo>
                  <a:pt x="4739" y="340016"/>
                </a:lnTo>
                <a:lnTo>
                  <a:pt x="0" y="315467"/>
                </a:lnTo>
                <a:lnTo>
                  <a:pt x="0" y="62483"/>
                </a:lnTo>
                <a:lnTo>
                  <a:pt x="4739" y="38006"/>
                </a:lnTo>
                <a:lnTo>
                  <a:pt x="18130" y="18035"/>
                </a:lnTo>
                <a:lnTo>
                  <a:pt x="38077" y="4667"/>
                </a:lnTo>
                <a:lnTo>
                  <a:pt x="62483" y="0"/>
                </a:lnTo>
                <a:lnTo>
                  <a:pt x="667512" y="0"/>
                </a:lnTo>
                <a:lnTo>
                  <a:pt x="692370" y="4667"/>
                </a:lnTo>
                <a:lnTo>
                  <a:pt x="712627" y="18035"/>
                </a:lnTo>
                <a:lnTo>
                  <a:pt x="726328" y="38006"/>
                </a:lnTo>
                <a:lnTo>
                  <a:pt x="731520" y="62483"/>
                </a:lnTo>
                <a:lnTo>
                  <a:pt x="731520" y="315467"/>
                </a:lnTo>
                <a:lnTo>
                  <a:pt x="726328" y="340016"/>
                </a:lnTo>
                <a:lnTo>
                  <a:pt x="712627" y="360011"/>
                </a:lnTo>
                <a:lnTo>
                  <a:pt x="692370" y="373355"/>
                </a:lnTo>
                <a:lnTo>
                  <a:pt x="667512" y="377951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132408" y="2704553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代码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18755" y="3044825"/>
            <a:ext cx="1955800" cy="1081405"/>
          </a:xfrm>
          <a:prstGeom prst="rect">
            <a:avLst/>
          </a:prstGeom>
        </p:spPr>
        <p:txBody>
          <a:bodyPr wrap="square" lIns="0" tIns="52704" rIns="0" bIns="0" rtlCol="0" vert="horz">
            <a:spAutoFit/>
          </a:bodyPr>
          <a:lstStyle/>
          <a:p>
            <a:pPr marL="12700" marR="309880">
              <a:lnSpc>
                <a:spcPts val="1600"/>
              </a:lnSpc>
              <a:spcBef>
                <a:spcPts val="414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10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使用三元运算</a:t>
            </a:r>
            <a:r>
              <a:rPr dirty="0" sz="1600" spc="-5">
                <a:latin typeface="宋体"/>
                <a:cs typeface="宋体"/>
              </a:rPr>
              <a:t>符 </a:t>
            </a:r>
            <a:r>
              <a:rPr dirty="0" sz="160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a =</a:t>
            </a:r>
            <a:r>
              <a:rPr dirty="0" sz="1600" spc="-1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2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ts val="1440"/>
              </a:lnSpc>
            </a:pPr>
            <a:r>
              <a:rPr dirty="0" sz="1600" spc="-5">
                <a:latin typeface="宋体"/>
                <a:cs typeface="宋体"/>
              </a:rPr>
              <a:t>b =</a:t>
            </a:r>
            <a:r>
              <a:rPr dirty="0" sz="1600" spc="-9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4 </a:t>
            </a:r>
            <a:endParaRPr sz="1600">
              <a:latin typeface="宋体"/>
              <a:cs typeface="宋体"/>
            </a:endParaRPr>
          </a:p>
          <a:p>
            <a:pPr marL="12700" marR="5080">
              <a:lnSpc>
                <a:spcPts val="1600"/>
              </a:lnSpc>
              <a:spcBef>
                <a:spcPts val="160"/>
              </a:spcBef>
            </a:pPr>
            <a:r>
              <a:rPr dirty="0" sz="1600" spc="-5">
                <a:latin typeface="宋体"/>
                <a:cs typeface="宋体"/>
              </a:rPr>
              <a:t>c = a if a&gt;b else</a:t>
            </a:r>
            <a:r>
              <a:rPr dirty="0" sz="1600" spc="-6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b  </a:t>
            </a:r>
            <a:r>
              <a:rPr dirty="0" sz="160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c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451347" y="3444240"/>
            <a:ext cx="672465" cy="215265"/>
          </a:xfrm>
          <a:custGeom>
            <a:avLst/>
            <a:gdLst/>
            <a:ahLst/>
            <a:cxnLst/>
            <a:rect l="l" t="t" r="r" b="b"/>
            <a:pathLst>
              <a:path w="672464" h="215264">
                <a:moveTo>
                  <a:pt x="672084" y="214884"/>
                </a:moveTo>
                <a:lnTo>
                  <a:pt x="0" y="214884"/>
                </a:lnTo>
                <a:lnTo>
                  <a:pt x="0" y="0"/>
                </a:lnTo>
                <a:lnTo>
                  <a:pt x="672084" y="0"/>
                </a:lnTo>
                <a:lnTo>
                  <a:pt x="672084" y="214884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451347" y="3767328"/>
            <a:ext cx="672465" cy="215265"/>
          </a:xfrm>
          <a:custGeom>
            <a:avLst/>
            <a:gdLst/>
            <a:ahLst/>
            <a:cxnLst/>
            <a:rect l="l" t="t" r="r" b="b"/>
            <a:pathLst>
              <a:path w="672464" h="215264">
                <a:moveTo>
                  <a:pt x="672084" y="214884"/>
                </a:moveTo>
                <a:lnTo>
                  <a:pt x="0" y="214884"/>
                </a:lnTo>
                <a:lnTo>
                  <a:pt x="0" y="0"/>
                </a:lnTo>
                <a:lnTo>
                  <a:pt x="672084" y="0"/>
                </a:lnTo>
                <a:lnTo>
                  <a:pt x="672084" y="214884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02563" y="5035296"/>
            <a:ext cx="4627245" cy="1440180"/>
          </a:xfrm>
          <a:custGeom>
            <a:avLst/>
            <a:gdLst/>
            <a:ahLst/>
            <a:cxnLst/>
            <a:rect l="l" t="t" r="r" b="b"/>
            <a:pathLst>
              <a:path w="4627245" h="1440179">
                <a:moveTo>
                  <a:pt x="4387596" y="1440179"/>
                </a:moveTo>
                <a:lnTo>
                  <a:pt x="240792" y="1440179"/>
                </a:lnTo>
                <a:lnTo>
                  <a:pt x="192291" y="1435176"/>
                </a:lnTo>
                <a:lnTo>
                  <a:pt x="147136" y="1421090"/>
                </a:lnTo>
                <a:lnTo>
                  <a:pt x="106281" y="1398877"/>
                </a:lnTo>
                <a:lnTo>
                  <a:pt x="70685" y="1369494"/>
                </a:lnTo>
                <a:lnTo>
                  <a:pt x="41302" y="1333898"/>
                </a:lnTo>
                <a:lnTo>
                  <a:pt x="19089" y="1293043"/>
                </a:lnTo>
                <a:lnTo>
                  <a:pt x="5003" y="1247888"/>
                </a:lnTo>
                <a:lnTo>
                  <a:pt x="0" y="1199388"/>
                </a:lnTo>
                <a:lnTo>
                  <a:pt x="0" y="239267"/>
                </a:lnTo>
                <a:lnTo>
                  <a:pt x="5003" y="191020"/>
                </a:lnTo>
                <a:lnTo>
                  <a:pt x="19089" y="146064"/>
                </a:lnTo>
                <a:lnTo>
                  <a:pt x="41302" y="105374"/>
                </a:lnTo>
                <a:lnTo>
                  <a:pt x="70685" y="69923"/>
                </a:lnTo>
                <a:lnTo>
                  <a:pt x="106281" y="40685"/>
                </a:lnTo>
                <a:lnTo>
                  <a:pt x="147136" y="18636"/>
                </a:lnTo>
                <a:lnTo>
                  <a:pt x="192291" y="4750"/>
                </a:lnTo>
                <a:lnTo>
                  <a:pt x="240792" y="0"/>
                </a:lnTo>
                <a:lnTo>
                  <a:pt x="4387596" y="0"/>
                </a:lnTo>
                <a:lnTo>
                  <a:pt x="4435759" y="4750"/>
                </a:lnTo>
                <a:lnTo>
                  <a:pt x="4480656" y="18636"/>
                </a:lnTo>
                <a:lnTo>
                  <a:pt x="4521311" y="40685"/>
                </a:lnTo>
                <a:lnTo>
                  <a:pt x="4556750" y="69923"/>
                </a:lnTo>
                <a:lnTo>
                  <a:pt x="4585999" y="105374"/>
                </a:lnTo>
                <a:lnTo>
                  <a:pt x="4608084" y="146064"/>
                </a:lnTo>
                <a:lnTo>
                  <a:pt x="4622030" y="191020"/>
                </a:lnTo>
                <a:lnTo>
                  <a:pt x="4626864" y="239267"/>
                </a:lnTo>
                <a:lnTo>
                  <a:pt x="4626864" y="1199388"/>
                </a:lnTo>
                <a:lnTo>
                  <a:pt x="4622030" y="1247888"/>
                </a:lnTo>
                <a:lnTo>
                  <a:pt x="4608084" y="1293043"/>
                </a:lnTo>
                <a:lnTo>
                  <a:pt x="4585999" y="1333898"/>
                </a:lnTo>
                <a:lnTo>
                  <a:pt x="4556750" y="1369494"/>
                </a:lnTo>
                <a:lnTo>
                  <a:pt x="4521311" y="1398877"/>
                </a:lnTo>
                <a:lnTo>
                  <a:pt x="4480656" y="1421090"/>
                </a:lnTo>
                <a:lnTo>
                  <a:pt x="4435759" y="1435176"/>
                </a:lnTo>
                <a:lnTo>
                  <a:pt x="4387596" y="1440179"/>
                </a:lnTo>
                <a:close/>
              </a:path>
            </a:pathLst>
          </a:custGeom>
          <a:solidFill>
            <a:srgbClr val="D2E1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68451" y="5035296"/>
            <a:ext cx="731520" cy="379730"/>
          </a:xfrm>
          <a:custGeom>
            <a:avLst/>
            <a:gdLst/>
            <a:ahLst/>
            <a:cxnLst/>
            <a:rect l="l" t="t" r="r" b="b"/>
            <a:pathLst>
              <a:path w="731519" h="379729">
                <a:moveTo>
                  <a:pt x="667511" y="379475"/>
                </a:moveTo>
                <a:lnTo>
                  <a:pt x="62484" y="379475"/>
                </a:lnTo>
                <a:lnTo>
                  <a:pt x="38220" y="374069"/>
                </a:lnTo>
                <a:lnTo>
                  <a:pt x="18321" y="360297"/>
                </a:lnTo>
                <a:lnTo>
                  <a:pt x="4882" y="340112"/>
                </a:lnTo>
                <a:lnTo>
                  <a:pt x="0" y="315467"/>
                </a:lnTo>
                <a:lnTo>
                  <a:pt x="0" y="62483"/>
                </a:lnTo>
                <a:lnTo>
                  <a:pt x="4882" y="38077"/>
                </a:lnTo>
                <a:lnTo>
                  <a:pt x="18321" y="18130"/>
                </a:lnTo>
                <a:lnTo>
                  <a:pt x="38220" y="4739"/>
                </a:lnTo>
                <a:lnTo>
                  <a:pt x="62484" y="0"/>
                </a:lnTo>
                <a:lnTo>
                  <a:pt x="667511" y="0"/>
                </a:lnTo>
                <a:lnTo>
                  <a:pt x="692513" y="4739"/>
                </a:lnTo>
                <a:lnTo>
                  <a:pt x="712817" y="18130"/>
                </a:lnTo>
                <a:lnTo>
                  <a:pt x="726471" y="38077"/>
                </a:lnTo>
                <a:lnTo>
                  <a:pt x="731520" y="62483"/>
                </a:lnTo>
                <a:lnTo>
                  <a:pt x="731520" y="315467"/>
                </a:lnTo>
                <a:lnTo>
                  <a:pt x="726471" y="340112"/>
                </a:lnTo>
                <a:lnTo>
                  <a:pt x="712817" y="360297"/>
                </a:lnTo>
                <a:lnTo>
                  <a:pt x="692513" y="374069"/>
                </a:lnTo>
                <a:lnTo>
                  <a:pt x="667511" y="379475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692238" y="4919522"/>
            <a:ext cx="4231005" cy="1164590"/>
          </a:xfrm>
          <a:prstGeom prst="rect">
            <a:avLst/>
          </a:prstGeom>
        </p:spPr>
        <p:txBody>
          <a:bodyPr wrap="square" lIns="0" tIns="1555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代码</a:t>
            </a:r>
            <a:endParaRPr sz="1800">
              <a:latin typeface="宋体"/>
              <a:cs typeface="宋体"/>
            </a:endParaRPr>
          </a:p>
          <a:p>
            <a:pPr marL="217170" marR="5080">
              <a:lnSpc>
                <a:spcPct val="111100"/>
              </a:lnSpc>
              <a:spcBef>
                <a:spcPts val="880"/>
              </a:spcBef>
            </a:pPr>
            <a:r>
              <a:rPr dirty="0" sz="1800">
                <a:latin typeface="宋体"/>
                <a:cs typeface="宋体"/>
              </a:rPr>
              <a:t>lambda表达式与三元运算符连用 (lambda a,b : a if a&gt;b else</a:t>
            </a:r>
            <a:r>
              <a:rPr dirty="0" sz="1800" spc="-100">
                <a:latin typeface="宋体"/>
                <a:cs typeface="宋体"/>
              </a:rPr>
              <a:t> </a:t>
            </a:r>
            <a:r>
              <a:rPr dirty="0" sz="1800">
                <a:latin typeface="宋体"/>
                <a:cs typeface="宋体"/>
              </a:rPr>
              <a:t>b)(4,5)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812535" y="5311140"/>
            <a:ext cx="547370" cy="952500"/>
          </a:xfrm>
          <a:custGeom>
            <a:avLst/>
            <a:gdLst/>
            <a:ahLst/>
            <a:cxnLst/>
            <a:rect l="l" t="t" r="r" b="b"/>
            <a:pathLst>
              <a:path w="547370" h="952500">
                <a:moveTo>
                  <a:pt x="274319" y="952500"/>
                </a:moveTo>
                <a:lnTo>
                  <a:pt x="274319" y="714756"/>
                </a:lnTo>
                <a:lnTo>
                  <a:pt x="0" y="714756"/>
                </a:lnTo>
                <a:lnTo>
                  <a:pt x="0" y="237744"/>
                </a:lnTo>
                <a:lnTo>
                  <a:pt x="274319" y="237744"/>
                </a:lnTo>
                <a:lnTo>
                  <a:pt x="274319" y="0"/>
                </a:lnTo>
                <a:lnTo>
                  <a:pt x="547115" y="477012"/>
                </a:lnTo>
                <a:lnTo>
                  <a:pt x="274319" y="952500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127747" y="5067300"/>
            <a:ext cx="3659504" cy="1440180"/>
          </a:xfrm>
          <a:custGeom>
            <a:avLst/>
            <a:gdLst/>
            <a:ahLst/>
            <a:cxnLst/>
            <a:rect l="l" t="t" r="r" b="b"/>
            <a:pathLst>
              <a:path w="3659504" h="1440179">
                <a:moveTo>
                  <a:pt x="3419855" y="1440179"/>
                </a:moveTo>
                <a:lnTo>
                  <a:pt x="239268" y="1440179"/>
                </a:lnTo>
                <a:lnTo>
                  <a:pt x="191047" y="1435368"/>
                </a:lnTo>
                <a:lnTo>
                  <a:pt x="146112" y="1421441"/>
                </a:lnTo>
                <a:lnTo>
                  <a:pt x="105437" y="1399370"/>
                </a:lnTo>
                <a:lnTo>
                  <a:pt x="69994" y="1370128"/>
                </a:lnTo>
                <a:lnTo>
                  <a:pt x="40756" y="1334688"/>
                </a:lnTo>
                <a:lnTo>
                  <a:pt x="18695" y="1294024"/>
                </a:lnTo>
                <a:lnTo>
                  <a:pt x="4786" y="1249107"/>
                </a:lnTo>
                <a:lnTo>
                  <a:pt x="0" y="1200912"/>
                </a:lnTo>
                <a:lnTo>
                  <a:pt x="0" y="240791"/>
                </a:lnTo>
                <a:lnTo>
                  <a:pt x="4786" y="192364"/>
                </a:lnTo>
                <a:lnTo>
                  <a:pt x="18695" y="147263"/>
                </a:lnTo>
                <a:lnTo>
                  <a:pt x="40756" y="106443"/>
                </a:lnTo>
                <a:lnTo>
                  <a:pt x="69994" y="70861"/>
                </a:lnTo>
                <a:lnTo>
                  <a:pt x="105437" y="41470"/>
                </a:lnTo>
                <a:lnTo>
                  <a:pt x="146112" y="19226"/>
                </a:lnTo>
                <a:lnTo>
                  <a:pt x="191047" y="5084"/>
                </a:lnTo>
                <a:lnTo>
                  <a:pt x="239268" y="0"/>
                </a:lnTo>
                <a:lnTo>
                  <a:pt x="3419855" y="0"/>
                </a:lnTo>
                <a:lnTo>
                  <a:pt x="3467972" y="5084"/>
                </a:lnTo>
                <a:lnTo>
                  <a:pt x="3512832" y="19226"/>
                </a:lnTo>
                <a:lnTo>
                  <a:pt x="3553463" y="41470"/>
                </a:lnTo>
                <a:lnTo>
                  <a:pt x="3588891" y="70861"/>
                </a:lnTo>
                <a:lnTo>
                  <a:pt x="3618144" y="106443"/>
                </a:lnTo>
                <a:lnTo>
                  <a:pt x="3640249" y="147263"/>
                </a:lnTo>
                <a:lnTo>
                  <a:pt x="3654233" y="192364"/>
                </a:lnTo>
                <a:lnTo>
                  <a:pt x="3659124" y="240791"/>
                </a:lnTo>
                <a:lnTo>
                  <a:pt x="3659124" y="1200912"/>
                </a:lnTo>
                <a:lnTo>
                  <a:pt x="3654233" y="1249107"/>
                </a:lnTo>
                <a:lnTo>
                  <a:pt x="3640249" y="1294024"/>
                </a:lnTo>
                <a:lnTo>
                  <a:pt x="3618144" y="1334688"/>
                </a:lnTo>
                <a:lnTo>
                  <a:pt x="3588891" y="1370128"/>
                </a:lnTo>
                <a:lnTo>
                  <a:pt x="3553463" y="1399370"/>
                </a:lnTo>
                <a:lnTo>
                  <a:pt x="3512832" y="1421441"/>
                </a:lnTo>
                <a:lnTo>
                  <a:pt x="3467972" y="1435368"/>
                </a:lnTo>
                <a:lnTo>
                  <a:pt x="3419855" y="14401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8384768" y="5680760"/>
            <a:ext cx="114300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宋体"/>
                <a:cs typeface="宋体"/>
              </a:rPr>
              <a:t>输出结果：</a:t>
            </a:r>
            <a:r>
              <a:rPr dirty="0" sz="1600" spc="-5">
                <a:latin typeface="宋体"/>
                <a:cs typeface="宋体"/>
              </a:rPr>
              <a:t>5</a:t>
            </a:r>
            <a:endParaRPr sz="1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217297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if...else</a:t>
            </a:r>
            <a:r>
              <a:rPr dirty="0" sz="2400" spc="-90" b="1">
                <a:solidFill>
                  <a:srgbClr val="2E5B50"/>
                </a:solidFill>
                <a:latin typeface="宋体"/>
                <a:cs typeface="宋体"/>
              </a:rPr>
              <a:t> </a:t>
            </a: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语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句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6468" y="1243583"/>
            <a:ext cx="10799445" cy="1728470"/>
          </a:xfrm>
          <a:custGeom>
            <a:avLst/>
            <a:gdLst/>
            <a:ahLst/>
            <a:cxnLst/>
            <a:rect l="l" t="t" r="r" b="b"/>
            <a:pathLst>
              <a:path w="10799445" h="1728470">
                <a:moveTo>
                  <a:pt x="10511028" y="1728215"/>
                </a:moveTo>
                <a:lnTo>
                  <a:pt x="288035" y="1728215"/>
                </a:lnTo>
                <a:lnTo>
                  <a:pt x="241174" y="1724491"/>
                </a:lnTo>
                <a:lnTo>
                  <a:pt x="196744" y="1713612"/>
                </a:lnTo>
                <a:lnTo>
                  <a:pt x="155340" y="1696172"/>
                </a:lnTo>
                <a:lnTo>
                  <a:pt x="117553" y="1672764"/>
                </a:lnTo>
                <a:lnTo>
                  <a:pt x="83977" y="1643981"/>
                </a:lnTo>
                <a:lnTo>
                  <a:pt x="55204" y="1610415"/>
                </a:lnTo>
                <a:lnTo>
                  <a:pt x="31827" y="1572659"/>
                </a:lnTo>
                <a:lnTo>
                  <a:pt x="14438" y="1531306"/>
                </a:lnTo>
                <a:lnTo>
                  <a:pt x="3632" y="1486949"/>
                </a:lnTo>
                <a:lnTo>
                  <a:pt x="0" y="1440179"/>
                </a:lnTo>
                <a:lnTo>
                  <a:pt x="0" y="288035"/>
                </a:lnTo>
                <a:lnTo>
                  <a:pt x="3632" y="241414"/>
                </a:lnTo>
                <a:lnTo>
                  <a:pt x="14438" y="197171"/>
                </a:lnTo>
                <a:lnTo>
                  <a:pt x="31827" y="155900"/>
                </a:lnTo>
                <a:lnTo>
                  <a:pt x="55204" y="118193"/>
                </a:lnTo>
                <a:lnTo>
                  <a:pt x="83977" y="84643"/>
                </a:lnTo>
                <a:lnTo>
                  <a:pt x="117553" y="55844"/>
                </a:lnTo>
                <a:lnTo>
                  <a:pt x="155340" y="32387"/>
                </a:lnTo>
                <a:lnTo>
                  <a:pt x="196744" y="14865"/>
                </a:lnTo>
                <a:lnTo>
                  <a:pt x="241174" y="3872"/>
                </a:lnTo>
                <a:lnTo>
                  <a:pt x="288035" y="0"/>
                </a:lnTo>
                <a:lnTo>
                  <a:pt x="10511028" y="0"/>
                </a:lnTo>
                <a:lnTo>
                  <a:pt x="10557889" y="3872"/>
                </a:lnTo>
                <a:lnTo>
                  <a:pt x="10602319" y="14865"/>
                </a:lnTo>
                <a:lnTo>
                  <a:pt x="10643723" y="32387"/>
                </a:lnTo>
                <a:lnTo>
                  <a:pt x="10681510" y="55844"/>
                </a:lnTo>
                <a:lnTo>
                  <a:pt x="10715086" y="84643"/>
                </a:lnTo>
                <a:lnTo>
                  <a:pt x="10743859" y="118193"/>
                </a:lnTo>
                <a:lnTo>
                  <a:pt x="10767236" y="155900"/>
                </a:lnTo>
                <a:lnTo>
                  <a:pt x="10784625" y="197171"/>
                </a:lnTo>
                <a:lnTo>
                  <a:pt x="10795431" y="241414"/>
                </a:lnTo>
                <a:lnTo>
                  <a:pt x="10799064" y="288035"/>
                </a:lnTo>
                <a:lnTo>
                  <a:pt x="10799064" y="1440179"/>
                </a:lnTo>
                <a:lnTo>
                  <a:pt x="10795431" y="1486949"/>
                </a:lnTo>
                <a:lnTo>
                  <a:pt x="10784625" y="1531306"/>
                </a:lnTo>
                <a:lnTo>
                  <a:pt x="10767236" y="1572659"/>
                </a:lnTo>
                <a:lnTo>
                  <a:pt x="10743859" y="1610415"/>
                </a:lnTo>
                <a:lnTo>
                  <a:pt x="10715086" y="1643981"/>
                </a:lnTo>
                <a:lnTo>
                  <a:pt x="10681510" y="1672764"/>
                </a:lnTo>
                <a:lnTo>
                  <a:pt x="10643723" y="1696172"/>
                </a:lnTo>
                <a:lnTo>
                  <a:pt x="10602319" y="1713612"/>
                </a:lnTo>
                <a:lnTo>
                  <a:pt x="10557889" y="1724491"/>
                </a:lnTo>
                <a:lnTo>
                  <a:pt x="10511028" y="1728215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50391" y="3206495"/>
            <a:ext cx="4479290" cy="3225165"/>
          </a:xfrm>
          <a:custGeom>
            <a:avLst/>
            <a:gdLst/>
            <a:ahLst/>
            <a:cxnLst/>
            <a:rect l="l" t="t" r="r" b="b"/>
            <a:pathLst>
              <a:path w="4479290" h="3225165">
                <a:moveTo>
                  <a:pt x="3941064" y="3224783"/>
                </a:moveTo>
                <a:lnTo>
                  <a:pt x="536448" y="3224783"/>
                </a:lnTo>
                <a:lnTo>
                  <a:pt x="487573" y="3222587"/>
                </a:lnTo>
                <a:lnTo>
                  <a:pt x="439923" y="3216122"/>
                </a:lnTo>
                <a:lnTo>
                  <a:pt x="393691" y="3205580"/>
                </a:lnTo>
                <a:lnTo>
                  <a:pt x="349066" y="3191149"/>
                </a:lnTo>
                <a:lnTo>
                  <a:pt x="306239" y="3173018"/>
                </a:lnTo>
                <a:lnTo>
                  <a:pt x="265401" y="3151377"/>
                </a:lnTo>
                <a:lnTo>
                  <a:pt x="226744" y="3126416"/>
                </a:lnTo>
                <a:lnTo>
                  <a:pt x="190458" y="3098323"/>
                </a:lnTo>
                <a:lnTo>
                  <a:pt x="156733" y="3067288"/>
                </a:lnTo>
                <a:lnTo>
                  <a:pt x="125762" y="3033500"/>
                </a:lnTo>
                <a:lnTo>
                  <a:pt x="97734" y="2997148"/>
                </a:lnTo>
                <a:lnTo>
                  <a:pt x="72841" y="2958422"/>
                </a:lnTo>
                <a:lnTo>
                  <a:pt x="51273" y="2917512"/>
                </a:lnTo>
                <a:lnTo>
                  <a:pt x="33222" y="2874605"/>
                </a:lnTo>
                <a:lnTo>
                  <a:pt x="18878" y="2829893"/>
                </a:lnTo>
                <a:lnTo>
                  <a:pt x="8433" y="2783564"/>
                </a:lnTo>
                <a:lnTo>
                  <a:pt x="2076" y="2735807"/>
                </a:lnTo>
                <a:lnTo>
                  <a:pt x="0" y="2686812"/>
                </a:lnTo>
                <a:lnTo>
                  <a:pt x="0" y="536448"/>
                </a:lnTo>
                <a:lnTo>
                  <a:pt x="2076" y="487633"/>
                </a:lnTo>
                <a:lnTo>
                  <a:pt x="8433" y="440036"/>
                </a:lnTo>
                <a:lnTo>
                  <a:pt x="18878" y="393849"/>
                </a:lnTo>
                <a:lnTo>
                  <a:pt x="33222" y="349263"/>
                </a:lnTo>
                <a:lnTo>
                  <a:pt x="51273" y="306468"/>
                </a:lnTo>
                <a:lnTo>
                  <a:pt x="72841" y="265655"/>
                </a:lnTo>
                <a:lnTo>
                  <a:pt x="97734" y="227016"/>
                </a:lnTo>
                <a:lnTo>
                  <a:pt x="125762" y="190740"/>
                </a:lnTo>
                <a:lnTo>
                  <a:pt x="156733" y="157019"/>
                </a:lnTo>
                <a:lnTo>
                  <a:pt x="190458" y="126044"/>
                </a:lnTo>
                <a:lnTo>
                  <a:pt x="226744" y="98006"/>
                </a:lnTo>
                <a:lnTo>
                  <a:pt x="265401" y="73095"/>
                </a:lnTo>
                <a:lnTo>
                  <a:pt x="306239" y="51503"/>
                </a:lnTo>
                <a:lnTo>
                  <a:pt x="349066" y="33420"/>
                </a:lnTo>
                <a:lnTo>
                  <a:pt x="393691" y="19037"/>
                </a:lnTo>
                <a:lnTo>
                  <a:pt x="439923" y="8546"/>
                </a:lnTo>
                <a:lnTo>
                  <a:pt x="487573" y="2136"/>
                </a:lnTo>
                <a:lnTo>
                  <a:pt x="536448" y="0"/>
                </a:lnTo>
                <a:lnTo>
                  <a:pt x="3941064" y="0"/>
                </a:lnTo>
                <a:lnTo>
                  <a:pt x="3990079" y="2136"/>
                </a:lnTo>
                <a:lnTo>
                  <a:pt x="4037853" y="8546"/>
                </a:lnTo>
                <a:lnTo>
                  <a:pt x="4084198" y="19037"/>
                </a:lnTo>
                <a:lnTo>
                  <a:pt x="4128923" y="33420"/>
                </a:lnTo>
                <a:lnTo>
                  <a:pt x="4171840" y="51503"/>
                </a:lnTo>
                <a:lnTo>
                  <a:pt x="4212759" y="73095"/>
                </a:lnTo>
                <a:lnTo>
                  <a:pt x="4251491" y="98006"/>
                </a:lnTo>
                <a:lnTo>
                  <a:pt x="4287846" y="126044"/>
                </a:lnTo>
                <a:lnTo>
                  <a:pt x="4321635" y="157019"/>
                </a:lnTo>
                <a:lnTo>
                  <a:pt x="4352669" y="190740"/>
                </a:lnTo>
                <a:lnTo>
                  <a:pt x="4380758" y="227016"/>
                </a:lnTo>
                <a:lnTo>
                  <a:pt x="4405714" y="265655"/>
                </a:lnTo>
                <a:lnTo>
                  <a:pt x="4427347" y="306468"/>
                </a:lnTo>
                <a:lnTo>
                  <a:pt x="4445467" y="349263"/>
                </a:lnTo>
                <a:lnTo>
                  <a:pt x="4459885" y="393849"/>
                </a:lnTo>
                <a:lnTo>
                  <a:pt x="4470412" y="440036"/>
                </a:lnTo>
                <a:lnTo>
                  <a:pt x="4476859" y="487633"/>
                </a:lnTo>
                <a:lnTo>
                  <a:pt x="4479036" y="536448"/>
                </a:lnTo>
                <a:lnTo>
                  <a:pt x="4479036" y="2686812"/>
                </a:lnTo>
                <a:lnTo>
                  <a:pt x="4476859" y="2735807"/>
                </a:lnTo>
                <a:lnTo>
                  <a:pt x="4470412" y="2783564"/>
                </a:lnTo>
                <a:lnTo>
                  <a:pt x="4459885" y="2829893"/>
                </a:lnTo>
                <a:lnTo>
                  <a:pt x="4445467" y="2874605"/>
                </a:lnTo>
                <a:lnTo>
                  <a:pt x="4427347" y="2917512"/>
                </a:lnTo>
                <a:lnTo>
                  <a:pt x="4405714" y="2958422"/>
                </a:lnTo>
                <a:lnTo>
                  <a:pt x="4380758" y="2997148"/>
                </a:lnTo>
                <a:lnTo>
                  <a:pt x="4352669" y="3033500"/>
                </a:lnTo>
                <a:lnTo>
                  <a:pt x="4321635" y="3067288"/>
                </a:lnTo>
                <a:lnTo>
                  <a:pt x="4287846" y="3098323"/>
                </a:lnTo>
                <a:lnTo>
                  <a:pt x="4251491" y="3126416"/>
                </a:lnTo>
                <a:lnTo>
                  <a:pt x="4212759" y="3151377"/>
                </a:lnTo>
                <a:lnTo>
                  <a:pt x="4171840" y="3173018"/>
                </a:lnTo>
                <a:lnTo>
                  <a:pt x="4128923" y="3191149"/>
                </a:lnTo>
                <a:lnTo>
                  <a:pt x="4084198" y="3205580"/>
                </a:lnTo>
                <a:lnTo>
                  <a:pt x="4037853" y="3216122"/>
                </a:lnTo>
                <a:lnTo>
                  <a:pt x="3990079" y="3222587"/>
                </a:lnTo>
                <a:lnTo>
                  <a:pt x="3941064" y="3224783"/>
                </a:lnTo>
                <a:close/>
              </a:path>
            </a:pathLst>
          </a:custGeom>
          <a:solidFill>
            <a:srgbClr val="D2E1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22376" y="3144011"/>
            <a:ext cx="731520" cy="379730"/>
          </a:xfrm>
          <a:custGeom>
            <a:avLst/>
            <a:gdLst/>
            <a:ahLst/>
            <a:cxnLst/>
            <a:rect l="l" t="t" r="r" b="b"/>
            <a:pathLst>
              <a:path w="731519" h="379729">
                <a:moveTo>
                  <a:pt x="667511" y="379475"/>
                </a:moveTo>
                <a:lnTo>
                  <a:pt x="62483" y="379475"/>
                </a:lnTo>
                <a:lnTo>
                  <a:pt x="38077" y="374593"/>
                </a:lnTo>
                <a:lnTo>
                  <a:pt x="18130" y="361154"/>
                </a:lnTo>
                <a:lnTo>
                  <a:pt x="4739" y="341255"/>
                </a:lnTo>
                <a:lnTo>
                  <a:pt x="0" y="316991"/>
                </a:lnTo>
                <a:lnTo>
                  <a:pt x="0" y="64007"/>
                </a:lnTo>
                <a:lnTo>
                  <a:pt x="4739" y="39220"/>
                </a:lnTo>
                <a:lnTo>
                  <a:pt x="18130" y="18988"/>
                </a:lnTo>
                <a:lnTo>
                  <a:pt x="38077" y="5263"/>
                </a:lnTo>
                <a:lnTo>
                  <a:pt x="62483" y="0"/>
                </a:lnTo>
                <a:lnTo>
                  <a:pt x="667511" y="0"/>
                </a:lnTo>
                <a:lnTo>
                  <a:pt x="692370" y="5263"/>
                </a:lnTo>
                <a:lnTo>
                  <a:pt x="712627" y="18988"/>
                </a:lnTo>
                <a:lnTo>
                  <a:pt x="726328" y="39220"/>
                </a:lnTo>
                <a:lnTo>
                  <a:pt x="731520" y="64007"/>
                </a:lnTo>
                <a:lnTo>
                  <a:pt x="731520" y="316991"/>
                </a:lnTo>
                <a:lnTo>
                  <a:pt x="726328" y="341255"/>
                </a:lnTo>
                <a:lnTo>
                  <a:pt x="712627" y="361154"/>
                </a:lnTo>
                <a:lnTo>
                  <a:pt x="692370" y="374593"/>
                </a:lnTo>
                <a:lnTo>
                  <a:pt x="667511" y="379475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134744" y="4277359"/>
            <a:ext cx="1955800" cy="12439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208279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5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if</a:t>
            </a:r>
            <a:r>
              <a:rPr dirty="0" sz="1600">
                <a:latin typeface="宋体"/>
                <a:cs typeface="宋体"/>
              </a:rPr>
              <a:t>条件判断开</a:t>
            </a:r>
            <a:r>
              <a:rPr dirty="0" sz="1600" spc="-5">
                <a:latin typeface="宋体"/>
                <a:cs typeface="宋体"/>
              </a:rPr>
              <a:t>始 if EVA &gt;</a:t>
            </a:r>
            <a:r>
              <a:rPr dirty="0" sz="1600" spc="-6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1500000:</a:t>
            </a:r>
            <a:endParaRPr sz="1600">
              <a:latin typeface="宋体"/>
              <a:cs typeface="宋体"/>
            </a:endParaRPr>
          </a:p>
          <a:p>
            <a:pPr marL="12700" marR="508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bonus =</a:t>
            </a:r>
            <a:r>
              <a:rPr dirty="0" sz="1600" spc="-70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EVA*0.1  else: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latin typeface="宋体"/>
                <a:cs typeface="宋体"/>
              </a:rPr>
              <a:t>    </a:t>
            </a:r>
            <a:r>
              <a:rPr dirty="0" sz="1600" spc="-5">
                <a:latin typeface="宋体"/>
                <a:cs typeface="宋体"/>
              </a:rPr>
              <a:t>bonus =</a:t>
            </a:r>
            <a:r>
              <a:rPr dirty="0" sz="1600" spc="-2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0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34744" y="5740400"/>
            <a:ext cx="1447800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宋体"/>
                <a:cs typeface="宋体"/>
              </a:rPr>
              <a:t>#</a:t>
            </a:r>
            <a:r>
              <a:rPr dirty="0" sz="1600" spc="-100">
                <a:latin typeface="宋体"/>
                <a:cs typeface="宋体"/>
              </a:rPr>
              <a:t> </a:t>
            </a:r>
            <a:r>
              <a:rPr dirty="0" sz="1600">
                <a:latin typeface="宋体"/>
                <a:cs typeface="宋体"/>
              </a:rPr>
              <a:t>打印计算结</a:t>
            </a:r>
            <a:r>
              <a:rPr dirty="0" sz="1600" spc="-5">
                <a:latin typeface="宋体"/>
                <a:cs typeface="宋体"/>
              </a:rPr>
              <a:t>果 print(bonus)  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794247" y="3677411"/>
            <a:ext cx="547370" cy="951230"/>
          </a:xfrm>
          <a:custGeom>
            <a:avLst/>
            <a:gdLst/>
            <a:ahLst/>
            <a:cxnLst/>
            <a:rect l="l" t="t" r="r" b="b"/>
            <a:pathLst>
              <a:path w="547370" h="951229">
                <a:moveTo>
                  <a:pt x="272796" y="950976"/>
                </a:moveTo>
                <a:lnTo>
                  <a:pt x="272796" y="713232"/>
                </a:lnTo>
                <a:lnTo>
                  <a:pt x="0" y="713232"/>
                </a:lnTo>
                <a:lnTo>
                  <a:pt x="0" y="237743"/>
                </a:lnTo>
                <a:lnTo>
                  <a:pt x="272796" y="237743"/>
                </a:lnTo>
                <a:lnTo>
                  <a:pt x="272796" y="0"/>
                </a:lnTo>
                <a:lnTo>
                  <a:pt x="547115" y="475488"/>
                </a:lnTo>
                <a:lnTo>
                  <a:pt x="272796" y="950976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848856" y="3523488"/>
            <a:ext cx="4398645" cy="1259205"/>
          </a:xfrm>
          <a:custGeom>
            <a:avLst/>
            <a:gdLst/>
            <a:ahLst/>
            <a:cxnLst/>
            <a:rect l="l" t="t" r="r" b="b"/>
            <a:pathLst>
              <a:path w="4398645" h="1259204">
                <a:moveTo>
                  <a:pt x="4189476" y="1258824"/>
                </a:moveTo>
                <a:lnTo>
                  <a:pt x="210312" y="1258824"/>
                </a:lnTo>
                <a:lnTo>
                  <a:pt x="162110" y="1253295"/>
                </a:lnTo>
                <a:lnTo>
                  <a:pt x="117876" y="1237511"/>
                </a:lnTo>
                <a:lnTo>
                  <a:pt x="78862" y="1212721"/>
                </a:lnTo>
                <a:lnTo>
                  <a:pt x="46317" y="1180176"/>
                </a:lnTo>
                <a:lnTo>
                  <a:pt x="21491" y="1141126"/>
                </a:lnTo>
                <a:lnTo>
                  <a:pt x="5635" y="1096821"/>
                </a:lnTo>
                <a:lnTo>
                  <a:pt x="0" y="1048512"/>
                </a:lnTo>
                <a:lnTo>
                  <a:pt x="0" y="210312"/>
                </a:lnTo>
                <a:lnTo>
                  <a:pt x="5635" y="162063"/>
                </a:lnTo>
                <a:lnTo>
                  <a:pt x="21491" y="117798"/>
                </a:lnTo>
                <a:lnTo>
                  <a:pt x="46317" y="78769"/>
                </a:lnTo>
                <a:lnTo>
                  <a:pt x="78862" y="46223"/>
                </a:lnTo>
                <a:lnTo>
                  <a:pt x="117876" y="21413"/>
                </a:lnTo>
                <a:lnTo>
                  <a:pt x="162110" y="5589"/>
                </a:lnTo>
                <a:lnTo>
                  <a:pt x="210312" y="0"/>
                </a:lnTo>
                <a:lnTo>
                  <a:pt x="4189476" y="0"/>
                </a:lnTo>
                <a:lnTo>
                  <a:pt x="4237440" y="5589"/>
                </a:lnTo>
                <a:lnTo>
                  <a:pt x="4281486" y="21413"/>
                </a:lnTo>
                <a:lnTo>
                  <a:pt x="4320339" y="46223"/>
                </a:lnTo>
                <a:lnTo>
                  <a:pt x="4352719" y="78769"/>
                </a:lnTo>
                <a:lnTo>
                  <a:pt x="4377352" y="117798"/>
                </a:lnTo>
                <a:lnTo>
                  <a:pt x="4392959" y="162063"/>
                </a:lnTo>
                <a:lnTo>
                  <a:pt x="4398264" y="210312"/>
                </a:lnTo>
                <a:lnTo>
                  <a:pt x="4398264" y="1048512"/>
                </a:lnTo>
                <a:lnTo>
                  <a:pt x="4392959" y="1096821"/>
                </a:lnTo>
                <a:lnTo>
                  <a:pt x="4377352" y="1141126"/>
                </a:lnTo>
                <a:lnTo>
                  <a:pt x="4352719" y="1180176"/>
                </a:lnTo>
                <a:lnTo>
                  <a:pt x="4320339" y="1212721"/>
                </a:lnTo>
                <a:lnTo>
                  <a:pt x="4281486" y="1237511"/>
                </a:lnTo>
                <a:lnTo>
                  <a:pt x="4237440" y="1253295"/>
                </a:lnTo>
                <a:lnTo>
                  <a:pt x="4189476" y="12588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00990" marR="5080">
              <a:lnSpc>
                <a:spcPct val="150000"/>
              </a:lnSpc>
              <a:spcBef>
                <a:spcPts val="100"/>
              </a:spcBef>
            </a:pPr>
            <a:r>
              <a:rPr dirty="0" b="1">
                <a:latin typeface="宋体"/>
                <a:cs typeface="宋体"/>
              </a:rPr>
              <a:t>说明</a:t>
            </a:r>
            <a:r>
              <a:rPr dirty="0" spc="-5"/>
              <a:t>：公司采用经济增加值(EVA)进行绩效评价，若本年经济增加值大于150万元，则</a:t>
            </a:r>
            <a:r>
              <a:rPr dirty="0"/>
              <a:t>本 </a:t>
            </a:r>
            <a:r>
              <a:rPr dirty="0"/>
              <a:t>年奖金为本年经济增加值的</a:t>
            </a:r>
            <a:r>
              <a:rPr dirty="0" spc="-5"/>
              <a:t>10%，</a:t>
            </a:r>
            <a:r>
              <a:rPr dirty="0"/>
              <a:t>否则，本年无奖金</a:t>
            </a:r>
            <a:r>
              <a:rPr dirty="0" spc="5"/>
              <a:t>。</a:t>
            </a:r>
          </a:p>
          <a:p>
            <a:pPr marL="300990">
              <a:lnSpc>
                <a:spcPct val="100000"/>
              </a:lnSpc>
              <a:spcBef>
                <a:spcPts val="1200"/>
              </a:spcBef>
            </a:pPr>
            <a:r>
              <a:rPr dirty="0" b="1">
                <a:latin typeface="宋体"/>
                <a:cs typeface="宋体"/>
              </a:rPr>
              <a:t>要求</a:t>
            </a:r>
            <a:r>
              <a:rPr dirty="0"/>
              <a:t>：本年经济增加值为</a:t>
            </a:r>
            <a:r>
              <a:rPr dirty="0" spc="-5"/>
              <a:t>180</a:t>
            </a:r>
            <a:r>
              <a:rPr dirty="0"/>
              <a:t>万元，使用条件语句计算本年奖金</a:t>
            </a:r>
            <a:r>
              <a:rPr dirty="0" spc="5"/>
              <a:t>。</a:t>
            </a: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/>
              <a:t>代码</a:t>
            </a:r>
            <a:endParaRPr sz="1800"/>
          </a:p>
          <a:p>
            <a:pPr marL="300990" marR="6104890">
              <a:lnSpc>
                <a:spcPct val="100000"/>
              </a:lnSpc>
              <a:spcBef>
                <a:spcPts val="775"/>
              </a:spcBef>
            </a:pPr>
            <a:r>
              <a:rPr dirty="0" sz="1600" spc="-5">
                <a:solidFill>
                  <a:srgbClr val="000000"/>
                </a:solidFill>
              </a:rPr>
              <a:t>#</a:t>
            </a:r>
            <a:r>
              <a:rPr dirty="0" sz="1600" spc="-90">
                <a:solidFill>
                  <a:srgbClr val="000000"/>
                </a:solidFill>
              </a:rPr>
              <a:t> </a:t>
            </a:r>
            <a:r>
              <a:rPr dirty="0" sz="1600">
                <a:solidFill>
                  <a:srgbClr val="000000"/>
                </a:solidFill>
              </a:rPr>
              <a:t>创建一个变量</a:t>
            </a:r>
            <a:r>
              <a:rPr dirty="0" sz="1600" spc="-5">
                <a:solidFill>
                  <a:srgbClr val="000000"/>
                </a:solidFill>
              </a:rPr>
              <a:t>EVA</a:t>
            </a:r>
            <a:r>
              <a:rPr dirty="0" sz="1600">
                <a:solidFill>
                  <a:srgbClr val="000000"/>
                </a:solidFill>
              </a:rPr>
              <a:t>接收本年经济增加</a:t>
            </a:r>
            <a:r>
              <a:rPr dirty="0" sz="1600" spc="-5">
                <a:solidFill>
                  <a:srgbClr val="000000"/>
                </a:solidFill>
              </a:rPr>
              <a:t>值 EVA =</a:t>
            </a:r>
            <a:r>
              <a:rPr dirty="0" sz="1600" spc="-10">
                <a:solidFill>
                  <a:srgbClr val="000000"/>
                </a:solidFill>
              </a:rPr>
              <a:t> </a:t>
            </a:r>
            <a:r>
              <a:rPr dirty="0" sz="1600" spc="-5">
                <a:solidFill>
                  <a:srgbClr val="000000"/>
                </a:solidFill>
              </a:rPr>
              <a:t>1800000</a:t>
            </a:r>
            <a:endParaRPr sz="1600"/>
          </a:p>
          <a:p>
            <a:pPr marL="7287895">
              <a:lnSpc>
                <a:spcPct val="100000"/>
              </a:lnSpc>
              <a:spcBef>
                <a:spcPts val="340"/>
              </a:spcBef>
            </a:pPr>
            <a:r>
              <a:rPr dirty="0" sz="1600">
                <a:solidFill>
                  <a:srgbClr val="000000"/>
                </a:solidFill>
              </a:rPr>
              <a:t>输出结果</a:t>
            </a:r>
            <a:r>
              <a:rPr dirty="0" sz="1600" spc="-5">
                <a:solidFill>
                  <a:srgbClr val="000000"/>
                </a:solidFill>
              </a:rPr>
              <a:t>：180000.0</a:t>
            </a:r>
            <a:endParaRPr sz="1600"/>
          </a:p>
        </p:txBody>
      </p:sp>
      <p:sp>
        <p:nvSpPr>
          <p:cNvPr id="12" name="object 12"/>
          <p:cNvSpPr/>
          <p:nvPr/>
        </p:nvSpPr>
        <p:spPr>
          <a:xfrm>
            <a:off x="6199632" y="5137403"/>
            <a:ext cx="5049520" cy="1158240"/>
          </a:xfrm>
          <a:custGeom>
            <a:avLst/>
            <a:gdLst/>
            <a:ahLst/>
            <a:cxnLst/>
            <a:rect l="l" t="t" r="r" b="b"/>
            <a:pathLst>
              <a:path w="5049520" h="1158239">
                <a:moveTo>
                  <a:pt x="4855464" y="1158240"/>
                </a:moveTo>
                <a:lnTo>
                  <a:pt x="192023" y="1158240"/>
                </a:lnTo>
                <a:lnTo>
                  <a:pt x="147832" y="1152933"/>
                </a:lnTo>
                <a:lnTo>
                  <a:pt x="107274" y="1138269"/>
                </a:lnTo>
                <a:lnTo>
                  <a:pt x="71520" y="1115392"/>
                </a:lnTo>
                <a:lnTo>
                  <a:pt x="41743" y="1085450"/>
                </a:lnTo>
                <a:lnTo>
                  <a:pt x="19116" y="1049588"/>
                </a:lnTo>
                <a:lnTo>
                  <a:pt x="4811" y="1008953"/>
                </a:lnTo>
                <a:lnTo>
                  <a:pt x="0" y="964692"/>
                </a:lnTo>
                <a:lnTo>
                  <a:pt x="0" y="193548"/>
                </a:lnTo>
                <a:lnTo>
                  <a:pt x="4811" y="149244"/>
                </a:lnTo>
                <a:lnTo>
                  <a:pt x="19116" y="108581"/>
                </a:lnTo>
                <a:lnTo>
                  <a:pt x="41743" y="72705"/>
                </a:lnTo>
                <a:lnTo>
                  <a:pt x="71520" y="42763"/>
                </a:lnTo>
                <a:lnTo>
                  <a:pt x="107274" y="19900"/>
                </a:lnTo>
                <a:lnTo>
                  <a:pt x="147832" y="5264"/>
                </a:lnTo>
                <a:lnTo>
                  <a:pt x="192023" y="0"/>
                </a:lnTo>
                <a:lnTo>
                  <a:pt x="4855464" y="0"/>
                </a:lnTo>
                <a:lnTo>
                  <a:pt x="4899846" y="5264"/>
                </a:lnTo>
                <a:lnTo>
                  <a:pt x="4940560" y="19900"/>
                </a:lnTo>
                <a:lnTo>
                  <a:pt x="4976460" y="42763"/>
                </a:lnTo>
                <a:lnTo>
                  <a:pt x="5006401" y="72705"/>
                </a:lnTo>
                <a:lnTo>
                  <a:pt x="5029237" y="108581"/>
                </a:lnTo>
                <a:lnTo>
                  <a:pt x="5043823" y="149244"/>
                </a:lnTo>
                <a:lnTo>
                  <a:pt x="5049012" y="193548"/>
                </a:lnTo>
                <a:lnTo>
                  <a:pt x="5049012" y="964692"/>
                </a:lnTo>
                <a:lnTo>
                  <a:pt x="5043823" y="1008953"/>
                </a:lnTo>
                <a:lnTo>
                  <a:pt x="5029237" y="1049588"/>
                </a:lnTo>
                <a:lnTo>
                  <a:pt x="5006401" y="1085450"/>
                </a:lnTo>
                <a:lnTo>
                  <a:pt x="4976460" y="1115392"/>
                </a:lnTo>
                <a:lnTo>
                  <a:pt x="4940560" y="1138269"/>
                </a:lnTo>
                <a:lnTo>
                  <a:pt x="4899846" y="1152933"/>
                </a:lnTo>
                <a:lnTo>
                  <a:pt x="4855464" y="115824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192583" y="5131511"/>
            <a:ext cx="5062220" cy="1169670"/>
          </a:xfrm>
          <a:custGeom>
            <a:avLst/>
            <a:gdLst/>
            <a:ahLst/>
            <a:cxnLst/>
            <a:rect l="l" t="t" r="r" b="b"/>
            <a:pathLst>
              <a:path w="5062220" h="1169670">
                <a:moveTo>
                  <a:pt x="4883302" y="1168400"/>
                </a:moveTo>
                <a:lnTo>
                  <a:pt x="178790" y="1168400"/>
                </a:lnTo>
                <a:lnTo>
                  <a:pt x="159016" y="1165860"/>
                </a:lnTo>
                <a:lnTo>
                  <a:pt x="121615" y="1153160"/>
                </a:lnTo>
                <a:lnTo>
                  <a:pt x="87769" y="1135380"/>
                </a:lnTo>
                <a:lnTo>
                  <a:pt x="58280" y="1111250"/>
                </a:lnTo>
                <a:lnTo>
                  <a:pt x="51688" y="1103630"/>
                </a:lnTo>
                <a:lnTo>
                  <a:pt x="45427" y="1097280"/>
                </a:lnTo>
                <a:lnTo>
                  <a:pt x="39509" y="1089660"/>
                </a:lnTo>
                <a:lnTo>
                  <a:pt x="33959" y="1082039"/>
                </a:lnTo>
                <a:lnTo>
                  <a:pt x="28778" y="1073150"/>
                </a:lnTo>
                <a:lnTo>
                  <a:pt x="23977" y="1065530"/>
                </a:lnTo>
                <a:lnTo>
                  <a:pt x="8889" y="1028700"/>
                </a:lnTo>
                <a:lnTo>
                  <a:pt x="965" y="990600"/>
                </a:lnTo>
                <a:lnTo>
                  <a:pt x="0" y="975360"/>
                </a:lnTo>
                <a:lnTo>
                  <a:pt x="0" y="193039"/>
                </a:lnTo>
                <a:lnTo>
                  <a:pt x="6210" y="148589"/>
                </a:lnTo>
                <a:lnTo>
                  <a:pt x="19583" y="111760"/>
                </a:lnTo>
                <a:lnTo>
                  <a:pt x="23977" y="104139"/>
                </a:lnTo>
                <a:lnTo>
                  <a:pt x="28778" y="95250"/>
                </a:lnTo>
                <a:lnTo>
                  <a:pt x="51688" y="64770"/>
                </a:lnTo>
                <a:lnTo>
                  <a:pt x="79959" y="39370"/>
                </a:lnTo>
                <a:lnTo>
                  <a:pt x="87769" y="33020"/>
                </a:lnTo>
                <a:lnTo>
                  <a:pt x="121615" y="15239"/>
                </a:lnTo>
                <a:lnTo>
                  <a:pt x="139915" y="8889"/>
                </a:lnTo>
                <a:lnTo>
                  <a:pt x="149377" y="5079"/>
                </a:lnTo>
                <a:lnTo>
                  <a:pt x="159016" y="3810"/>
                </a:lnTo>
                <a:lnTo>
                  <a:pt x="168821" y="1270"/>
                </a:lnTo>
                <a:lnTo>
                  <a:pt x="178790" y="0"/>
                </a:lnTo>
                <a:lnTo>
                  <a:pt x="4883302" y="0"/>
                </a:lnTo>
                <a:lnTo>
                  <a:pt x="4893271" y="1270"/>
                </a:lnTo>
                <a:lnTo>
                  <a:pt x="4903076" y="3810"/>
                </a:lnTo>
                <a:lnTo>
                  <a:pt x="4912715" y="5079"/>
                </a:lnTo>
                <a:lnTo>
                  <a:pt x="4922177" y="8889"/>
                </a:lnTo>
                <a:lnTo>
                  <a:pt x="4931435" y="11429"/>
                </a:lnTo>
                <a:lnTo>
                  <a:pt x="4934449" y="12700"/>
                </a:lnTo>
                <a:lnTo>
                  <a:pt x="180238" y="12700"/>
                </a:lnTo>
                <a:lnTo>
                  <a:pt x="170586" y="13970"/>
                </a:lnTo>
                <a:lnTo>
                  <a:pt x="170903" y="13970"/>
                </a:lnTo>
                <a:lnTo>
                  <a:pt x="166154" y="15239"/>
                </a:lnTo>
                <a:lnTo>
                  <a:pt x="161709" y="15239"/>
                </a:lnTo>
                <a:lnTo>
                  <a:pt x="152387" y="17779"/>
                </a:lnTo>
                <a:lnTo>
                  <a:pt x="152692" y="17779"/>
                </a:lnTo>
                <a:lnTo>
                  <a:pt x="143535" y="20320"/>
                </a:lnTo>
                <a:lnTo>
                  <a:pt x="143840" y="20320"/>
                </a:lnTo>
                <a:lnTo>
                  <a:pt x="134874" y="22860"/>
                </a:lnTo>
                <a:lnTo>
                  <a:pt x="135166" y="22860"/>
                </a:lnTo>
                <a:lnTo>
                  <a:pt x="126415" y="26670"/>
                </a:lnTo>
                <a:lnTo>
                  <a:pt x="126695" y="26670"/>
                </a:lnTo>
                <a:lnTo>
                  <a:pt x="118160" y="30479"/>
                </a:lnTo>
                <a:lnTo>
                  <a:pt x="118440" y="30479"/>
                </a:lnTo>
                <a:lnTo>
                  <a:pt x="110121" y="34289"/>
                </a:lnTo>
                <a:lnTo>
                  <a:pt x="110388" y="34289"/>
                </a:lnTo>
                <a:lnTo>
                  <a:pt x="102311" y="39370"/>
                </a:lnTo>
                <a:lnTo>
                  <a:pt x="102577" y="39370"/>
                </a:lnTo>
                <a:lnTo>
                  <a:pt x="94741" y="44450"/>
                </a:lnTo>
                <a:lnTo>
                  <a:pt x="94995" y="44450"/>
                </a:lnTo>
                <a:lnTo>
                  <a:pt x="87439" y="49529"/>
                </a:lnTo>
                <a:lnTo>
                  <a:pt x="87680" y="49529"/>
                </a:lnTo>
                <a:lnTo>
                  <a:pt x="80390" y="54610"/>
                </a:lnTo>
                <a:lnTo>
                  <a:pt x="80632" y="54610"/>
                </a:lnTo>
                <a:lnTo>
                  <a:pt x="73634" y="60960"/>
                </a:lnTo>
                <a:lnTo>
                  <a:pt x="73863" y="60960"/>
                </a:lnTo>
                <a:lnTo>
                  <a:pt x="68498" y="66039"/>
                </a:lnTo>
                <a:lnTo>
                  <a:pt x="67373" y="66039"/>
                </a:lnTo>
                <a:lnTo>
                  <a:pt x="60985" y="73660"/>
                </a:lnTo>
                <a:lnTo>
                  <a:pt x="61188" y="73660"/>
                </a:lnTo>
                <a:lnTo>
                  <a:pt x="55130" y="80010"/>
                </a:lnTo>
                <a:lnTo>
                  <a:pt x="55321" y="80010"/>
                </a:lnTo>
                <a:lnTo>
                  <a:pt x="50548" y="86360"/>
                </a:lnTo>
                <a:lnTo>
                  <a:pt x="49783" y="86360"/>
                </a:lnTo>
                <a:lnTo>
                  <a:pt x="44399" y="93979"/>
                </a:lnTo>
                <a:lnTo>
                  <a:pt x="44576" y="93979"/>
                </a:lnTo>
                <a:lnTo>
                  <a:pt x="39560" y="101600"/>
                </a:lnTo>
                <a:lnTo>
                  <a:pt x="39712" y="101600"/>
                </a:lnTo>
                <a:lnTo>
                  <a:pt x="35064" y="109220"/>
                </a:lnTo>
                <a:lnTo>
                  <a:pt x="35217" y="109220"/>
                </a:lnTo>
                <a:lnTo>
                  <a:pt x="30962" y="118110"/>
                </a:lnTo>
                <a:lnTo>
                  <a:pt x="27228" y="125729"/>
                </a:lnTo>
                <a:lnTo>
                  <a:pt x="23901" y="134620"/>
                </a:lnTo>
                <a:lnTo>
                  <a:pt x="20967" y="143510"/>
                </a:lnTo>
                <a:lnTo>
                  <a:pt x="18465" y="152400"/>
                </a:lnTo>
                <a:lnTo>
                  <a:pt x="16395" y="161289"/>
                </a:lnTo>
                <a:lnTo>
                  <a:pt x="14757" y="170179"/>
                </a:lnTo>
                <a:lnTo>
                  <a:pt x="13576" y="179070"/>
                </a:lnTo>
                <a:lnTo>
                  <a:pt x="12877" y="189229"/>
                </a:lnTo>
                <a:lnTo>
                  <a:pt x="12744" y="193039"/>
                </a:lnTo>
                <a:lnTo>
                  <a:pt x="12700" y="975360"/>
                </a:lnTo>
                <a:lnTo>
                  <a:pt x="12877" y="979169"/>
                </a:lnTo>
                <a:lnTo>
                  <a:pt x="13614" y="989330"/>
                </a:lnTo>
                <a:lnTo>
                  <a:pt x="14808" y="998219"/>
                </a:lnTo>
                <a:lnTo>
                  <a:pt x="16459" y="1008380"/>
                </a:lnTo>
                <a:lnTo>
                  <a:pt x="16663" y="1008380"/>
                </a:lnTo>
                <a:lnTo>
                  <a:pt x="18541" y="1017269"/>
                </a:lnTo>
                <a:lnTo>
                  <a:pt x="18791" y="1017269"/>
                </a:lnTo>
                <a:lnTo>
                  <a:pt x="21069" y="1026160"/>
                </a:lnTo>
                <a:lnTo>
                  <a:pt x="21401" y="1026160"/>
                </a:lnTo>
                <a:lnTo>
                  <a:pt x="24002" y="1033780"/>
                </a:lnTo>
                <a:lnTo>
                  <a:pt x="27355" y="1042669"/>
                </a:lnTo>
                <a:lnTo>
                  <a:pt x="31089" y="1051560"/>
                </a:lnTo>
                <a:lnTo>
                  <a:pt x="31570" y="1051560"/>
                </a:lnTo>
                <a:lnTo>
                  <a:pt x="35217" y="1059180"/>
                </a:lnTo>
                <a:lnTo>
                  <a:pt x="35064" y="1059180"/>
                </a:lnTo>
                <a:lnTo>
                  <a:pt x="39712" y="1066800"/>
                </a:lnTo>
                <a:lnTo>
                  <a:pt x="39560" y="1066800"/>
                </a:lnTo>
                <a:lnTo>
                  <a:pt x="44576" y="1074419"/>
                </a:lnTo>
                <a:lnTo>
                  <a:pt x="44399" y="1074419"/>
                </a:lnTo>
                <a:lnTo>
                  <a:pt x="49783" y="1082039"/>
                </a:lnTo>
                <a:lnTo>
                  <a:pt x="49593" y="1082039"/>
                </a:lnTo>
                <a:lnTo>
                  <a:pt x="55321" y="1088389"/>
                </a:lnTo>
                <a:lnTo>
                  <a:pt x="55130" y="1088389"/>
                </a:lnTo>
                <a:lnTo>
                  <a:pt x="61188" y="1096010"/>
                </a:lnTo>
                <a:lnTo>
                  <a:pt x="62050" y="1096010"/>
                </a:lnTo>
                <a:lnTo>
                  <a:pt x="67373" y="1102360"/>
                </a:lnTo>
                <a:lnTo>
                  <a:pt x="67157" y="1102360"/>
                </a:lnTo>
                <a:lnTo>
                  <a:pt x="73863" y="1108710"/>
                </a:lnTo>
                <a:lnTo>
                  <a:pt x="75034" y="1108710"/>
                </a:lnTo>
                <a:lnTo>
                  <a:pt x="80632" y="1113789"/>
                </a:lnTo>
                <a:lnTo>
                  <a:pt x="80390" y="1113789"/>
                </a:lnTo>
                <a:lnTo>
                  <a:pt x="87680" y="1120139"/>
                </a:lnTo>
                <a:lnTo>
                  <a:pt x="88950" y="1120139"/>
                </a:lnTo>
                <a:lnTo>
                  <a:pt x="94995" y="1125219"/>
                </a:lnTo>
                <a:lnTo>
                  <a:pt x="94741" y="1125219"/>
                </a:lnTo>
                <a:lnTo>
                  <a:pt x="102577" y="1129030"/>
                </a:lnTo>
                <a:lnTo>
                  <a:pt x="102311" y="1129030"/>
                </a:lnTo>
                <a:lnTo>
                  <a:pt x="110388" y="1134110"/>
                </a:lnTo>
                <a:lnTo>
                  <a:pt x="110121" y="1134110"/>
                </a:lnTo>
                <a:lnTo>
                  <a:pt x="118440" y="1137919"/>
                </a:lnTo>
                <a:lnTo>
                  <a:pt x="118160" y="1137919"/>
                </a:lnTo>
                <a:lnTo>
                  <a:pt x="126695" y="1141730"/>
                </a:lnTo>
                <a:lnTo>
                  <a:pt x="126415" y="1141730"/>
                </a:lnTo>
                <a:lnTo>
                  <a:pt x="135166" y="1145539"/>
                </a:lnTo>
                <a:lnTo>
                  <a:pt x="134874" y="1145539"/>
                </a:lnTo>
                <a:lnTo>
                  <a:pt x="143840" y="1148080"/>
                </a:lnTo>
                <a:lnTo>
                  <a:pt x="143535" y="1148080"/>
                </a:lnTo>
                <a:lnTo>
                  <a:pt x="152692" y="1150619"/>
                </a:lnTo>
                <a:lnTo>
                  <a:pt x="152387" y="1150619"/>
                </a:lnTo>
                <a:lnTo>
                  <a:pt x="161709" y="1153160"/>
                </a:lnTo>
                <a:lnTo>
                  <a:pt x="161404" y="1153160"/>
                </a:lnTo>
                <a:lnTo>
                  <a:pt x="170903" y="1154430"/>
                </a:lnTo>
                <a:lnTo>
                  <a:pt x="170586" y="1154430"/>
                </a:lnTo>
                <a:lnTo>
                  <a:pt x="180238" y="1155700"/>
                </a:lnTo>
                <a:lnTo>
                  <a:pt x="179920" y="1155700"/>
                </a:lnTo>
                <a:lnTo>
                  <a:pt x="189712" y="1156969"/>
                </a:lnTo>
                <a:lnTo>
                  <a:pt x="4931435" y="1156969"/>
                </a:lnTo>
                <a:lnTo>
                  <a:pt x="4922177" y="1160780"/>
                </a:lnTo>
                <a:lnTo>
                  <a:pt x="4903076" y="1165860"/>
                </a:lnTo>
                <a:lnTo>
                  <a:pt x="4883302" y="1168400"/>
                </a:lnTo>
                <a:close/>
              </a:path>
              <a:path w="5062220" h="1169670">
                <a:moveTo>
                  <a:pt x="4900688" y="16510"/>
                </a:moveTo>
                <a:lnTo>
                  <a:pt x="4891189" y="13970"/>
                </a:lnTo>
                <a:lnTo>
                  <a:pt x="4891506" y="13970"/>
                </a:lnTo>
                <a:lnTo>
                  <a:pt x="4881854" y="12700"/>
                </a:lnTo>
                <a:lnTo>
                  <a:pt x="4934449" y="12700"/>
                </a:lnTo>
                <a:lnTo>
                  <a:pt x="4940477" y="15239"/>
                </a:lnTo>
                <a:lnTo>
                  <a:pt x="4900371" y="15239"/>
                </a:lnTo>
                <a:lnTo>
                  <a:pt x="4900688" y="16510"/>
                </a:lnTo>
                <a:close/>
              </a:path>
              <a:path w="5062220" h="1169670">
                <a:moveTo>
                  <a:pt x="161404" y="16510"/>
                </a:moveTo>
                <a:lnTo>
                  <a:pt x="161709" y="15239"/>
                </a:lnTo>
                <a:lnTo>
                  <a:pt x="166154" y="15239"/>
                </a:lnTo>
                <a:lnTo>
                  <a:pt x="161404" y="16510"/>
                </a:lnTo>
                <a:close/>
              </a:path>
              <a:path w="5062220" h="1169670">
                <a:moveTo>
                  <a:pt x="4994935" y="67310"/>
                </a:moveTo>
                <a:lnTo>
                  <a:pt x="4988229" y="60960"/>
                </a:lnTo>
                <a:lnTo>
                  <a:pt x="4988458" y="60960"/>
                </a:lnTo>
                <a:lnTo>
                  <a:pt x="4981460" y="54610"/>
                </a:lnTo>
                <a:lnTo>
                  <a:pt x="4981689" y="54610"/>
                </a:lnTo>
                <a:lnTo>
                  <a:pt x="4974412" y="49529"/>
                </a:lnTo>
                <a:lnTo>
                  <a:pt x="4974653" y="49529"/>
                </a:lnTo>
                <a:lnTo>
                  <a:pt x="4967097" y="44450"/>
                </a:lnTo>
                <a:lnTo>
                  <a:pt x="4967338" y="44450"/>
                </a:lnTo>
                <a:lnTo>
                  <a:pt x="4959515" y="39370"/>
                </a:lnTo>
                <a:lnTo>
                  <a:pt x="4959781" y="39370"/>
                </a:lnTo>
                <a:lnTo>
                  <a:pt x="4951704" y="34289"/>
                </a:lnTo>
                <a:lnTo>
                  <a:pt x="4951971" y="34289"/>
                </a:lnTo>
                <a:lnTo>
                  <a:pt x="4943652" y="30479"/>
                </a:lnTo>
                <a:lnTo>
                  <a:pt x="4943932" y="30479"/>
                </a:lnTo>
                <a:lnTo>
                  <a:pt x="4935397" y="26670"/>
                </a:lnTo>
                <a:lnTo>
                  <a:pt x="4935677" y="26670"/>
                </a:lnTo>
                <a:lnTo>
                  <a:pt x="4926926" y="22860"/>
                </a:lnTo>
                <a:lnTo>
                  <a:pt x="4927219" y="22860"/>
                </a:lnTo>
                <a:lnTo>
                  <a:pt x="4918252" y="20320"/>
                </a:lnTo>
                <a:lnTo>
                  <a:pt x="4918557" y="20320"/>
                </a:lnTo>
                <a:lnTo>
                  <a:pt x="4909400" y="17779"/>
                </a:lnTo>
                <a:lnTo>
                  <a:pt x="4909705" y="17779"/>
                </a:lnTo>
                <a:lnTo>
                  <a:pt x="4900371" y="15239"/>
                </a:lnTo>
                <a:lnTo>
                  <a:pt x="4940477" y="15239"/>
                </a:lnTo>
                <a:lnTo>
                  <a:pt x="4974323" y="33020"/>
                </a:lnTo>
                <a:lnTo>
                  <a:pt x="4982133" y="39370"/>
                </a:lnTo>
                <a:lnTo>
                  <a:pt x="4989664" y="44450"/>
                </a:lnTo>
                <a:lnTo>
                  <a:pt x="4996891" y="50800"/>
                </a:lnTo>
                <a:lnTo>
                  <a:pt x="5003812" y="57150"/>
                </a:lnTo>
                <a:lnTo>
                  <a:pt x="5010404" y="64770"/>
                </a:lnTo>
                <a:lnTo>
                  <a:pt x="5011447" y="66039"/>
                </a:lnTo>
                <a:lnTo>
                  <a:pt x="4994719" y="66039"/>
                </a:lnTo>
                <a:lnTo>
                  <a:pt x="4994935" y="67310"/>
                </a:lnTo>
                <a:close/>
              </a:path>
              <a:path w="5062220" h="1169670">
                <a:moveTo>
                  <a:pt x="67157" y="67310"/>
                </a:moveTo>
                <a:lnTo>
                  <a:pt x="67373" y="66039"/>
                </a:lnTo>
                <a:lnTo>
                  <a:pt x="68498" y="66039"/>
                </a:lnTo>
                <a:lnTo>
                  <a:pt x="67157" y="67310"/>
                </a:lnTo>
                <a:close/>
              </a:path>
              <a:path w="5062220" h="1169670">
                <a:moveTo>
                  <a:pt x="5012499" y="87629"/>
                </a:moveTo>
                <a:lnTo>
                  <a:pt x="5006771" y="80010"/>
                </a:lnTo>
                <a:lnTo>
                  <a:pt x="5006962" y="80010"/>
                </a:lnTo>
                <a:lnTo>
                  <a:pt x="5000904" y="73660"/>
                </a:lnTo>
                <a:lnTo>
                  <a:pt x="5001107" y="73660"/>
                </a:lnTo>
                <a:lnTo>
                  <a:pt x="4994719" y="66039"/>
                </a:lnTo>
                <a:lnTo>
                  <a:pt x="5011447" y="66039"/>
                </a:lnTo>
                <a:lnTo>
                  <a:pt x="5016665" y="72389"/>
                </a:lnTo>
                <a:lnTo>
                  <a:pt x="5022570" y="80010"/>
                </a:lnTo>
                <a:lnTo>
                  <a:pt x="5027206" y="86360"/>
                </a:lnTo>
                <a:lnTo>
                  <a:pt x="5012308" y="86360"/>
                </a:lnTo>
                <a:lnTo>
                  <a:pt x="5012499" y="87629"/>
                </a:lnTo>
                <a:close/>
              </a:path>
              <a:path w="5062220" h="1169670">
                <a:moveTo>
                  <a:pt x="49593" y="87629"/>
                </a:moveTo>
                <a:lnTo>
                  <a:pt x="49783" y="86360"/>
                </a:lnTo>
                <a:lnTo>
                  <a:pt x="50548" y="86360"/>
                </a:lnTo>
                <a:lnTo>
                  <a:pt x="49593" y="87629"/>
                </a:lnTo>
                <a:close/>
              </a:path>
              <a:path w="5062220" h="1169670">
                <a:moveTo>
                  <a:pt x="5058355" y="1008380"/>
                </a:moveTo>
                <a:lnTo>
                  <a:pt x="5045633" y="1008380"/>
                </a:lnTo>
                <a:lnTo>
                  <a:pt x="5047335" y="998219"/>
                </a:lnTo>
                <a:lnTo>
                  <a:pt x="5048516" y="989330"/>
                </a:lnTo>
                <a:lnTo>
                  <a:pt x="5049227" y="979169"/>
                </a:lnTo>
                <a:lnTo>
                  <a:pt x="5049393" y="975360"/>
                </a:lnTo>
                <a:lnTo>
                  <a:pt x="5049348" y="193039"/>
                </a:lnTo>
                <a:lnTo>
                  <a:pt x="5049215" y="189229"/>
                </a:lnTo>
                <a:lnTo>
                  <a:pt x="5048478" y="179070"/>
                </a:lnTo>
                <a:lnTo>
                  <a:pt x="5047284" y="170179"/>
                </a:lnTo>
                <a:lnTo>
                  <a:pt x="5045633" y="161289"/>
                </a:lnTo>
                <a:lnTo>
                  <a:pt x="5043551" y="152400"/>
                </a:lnTo>
                <a:lnTo>
                  <a:pt x="5041023" y="143510"/>
                </a:lnTo>
                <a:lnTo>
                  <a:pt x="5038089" y="134620"/>
                </a:lnTo>
                <a:lnTo>
                  <a:pt x="5034737" y="125729"/>
                </a:lnTo>
                <a:lnTo>
                  <a:pt x="5031003" y="118110"/>
                </a:lnTo>
                <a:lnTo>
                  <a:pt x="5026875" y="109220"/>
                </a:lnTo>
                <a:lnTo>
                  <a:pt x="5027028" y="109220"/>
                </a:lnTo>
                <a:lnTo>
                  <a:pt x="5022380" y="101600"/>
                </a:lnTo>
                <a:lnTo>
                  <a:pt x="5022532" y="101600"/>
                </a:lnTo>
                <a:lnTo>
                  <a:pt x="5017515" y="93979"/>
                </a:lnTo>
                <a:lnTo>
                  <a:pt x="5017693" y="93979"/>
                </a:lnTo>
                <a:lnTo>
                  <a:pt x="5012308" y="86360"/>
                </a:lnTo>
                <a:lnTo>
                  <a:pt x="5027206" y="86360"/>
                </a:lnTo>
                <a:lnTo>
                  <a:pt x="5028133" y="87629"/>
                </a:lnTo>
                <a:lnTo>
                  <a:pt x="5033314" y="95250"/>
                </a:lnTo>
                <a:lnTo>
                  <a:pt x="5038115" y="104139"/>
                </a:lnTo>
                <a:lnTo>
                  <a:pt x="5042509" y="111760"/>
                </a:lnTo>
                <a:lnTo>
                  <a:pt x="5055882" y="148589"/>
                </a:lnTo>
                <a:lnTo>
                  <a:pt x="5061889" y="187960"/>
                </a:lnTo>
                <a:lnTo>
                  <a:pt x="5062093" y="193039"/>
                </a:lnTo>
                <a:lnTo>
                  <a:pt x="5062093" y="975360"/>
                </a:lnTo>
                <a:lnTo>
                  <a:pt x="5061889" y="980439"/>
                </a:lnTo>
                <a:lnTo>
                  <a:pt x="5061127" y="990600"/>
                </a:lnTo>
                <a:lnTo>
                  <a:pt x="5059857" y="1000760"/>
                </a:lnTo>
                <a:lnTo>
                  <a:pt x="5058355" y="1008380"/>
                </a:lnTo>
                <a:close/>
              </a:path>
              <a:path w="5062220" h="1169670">
                <a:moveTo>
                  <a:pt x="16663" y="1008380"/>
                </a:moveTo>
                <a:lnTo>
                  <a:pt x="16459" y="1008380"/>
                </a:lnTo>
                <a:lnTo>
                  <a:pt x="16395" y="1007110"/>
                </a:lnTo>
                <a:lnTo>
                  <a:pt x="16663" y="1008380"/>
                </a:lnTo>
                <a:close/>
              </a:path>
              <a:path w="5062220" h="1169670">
                <a:moveTo>
                  <a:pt x="5056438" y="1017269"/>
                </a:moveTo>
                <a:lnTo>
                  <a:pt x="5043551" y="1017269"/>
                </a:lnTo>
                <a:lnTo>
                  <a:pt x="5045697" y="1007110"/>
                </a:lnTo>
                <a:lnTo>
                  <a:pt x="5045633" y="1008380"/>
                </a:lnTo>
                <a:lnTo>
                  <a:pt x="5058355" y="1008380"/>
                </a:lnTo>
                <a:lnTo>
                  <a:pt x="5058105" y="1009650"/>
                </a:lnTo>
                <a:lnTo>
                  <a:pt x="5056438" y="1017269"/>
                </a:lnTo>
                <a:close/>
              </a:path>
              <a:path w="5062220" h="1169670">
                <a:moveTo>
                  <a:pt x="18791" y="1017269"/>
                </a:moveTo>
                <a:lnTo>
                  <a:pt x="18541" y="1017269"/>
                </a:lnTo>
                <a:lnTo>
                  <a:pt x="18465" y="1016000"/>
                </a:lnTo>
                <a:lnTo>
                  <a:pt x="18791" y="1017269"/>
                </a:lnTo>
                <a:close/>
              </a:path>
              <a:path w="5062220" h="1169670">
                <a:moveTo>
                  <a:pt x="5053968" y="1026160"/>
                </a:moveTo>
                <a:lnTo>
                  <a:pt x="5041023" y="1026160"/>
                </a:lnTo>
                <a:lnTo>
                  <a:pt x="5043627" y="1016000"/>
                </a:lnTo>
                <a:lnTo>
                  <a:pt x="5043551" y="1017269"/>
                </a:lnTo>
                <a:lnTo>
                  <a:pt x="5056438" y="1017269"/>
                </a:lnTo>
                <a:lnTo>
                  <a:pt x="5055882" y="1019810"/>
                </a:lnTo>
                <a:lnTo>
                  <a:pt x="5053968" y="1026160"/>
                </a:lnTo>
                <a:close/>
              </a:path>
              <a:path w="5062220" h="1169670">
                <a:moveTo>
                  <a:pt x="21401" y="1026160"/>
                </a:moveTo>
                <a:lnTo>
                  <a:pt x="21069" y="1026160"/>
                </a:lnTo>
                <a:lnTo>
                  <a:pt x="20967" y="1024889"/>
                </a:lnTo>
                <a:lnTo>
                  <a:pt x="21401" y="1026160"/>
                </a:lnTo>
                <a:close/>
              </a:path>
              <a:path w="5062220" h="1169670">
                <a:moveTo>
                  <a:pt x="5044788" y="1051560"/>
                </a:moveTo>
                <a:lnTo>
                  <a:pt x="5031003" y="1051560"/>
                </a:lnTo>
                <a:lnTo>
                  <a:pt x="5034864" y="1042669"/>
                </a:lnTo>
                <a:lnTo>
                  <a:pt x="5038191" y="1033780"/>
                </a:lnTo>
                <a:lnTo>
                  <a:pt x="5041125" y="1024889"/>
                </a:lnTo>
                <a:lnTo>
                  <a:pt x="5041023" y="1026160"/>
                </a:lnTo>
                <a:lnTo>
                  <a:pt x="5053968" y="1026160"/>
                </a:lnTo>
                <a:lnTo>
                  <a:pt x="5053203" y="1028700"/>
                </a:lnTo>
                <a:lnTo>
                  <a:pt x="5050066" y="1038860"/>
                </a:lnTo>
                <a:lnTo>
                  <a:pt x="5046497" y="1047750"/>
                </a:lnTo>
                <a:lnTo>
                  <a:pt x="5044788" y="1051560"/>
                </a:lnTo>
                <a:close/>
              </a:path>
              <a:path w="5062220" h="1169670">
                <a:moveTo>
                  <a:pt x="31570" y="1051560"/>
                </a:moveTo>
                <a:lnTo>
                  <a:pt x="31089" y="1051560"/>
                </a:lnTo>
                <a:lnTo>
                  <a:pt x="30962" y="1050289"/>
                </a:lnTo>
                <a:lnTo>
                  <a:pt x="31570" y="1051560"/>
                </a:lnTo>
                <a:close/>
              </a:path>
              <a:path w="5062220" h="1169670">
                <a:moveTo>
                  <a:pt x="5017649" y="1096010"/>
                </a:moveTo>
                <a:lnTo>
                  <a:pt x="5000904" y="1096010"/>
                </a:lnTo>
                <a:lnTo>
                  <a:pt x="5006962" y="1088389"/>
                </a:lnTo>
                <a:lnTo>
                  <a:pt x="5006771" y="1088389"/>
                </a:lnTo>
                <a:lnTo>
                  <a:pt x="5012499" y="1082039"/>
                </a:lnTo>
                <a:lnTo>
                  <a:pt x="5012308" y="1082039"/>
                </a:lnTo>
                <a:lnTo>
                  <a:pt x="5017693" y="1074419"/>
                </a:lnTo>
                <a:lnTo>
                  <a:pt x="5017515" y="1074419"/>
                </a:lnTo>
                <a:lnTo>
                  <a:pt x="5022532" y="1066800"/>
                </a:lnTo>
                <a:lnTo>
                  <a:pt x="5022380" y="1066800"/>
                </a:lnTo>
                <a:lnTo>
                  <a:pt x="5027028" y="1059180"/>
                </a:lnTo>
                <a:lnTo>
                  <a:pt x="5026875" y="1059180"/>
                </a:lnTo>
                <a:lnTo>
                  <a:pt x="5031130" y="1050289"/>
                </a:lnTo>
                <a:lnTo>
                  <a:pt x="5031003" y="1051560"/>
                </a:lnTo>
                <a:lnTo>
                  <a:pt x="5044788" y="1051560"/>
                </a:lnTo>
                <a:lnTo>
                  <a:pt x="5042509" y="1056639"/>
                </a:lnTo>
                <a:lnTo>
                  <a:pt x="5038115" y="1065530"/>
                </a:lnTo>
                <a:lnTo>
                  <a:pt x="5033314" y="1073150"/>
                </a:lnTo>
                <a:lnTo>
                  <a:pt x="5028133" y="1082039"/>
                </a:lnTo>
                <a:lnTo>
                  <a:pt x="5022570" y="1089660"/>
                </a:lnTo>
                <a:lnTo>
                  <a:pt x="5017649" y="1096010"/>
                </a:lnTo>
                <a:close/>
              </a:path>
              <a:path w="5062220" h="1169670">
                <a:moveTo>
                  <a:pt x="62050" y="1096010"/>
                </a:moveTo>
                <a:lnTo>
                  <a:pt x="61188" y="1096010"/>
                </a:lnTo>
                <a:lnTo>
                  <a:pt x="60985" y="1094739"/>
                </a:lnTo>
                <a:lnTo>
                  <a:pt x="62050" y="1096010"/>
                </a:lnTo>
                <a:close/>
              </a:path>
              <a:path w="5062220" h="1169670">
                <a:moveTo>
                  <a:pt x="5006009" y="1108710"/>
                </a:moveTo>
                <a:lnTo>
                  <a:pt x="4988229" y="1108710"/>
                </a:lnTo>
                <a:lnTo>
                  <a:pt x="4994935" y="1102360"/>
                </a:lnTo>
                <a:lnTo>
                  <a:pt x="4994719" y="1102360"/>
                </a:lnTo>
                <a:lnTo>
                  <a:pt x="5001107" y="1094739"/>
                </a:lnTo>
                <a:lnTo>
                  <a:pt x="5000904" y="1096010"/>
                </a:lnTo>
                <a:lnTo>
                  <a:pt x="5017649" y="1096010"/>
                </a:lnTo>
                <a:lnTo>
                  <a:pt x="5016665" y="1097280"/>
                </a:lnTo>
                <a:lnTo>
                  <a:pt x="5010404" y="1103630"/>
                </a:lnTo>
                <a:lnTo>
                  <a:pt x="5006009" y="1108710"/>
                </a:lnTo>
                <a:close/>
              </a:path>
              <a:path w="5062220" h="1169670">
                <a:moveTo>
                  <a:pt x="75034" y="1108710"/>
                </a:moveTo>
                <a:lnTo>
                  <a:pt x="73863" y="1108710"/>
                </a:lnTo>
                <a:lnTo>
                  <a:pt x="73634" y="1107439"/>
                </a:lnTo>
                <a:lnTo>
                  <a:pt x="75034" y="1108710"/>
                </a:lnTo>
                <a:close/>
              </a:path>
              <a:path w="5062220" h="1169670">
                <a:moveTo>
                  <a:pt x="4994000" y="1120139"/>
                </a:moveTo>
                <a:lnTo>
                  <a:pt x="4974412" y="1120139"/>
                </a:lnTo>
                <a:lnTo>
                  <a:pt x="4981689" y="1113789"/>
                </a:lnTo>
                <a:lnTo>
                  <a:pt x="4981460" y="1113789"/>
                </a:lnTo>
                <a:lnTo>
                  <a:pt x="4988458" y="1107439"/>
                </a:lnTo>
                <a:lnTo>
                  <a:pt x="4988229" y="1108710"/>
                </a:lnTo>
                <a:lnTo>
                  <a:pt x="5006009" y="1108710"/>
                </a:lnTo>
                <a:lnTo>
                  <a:pt x="5003812" y="1111250"/>
                </a:lnTo>
                <a:lnTo>
                  <a:pt x="4996891" y="1117600"/>
                </a:lnTo>
                <a:lnTo>
                  <a:pt x="4994000" y="1120139"/>
                </a:lnTo>
                <a:close/>
              </a:path>
              <a:path w="5062220" h="1169670">
                <a:moveTo>
                  <a:pt x="88950" y="1120139"/>
                </a:moveTo>
                <a:lnTo>
                  <a:pt x="87680" y="1120139"/>
                </a:lnTo>
                <a:lnTo>
                  <a:pt x="87439" y="1118869"/>
                </a:lnTo>
                <a:lnTo>
                  <a:pt x="88950" y="1120139"/>
                </a:lnTo>
                <a:close/>
              </a:path>
              <a:path w="5062220" h="1169670">
                <a:moveTo>
                  <a:pt x="4931435" y="1156969"/>
                </a:moveTo>
                <a:lnTo>
                  <a:pt x="4872380" y="1156969"/>
                </a:lnTo>
                <a:lnTo>
                  <a:pt x="4882172" y="1155700"/>
                </a:lnTo>
                <a:lnTo>
                  <a:pt x="4881854" y="1155700"/>
                </a:lnTo>
                <a:lnTo>
                  <a:pt x="4891506" y="1154430"/>
                </a:lnTo>
                <a:lnTo>
                  <a:pt x="4891189" y="1154430"/>
                </a:lnTo>
                <a:lnTo>
                  <a:pt x="4900688" y="1153160"/>
                </a:lnTo>
                <a:lnTo>
                  <a:pt x="4900371" y="1153160"/>
                </a:lnTo>
                <a:lnTo>
                  <a:pt x="4909705" y="1150619"/>
                </a:lnTo>
                <a:lnTo>
                  <a:pt x="4909400" y="1150619"/>
                </a:lnTo>
                <a:lnTo>
                  <a:pt x="4918557" y="1148080"/>
                </a:lnTo>
                <a:lnTo>
                  <a:pt x="4918252" y="1148080"/>
                </a:lnTo>
                <a:lnTo>
                  <a:pt x="4927219" y="1145539"/>
                </a:lnTo>
                <a:lnTo>
                  <a:pt x="4926926" y="1145539"/>
                </a:lnTo>
                <a:lnTo>
                  <a:pt x="4935677" y="1141730"/>
                </a:lnTo>
                <a:lnTo>
                  <a:pt x="4935397" y="1141730"/>
                </a:lnTo>
                <a:lnTo>
                  <a:pt x="4943932" y="1137919"/>
                </a:lnTo>
                <a:lnTo>
                  <a:pt x="4943652" y="1137919"/>
                </a:lnTo>
                <a:lnTo>
                  <a:pt x="4951971" y="1134110"/>
                </a:lnTo>
                <a:lnTo>
                  <a:pt x="4951704" y="1134110"/>
                </a:lnTo>
                <a:lnTo>
                  <a:pt x="4959781" y="1129030"/>
                </a:lnTo>
                <a:lnTo>
                  <a:pt x="4959515" y="1129030"/>
                </a:lnTo>
                <a:lnTo>
                  <a:pt x="4967338" y="1125219"/>
                </a:lnTo>
                <a:lnTo>
                  <a:pt x="4967097" y="1125219"/>
                </a:lnTo>
                <a:lnTo>
                  <a:pt x="4974653" y="1118869"/>
                </a:lnTo>
                <a:lnTo>
                  <a:pt x="4974412" y="1120139"/>
                </a:lnTo>
                <a:lnTo>
                  <a:pt x="4994000" y="1120139"/>
                </a:lnTo>
                <a:lnTo>
                  <a:pt x="4989664" y="1123950"/>
                </a:lnTo>
                <a:lnTo>
                  <a:pt x="4957902" y="1145539"/>
                </a:lnTo>
                <a:lnTo>
                  <a:pt x="4940477" y="1153160"/>
                </a:lnTo>
                <a:lnTo>
                  <a:pt x="4931435" y="1156969"/>
                </a:lnTo>
                <a:close/>
              </a:path>
              <a:path w="5062220" h="1169670">
                <a:moveTo>
                  <a:pt x="194424" y="1156969"/>
                </a:moveTo>
                <a:lnTo>
                  <a:pt x="189712" y="1156969"/>
                </a:lnTo>
                <a:lnTo>
                  <a:pt x="189471" y="1155700"/>
                </a:lnTo>
                <a:lnTo>
                  <a:pt x="194424" y="1156969"/>
                </a:lnTo>
                <a:close/>
              </a:path>
              <a:path w="5062220" h="1169670">
                <a:moveTo>
                  <a:pt x="4872380" y="1156969"/>
                </a:moveTo>
                <a:lnTo>
                  <a:pt x="4867668" y="1156969"/>
                </a:lnTo>
                <a:lnTo>
                  <a:pt x="4872621" y="1155700"/>
                </a:lnTo>
                <a:lnTo>
                  <a:pt x="4872380" y="1156969"/>
                </a:lnTo>
                <a:close/>
              </a:path>
              <a:path w="5062220" h="1169670">
                <a:moveTo>
                  <a:pt x="4868075" y="1169669"/>
                </a:moveTo>
                <a:lnTo>
                  <a:pt x="194017" y="1169669"/>
                </a:lnTo>
                <a:lnTo>
                  <a:pt x="188874" y="1168400"/>
                </a:lnTo>
                <a:lnTo>
                  <a:pt x="4873218" y="1168400"/>
                </a:lnTo>
                <a:lnTo>
                  <a:pt x="4868075" y="1169669"/>
                </a:lnTo>
                <a:close/>
              </a:path>
            </a:pathLst>
          </a:custGeom>
          <a:solidFill>
            <a:srgbClr val="293E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519544" y="5252745"/>
            <a:ext cx="436880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800">
                <a:latin typeface="宋体"/>
                <a:cs typeface="宋体"/>
              </a:rPr>
              <a:t>若要求使用匿名函数计算本年奖金，该如何 写呢？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24841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匿名函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数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7240" y="3863340"/>
            <a:ext cx="6134100" cy="1440180"/>
          </a:xfrm>
          <a:custGeom>
            <a:avLst/>
            <a:gdLst/>
            <a:ahLst/>
            <a:cxnLst/>
            <a:rect l="l" t="t" r="r" b="b"/>
            <a:pathLst>
              <a:path w="6134100" h="1440179">
                <a:moveTo>
                  <a:pt x="5894832" y="1440180"/>
                </a:moveTo>
                <a:lnTo>
                  <a:pt x="239268" y="1440180"/>
                </a:lnTo>
                <a:lnTo>
                  <a:pt x="190937" y="1435513"/>
                </a:lnTo>
                <a:lnTo>
                  <a:pt x="145921" y="1421686"/>
                </a:lnTo>
                <a:lnTo>
                  <a:pt x="105195" y="1399672"/>
                </a:lnTo>
                <a:lnTo>
                  <a:pt x="69732" y="1370447"/>
                </a:lnTo>
                <a:lnTo>
                  <a:pt x="40507" y="1334984"/>
                </a:lnTo>
                <a:lnTo>
                  <a:pt x="18493" y="1294258"/>
                </a:lnTo>
                <a:lnTo>
                  <a:pt x="4666" y="1249242"/>
                </a:lnTo>
                <a:lnTo>
                  <a:pt x="0" y="1200912"/>
                </a:lnTo>
                <a:lnTo>
                  <a:pt x="0" y="240792"/>
                </a:lnTo>
                <a:lnTo>
                  <a:pt x="4666" y="192375"/>
                </a:lnTo>
                <a:lnTo>
                  <a:pt x="18493" y="147279"/>
                </a:lnTo>
                <a:lnTo>
                  <a:pt x="40507" y="106460"/>
                </a:lnTo>
                <a:lnTo>
                  <a:pt x="69732" y="70875"/>
                </a:lnTo>
                <a:lnTo>
                  <a:pt x="105195" y="41480"/>
                </a:lnTo>
                <a:lnTo>
                  <a:pt x="145921" y="19232"/>
                </a:lnTo>
                <a:lnTo>
                  <a:pt x="190937" y="5086"/>
                </a:lnTo>
                <a:lnTo>
                  <a:pt x="239268" y="0"/>
                </a:lnTo>
                <a:lnTo>
                  <a:pt x="5894832" y="0"/>
                </a:lnTo>
                <a:lnTo>
                  <a:pt x="5943162" y="5086"/>
                </a:lnTo>
                <a:lnTo>
                  <a:pt x="5988178" y="19232"/>
                </a:lnTo>
                <a:lnTo>
                  <a:pt x="6028904" y="41480"/>
                </a:lnTo>
                <a:lnTo>
                  <a:pt x="6064367" y="70875"/>
                </a:lnTo>
                <a:lnTo>
                  <a:pt x="6093592" y="106460"/>
                </a:lnTo>
                <a:lnTo>
                  <a:pt x="6115606" y="147279"/>
                </a:lnTo>
                <a:lnTo>
                  <a:pt x="6129433" y="192375"/>
                </a:lnTo>
                <a:lnTo>
                  <a:pt x="6134100" y="240792"/>
                </a:lnTo>
                <a:lnTo>
                  <a:pt x="6134100" y="1200912"/>
                </a:lnTo>
                <a:lnTo>
                  <a:pt x="6129433" y="1249242"/>
                </a:lnTo>
                <a:lnTo>
                  <a:pt x="6115606" y="1294258"/>
                </a:lnTo>
                <a:lnTo>
                  <a:pt x="6093592" y="1334984"/>
                </a:lnTo>
                <a:lnTo>
                  <a:pt x="6064367" y="1370447"/>
                </a:lnTo>
                <a:lnTo>
                  <a:pt x="6028904" y="1399672"/>
                </a:lnTo>
                <a:lnTo>
                  <a:pt x="5988178" y="1421686"/>
                </a:lnTo>
                <a:lnTo>
                  <a:pt x="5943162" y="1435513"/>
                </a:lnTo>
                <a:lnTo>
                  <a:pt x="5894832" y="1440180"/>
                </a:lnTo>
                <a:close/>
              </a:path>
            </a:pathLst>
          </a:custGeom>
          <a:solidFill>
            <a:srgbClr val="D2E1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96468" y="3799332"/>
            <a:ext cx="1163320" cy="464820"/>
          </a:xfrm>
          <a:custGeom>
            <a:avLst/>
            <a:gdLst/>
            <a:ahLst/>
            <a:cxnLst/>
            <a:rect l="l" t="t" r="r" b="b"/>
            <a:pathLst>
              <a:path w="1163320" h="464820">
                <a:moveTo>
                  <a:pt x="1085088" y="464819"/>
                </a:moveTo>
                <a:lnTo>
                  <a:pt x="76200" y="464819"/>
                </a:lnTo>
                <a:lnTo>
                  <a:pt x="46471" y="458306"/>
                </a:lnTo>
                <a:lnTo>
                  <a:pt x="22131" y="441545"/>
                </a:lnTo>
                <a:lnTo>
                  <a:pt x="5775" y="416990"/>
                </a:lnTo>
                <a:lnTo>
                  <a:pt x="0" y="387095"/>
                </a:lnTo>
                <a:lnTo>
                  <a:pt x="0" y="77723"/>
                </a:lnTo>
                <a:lnTo>
                  <a:pt x="5775" y="47329"/>
                </a:lnTo>
                <a:lnTo>
                  <a:pt x="22131" y="22607"/>
                </a:lnTo>
                <a:lnTo>
                  <a:pt x="46471" y="6013"/>
                </a:lnTo>
                <a:lnTo>
                  <a:pt x="76200" y="0"/>
                </a:lnTo>
                <a:lnTo>
                  <a:pt x="1085088" y="0"/>
                </a:lnTo>
                <a:lnTo>
                  <a:pt x="1115054" y="6013"/>
                </a:lnTo>
                <a:lnTo>
                  <a:pt x="1139632" y="22607"/>
                </a:lnTo>
                <a:lnTo>
                  <a:pt x="1156370" y="47329"/>
                </a:lnTo>
                <a:lnTo>
                  <a:pt x="1162812" y="77723"/>
                </a:lnTo>
                <a:lnTo>
                  <a:pt x="1162812" y="387095"/>
                </a:lnTo>
                <a:lnTo>
                  <a:pt x="1156370" y="416990"/>
                </a:lnTo>
                <a:lnTo>
                  <a:pt x="1139632" y="441545"/>
                </a:lnTo>
                <a:lnTo>
                  <a:pt x="1115054" y="458306"/>
                </a:lnTo>
                <a:lnTo>
                  <a:pt x="1085088" y="464819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06881" y="3885361"/>
            <a:ext cx="93916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示例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3</a:t>
            </a:r>
            <a:r>
              <a:rPr dirty="0" sz="1600">
                <a:solidFill>
                  <a:srgbClr val="FFFFFF"/>
                </a:solidFill>
                <a:latin typeface="宋体"/>
                <a:cs typeface="宋体"/>
              </a:rPr>
              <a:t>代</a:t>
            </a:r>
            <a:r>
              <a:rPr dirty="0" sz="1600" spc="-5">
                <a:solidFill>
                  <a:srgbClr val="FFFFFF"/>
                </a:solidFill>
                <a:latin typeface="宋体"/>
                <a:cs typeface="宋体"/>
              </a:rPr>
              <a:t>码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84910" y="4274692"/>
            <a:ext cx="5410200" cy="635000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1600" spc="-5">
                <a:latin typeface="宋体"/>
                <a:cs typeface="宋体"/>
              </a:rPr>
              <a:t># </a:t>
            </a:r>
            <a:r>
              <a:rPr dirty="0" sz="1600">
                <a:latin typeface="宋体"/>
                <a:cs typeface="宋体"/>
              </a:rPr>
              <a:t>创建匿名函</a:t>
            </a:r>
            <a:r>
              <a:rPr dirty="0" sz="1600" spc="-5">
                <a:latin typeface="宋体"/>
                <a:cs typeface="宋体"/>
              </a:rPr>
              <a:t>数</a:t>
            </a:r>
            <a:endParaRPr sz="1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1600" spc="-5">
                <a:latin typeface="宋体"/>
                <a:cs typeface="宋体"/>
              </a:rPr>
              <a:t>(lambda EVA : EVA*0.1 if EVA&gt;1500000 else</a:t>
            </a:r>
            <a:r>
              <a:rPr dirty="0" sz="1600" spc="25">
                <a:latin typeface="宋体"/>
                <a:cs typeface="宋体"/>
              </a:rPr>
              <a:t> </a:t>
            </a:r>
            <a:r>
              <a:rPr dirty="0" sz="1600" spc="-5">
                <a:latin typeface="宋体"/>
                <a:cs typeface="宋体"/>
              </a:rPr>
              <a:t>0)(1800000)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373111" y="4108703"/>
            <a:ext cx="548640" cy="951230"/>
          </a:xfrm>
          <a:custGeom>
            <a:avLst/>
            <a:gdLst/>
            <a:ahLst/>
            <a:cxnLst/>
            <a:rect l="l" t="t" r="r" b="b"/>
            <a:pathLst>
              <a:path w="548640" h="951229">
                <a:moveTo>
                  <a:pt x="274320" y="950976"/>
                </a:moveTo>
                <a:lnTo>
                  <a:pt x="274320" y="713232"/>
                </a:lnTo>
                <a:lnTo>
                  <a:pt x="0" y="713232"/>
                </a:lnTo>
                <a:lnTo>
                  <a:pt x="0" y="237744"/>
                </a:lnTo>
                <a:lnTo>
                  <a:pt x="274320" y="237744"/>
                </a:lnTo>
                <a:lnTo>
                  <a:pt x="274320" y="0"/>
                </a:lnTo>
                <a:lnTo>
                  <a:pt x="548640" y="475488"/>
                </a:lnTo>
                <a:lnTo>
                  <a:pt x="274320" y="950976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321040" y="3838955"/>
            <a:ext cx="3175000" cy="1438910"/>
          </a:xfrm>
          <a:custGeom>
            <a:avLst/>
            <a:gdLst/>
            <a:ahLst/>
            <a:cxnLst/>
            <a:rect l="l" t="t" r="r" b="b"/>
            <a:pathLst>
              <a:path w="3175000" h="1438910">
                <a:moveTo>
                  <a:pt x="2935224" y="1438656"/>
                </a:moveTo>
                <a:lnTo>
                  <a:pt x="240791" y="1438656"/>
                </a:lnTo>
                <a:lnTo>
                  <a:pt x="192364" y="1434011"/>
                </a:lnTo>
                <a:lnTo>
                  <a:pt x="147263" y="1420203"/>
                </a:lnTo>
                <a:lnTo>
                  <a:pt x="106443" y="1398203"/>
                </a:lnTo>
                <a:lnTo>
                  <a:pt x="70861" y="1368985"/>
                </a:lnTo>
                <a:lnTo>
                  <a:pt x="41470" y="1333521"/>
                </a:lnTo>
                <a:lnTo>
                  <a:pt x="19226" y="1292785"/>
                </a:lnTo>
                <a:lnTo>
                  <a:pt x="5084" y="1247750"/>
                </a:lnTo>
                <a:lnTo>
                  <a:pt x="0" y="1199388"/>
                </a:lnTo>
                <a:lnTo>
                  <a:pt x="0" y="239268"/>
                </a:lnTo>
                <a:lnTo>
                  <a:pt x="5084" y="191009"/>
                </a:lnTo>
                <a:lnTo>
                  <a:pt x="19226" y="146048"/>
                </a:lnTo>
                <a:lnTo>
                  <a:pt x="41470" y="105357"/>
                </a:lnTo>
                <a:lnTo>
                  <a:pt x="70861" y="69908"/>
                </a:lnTo>
                <a:lnTo>
                  <a:pt x="106443" y="40675"/>
                </a:lnTo>
                <a:lnTo>
                  <a:pt x="147263" y="18631"/>
                </a:lnTo>
                <a:lnTo>
                  <a:pt x="192364" y="4748"/>
                </a:lnTo>
                <a:lnTo>
                  <a:pt x="240791" y="0"/>
                </a:lnTo>
                <a:lnTo>
                  <a:pt x="2935224" y="0"/>
                </a:lnTo>
                <a:lnTo>
                  <a:pt x="2983549" y="4748"/>
                </a:lnTo>
                <a:lnTo>
                  <a:pt x="3028559" y="18631"/>
                </a:lnTo>
                <a:lnTo>
                  <a:pt x="3069280" y="40675"/>
                </a:lnTo>
                <a:lnTo>
                  <a:pt x="3104740" y="69908"/>
                </a:lnTo>
                <a:lnTo>
                  <a:pt x="3133964" y="105357"/>
                </a:lnTo>
                <a:lnTo>
                  <a:pt x="3155980" y="146048"/>
                </a:lnTo>
                <a:lnTo>
                  <a:pt x="3169813" y="191009"/>
                </a:lnTo>
                <a:lnTo>
                  <a:pt x="3174491" y="239268"/>
                </a:lnTo>
                <a:lnTo>
                  <a:pt x="3174491" y="1199388"/>
                </a:lnTo>
                <a:lnTo>
                  <a:pt x="3169813" y="1247750"/>
                </a:lnTo>
                <a:lnTo>
                  <a:pt x="3155980" y="1292785"/>
                </a:lnTo>
                <a:lnTo>
                  <a:pt x="3133964" y="1333521"/>
                </a:lnTo>
                <a:lnTo>
                  <a:pt x="3104740" y="1368985"/>
                </a:lnTo>
                <a:lnTo>
                  <a:pt x="3069280" y="1398203"/>
                </a:lnTo>
                <a:lnTo>
                  <a:pt x="3028559" y="1420203"/>
                </a:lnTo>
                <a:lnTo>
                  <a:pt x="2983549" y="1434011"/>
                </a:lnTo>
                <a:lnTo>
                  <a:pt x="2935224" y="14386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959151" y="4452200"/>
            <a:ext cx="185420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宋体"/>
                <a:cs typeface="宋体"/>
              </a:rPr>
              <a:t>输出结果</a:t>
            </a:r>
            <a:r>
              <a:rPr dirty="0" sz="1600" spc="-5">
                <a:latin typeface="宋体"/>
                <a:cs typeface="宋体"/>
              </a:rPr>
              <a:t>：180000.0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96468" y="1243583"/>
            <a:ext cx="10799445" cy="1728470"/>
          </a:xfrm>
          <a:custGeom>
            <a:avLst/>
            <a:gdLst/>
            <a:ahLst/>
            <a:cxnLst/>
            <a:rect l="l" t="t" r="r" b="b"/>
            <a:pathLst>
              <a:path w="10799445" h="1728470">
                <a:moveTo>
                  <a:pt x="10511028" y="1728215"/>
                </a:moveTo>
                <a:lnTo>
                  <a:pt x="288035" y="1728215"/>
                </a:lnTo>
                <a:lnTo>
                  <a:pt x="241174" y="1724491"/>
                </a:lnTo>
                <a:lnTo>
                  <a:pt x="196744" y="1713612"/>
                </a:lnTo>
                <a:lnTo>
                  <a:pt x="155340" y="1696172"/>
                </a:lnTo>
                <a:lnTo>
                  <a:pt x="117553" y="1672764"/>
                </a:lnTo>
                <a:lnTo>
                  <a:pt x="83977" y="1643981"/>
                </a:lnTo>
                <a:lnTo>
                  <a:pt x="55204" y="1610415"/>
                </a:lnTo>
                <a:lnTo>
                  <a:pt x="31827" y="1572659"/>
                </a:lnTo>
                <a:lnTo>
                  <a:pt x="14438" y="1531306"/>
                </a:lnTo>
                <a:lnTo>
                  <a:pt x="3632" y="1486949"/>
                </a:lnTo>
                <a:lnTo>
                  <a:pt x="0" y="1440179"/>
                </a:lnTo>
                <a:lnTo>
                  <a:pt x="0" y="288035"/>
                </a:lnTo>
                <a:lnTo>
                  <a:pt x="3632" y="241414"/>
                </a:lnTo>
                <a:lnTo>
                  <a:pt x="14438" y="197171"/>
                </a:lnTo>
                <a:lnTo>
                  <a:pt x="31827" y="155900"/>
                </a:lnTo>
                <a:lnTo>
                  <a:pt x="55204" y="118193"/>
                </a:lnTo>
                <a:lnTo>
                  <a:pt x="83977" y="84643"/>
                </a:lnTo>
                <a:lnTo>
                  <a:pt x="117553" y="55844"/>
                </a:lnTo>
                <a:lnTo>
                  <a:pt x="155340" y="32387"/>
                </a:lnTo>
                <a:lnTo>
                  <a:pt x="196744" y="14865"/>
                </a:lnTo>
                <a:lnTo>
                  <a:pt x="241174" y="3872"/>
                </a:lnTo>
                <a:lnTo>
                  <a:pt x="288035" y="0"/>
                </a:lnTo>
                <a:lnTo>
                  <a:pt x="10511028" y="0"/>
                </a:lnTo>
                <a:lnTo>
                  <a:pt x="10557889" y="3872"/>
                </a:lnTo>
                <a:lnTo>
                  <a:pt x="10602319" y="14865"/>
                </a:lnTo>
                <a:lnTo>
                  <a:pt x="10643723" y="32387"/>
                </a:lnTo>
                <a:lnTo>
                  <a:pt x="10681510" y="55844"/>
                </a:lnTo>
                <a:lnTo>
                  <a:pt x="10715086" y="84643"/>
                </a:lnTo>
                <a:lnTo>
                  <a:pt x="10743859" y="118193"/>
                </a:lnTo>
                <a:lnTo>
                  <a:pt x="10767236" y="155900"/>
                </a:lnTo>
                <a:lnTo>
                  <a:pt x="10784625" y="197171"/>
                </a:lnTo>
                <a:lnTo>
                  <a:pt x="10795431" y="241414"/>
                </a:lnTo>
                <a:lnTo>
                  <a:pt x="10799064" y="288035"/>
                </a:lnTo>
                <a:lnTo>
                  <a:pt x="10799064" y="1440179"/>
                </a:lnTo>
                <a:lnTo>
                  <a:pt x="10795431" y="1486949"/>
                </a:lnTo>
                <a:lnTo>
                  <a:pt x="10784625" y="1531306"/>
                </a:lnTo>
                <a:lnTo>
                  <a:pt x="10767236" y="1572659"/>
                </a:lnTo>
                <a:lnTo>
                  <a:pt x="10743859" y="1610415"/>
                </a:lnTo>
                <a:lnTo>
                  <a:pt x="10715086" y="1643981"/>
                </a:lnTo>
                <a:lnTo>
                  <a:pt x="10681510" y="1672764"/>
                </a:lnTo>
                <a:lnTo>
                  <a:pt x="10643723" y="1696172"/>
                </a:lnTo>
                <a:lnTo>
                  <a:pt x="10602319" y="1713612"/>
                </a:lnTo>
                <a:lnTo>
                  <a:pt x="10557889" y="1724491"/>
                </a:lnTo>
                <a:lnTo>
                  <a:pt x="10511028" y="1728215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134744" y="1407007"/>
            <a:ext cx="9680575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说明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：公司采用经济增加值(EVA)进行绩效评价，若本年经济增加值大于150万元，则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本 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年奖金为本年经济增加值的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10%，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否则，本年无奖金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要求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：本年经济增加值为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180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万元，创建匿名函数计算本年奖金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216662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匿名函数的优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点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6468" y="1229867"/>
            <a:ext cx="10799445" cy="2110740"/>
          </a:xfrm>
          <a:custGeom>
            <a:avLst/>
            <a:gdLst/>
            <a:ahLst/>
            <a:cxnLst/>
            <a:rect l="l" t="t" r="r" b="b"/>
            <a:pathLst>
              <a:path w="10799445" h="2110740">
                <a:moveTo>
                  <a:pt x="10448543" y="2110740"/>
                </a:moveTo>
                <a:lnTo>
                  <a:pt x="350519" y="2110740"/>
                </a:lnTo>
                <a:lnTo>
                  <a:pt x="302954" y="2107467"/>
                </a:lnTo>
                <a:lnTo>
                  <a:pt x="257316" y="2098062"/>
                </a:lnTo>
                <a:lnTo>
                  <a:pt x="214026" y="2082943"/>
                </a:lnTo>
                <a:lnTo>
                  <a:pt x="173510" y="2062527"/>
                </a:lnTo>
                <a:lnTo>
                  <a:pt x="136189" y="2037233"/>
                </a:lnTo>
                <a:lnTo>
                  <a:pt x="102488" y="2007479"/>
                </a:lnTo>
                <a:lnTo>
                  <a:pt x="72830" y="1973682"/>
                </a:lnTo>
                <a:lnTo>
                  <a:pt x="47639" y="1936261"/>
                </a:lnTo>
                <a:lnTo>
                  <a:pt x="27336" y="1895634"/>
                </a:lnTo>
                <a:lnTo>
                  <a:pt x="12347" y="1852219"/>
                </a:lnTo>
                <a:lnTo>
                  <a:pt x="3093" y="1806433"/>
                </a:lnTo>
                <a:lnTo>
                  <a:pt x="0" y="1758695"/>
                </a:lnTo>
                <a:lnTo>
                  <a:pt x="0" y="352043"/>
                </a:lnTo>
                <a:lnTo>
                  <a:pt x="3093" y="304274"/>
                </a:lnTo>
                <a:lnTo>
                  <a:pt x="12347" y="258462"/>
                </a:lnTo>
                <a:lnTo>
                  <a:pt x="27336" y="215026"/>
                </a:lnTo>
                <a:lnTo>
                  <a:pt x="47639" y="174385"/>
                </a:lnTo>
                <a:lnTo>
                  <a:pt x="72830" y="136955"/>
                </a:lnTo>
                <a:lnTo>
                  <a:pt x="102489" y="103155"/>
                </a:lnTo>
                <a:lnTo>
                  <a:pt x="136189" y="73404"/>
                </a:lnTo>
                <a:lnTo>
                  <a:pt x="173510" y="48118"/>
                </a:lnTo>
                <a:lnTo>
                  <a:pt x="214026" y="27717"/>
                </a:lnTo>
                <a:lnTo>
                  <a:pt x="257316" y="12618"/>
                </a:lnTo>
                <a:lnTo>
                  <a:pt x="302954" y="3240"/>
                </a:lnTo>
                <a:lnTo>
                  <a:pt x="350519" y="0"/>
                </a:lnTo>
                <a:lnTo>
                  <a:pt x="10448543" y="0"/>
                </a:lnTo>
                <a:lnTo>
                  <a:pt x="10496109" y="3240"/>
                </a:lnTo>
                <a:lnTo>
                  <a:pt x="10541747" y="12618"/>
                </a:lnTo>
                <a:lnTo>
                  <a:pt x="10585037" y="27717"/>
                </a:lnTo>
                <a:lnTo>
                  <a:pt x="10625553" y="48118"/>
                </a:lnTo>
                <a:lnTo>
                  <a:pt x="10662874" y="73404"/>
                </a:lnTo>
                <a:lnTo>
                  <a:pt x="10696574" y="103155"/>
                </a:lnTo>
                <a:lnTo>
                  <a:pt x="10726233" y="136955"/>
                </a:lnTo>
                <a:lnTo>
                  <a:pt x="10751424" y="174385"/>
                </a:lnTo>
                <a:lnTo>
                  <a:pt x="10771727" y="215026"/>
                </a:lnTo>
                <a:lnTo>
                  <a:pt x="10786716" y="258462"/>
                </a:lnTo>
                <a:lnTo>
                  <a:pt x="10795970" y="304274"/>
                </a:lnTo>
                <a:lnTo>
                  <a:pt x="10799064" y="352043"/>
                </a:lnTo>
                <a:lnTo>
                  <a:pt x="10799064" y="1758695"/>
                </a:lnTo>
                <a:lnTo>
                  <a:pt x="10795970" y="1806433"/>
                </a:lnTo>
                <a:lnTo>
                  <a:pt x="10786716" y="1852219"/>
                </a:lnTo>
                <a:lnTo>
                  <a:pt x="10771727" y="1895634"/>
                </a:lnTo>
                <a:lnTo>
                  <a:pt x="10751424" y="1936261"/>
                </a:lnTo>
                <a:lnTo>
                  <a:pt x="10726233" y="1973682"/>
                </a:lnTo>
                <a:lnTo>
                  <a:pt x="10696574" y="2007479"/>
                </a:lnTo>
                <a:lnTo>
                  <a:pt x="10662874" y="2037233"/>
                </a:lnTo>
                <a:lnTo>
                  <a:pt x="10625553" y="2062527"/>
                </a:lnTo>
                <a:lnTo>
                  <a:pt x="10585037" y="2082943"/>
                </a:lnTo>
                <a:lnTo>
                  <a:pt x="10541747" y="2098062"/>
                </a:lnTo>
                <a:lnTo>
                  <a:pt x="10496109" y="2107467"/>
                </a:lnTo>
                <a:lnTo>
                  <a:pt x="10448543" y="2110740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66800" y="1307350"/>
            <a:ext cx="7226934" cy="1854200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dirty="0" sz="2000" b="1">
                <a:solidFill>
                  <a:srgbClr val="FFFFFF"/>
                </a:solidFill>
                <a:latin typeface="宋体"/>
                <a:cs typeface="宋体"/>
              </a:rPr>
              <a:t>匿名函数的优点</a:t>
            </a:r>
            <a:r>
              <a:rPr dirty="0" sz="2000" spc="-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endParaRPr sz="20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可以省去定义函数的过程，使代码更加精简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0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不需要定义函数名，在使用过程中不必担心函数名冲突问题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0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使用</a:t>
            </a:r>
            <a:r>
              <a:rPr dirty="0" sz="2000" spc="-5">
                <a:solidFill>
                  <a:srgbClr val="FFFFFF"/>
                </a:solidFill>
                <a:latin typeface="宋体"/>
                <a:cs typeface="宋体"/>
              </a:rPr>
              <a:t>lambda</a:t>
            </a:r>
            <a:r>
              <a:rPr dirty="0" sz="2000">
                <a:solidFill>
                  <a:srgbClr val="FFFFFF"/>
                </a:solidFill>
                <a:latin typeface="宋体"/>
                <a:cs typeface="宋体"/>
              </a:rPr>
              <a:t>在某些时候能使代码更加容易理解</a:t>
            </a:r>
            <a:r>
              <a:rPr dirty="0" sz="2000" spc="5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05612" y="3654552"/>
            <a:ext cx="10800715" cy="1260475"/>
          </a:xfrm>
          <a:custGeom>
            <a:avLst/>
            <a:gdLst/>
            <a:ahLst/>
            <a:cxnLst/>
            <a:rect l="l" t="t" r="r" b="b"/>
            <a:pathLst>
              <a:path w="10800715" h="1260475">
                <a:moveTo>
                  <a:pt x="10590276" y="1260348"/>
                </a:moveTo>
                <a:lnTo>
                  <a:pt x="210312" y="1260348"/>
                </a:lnTo>
                <a:lnTo>
                  <a:pt x="162002" y="1254753"/>
                </a:lnTo>
                <a:lnTo>
                  <a:pt x="117687" y="1238916"/>
                </a:lnTo>
                <a:lnTo>
                  <a:pt x="78625" y="1214092"/>
                </a:lnTo>
                <a:lnTo>
                  <a:pt x="46069" y="1181536"/>
                </a:lnTo>
                <a:lnTo>
                  <a:pt x="21276" y="1142504"/>
                </a:lnTo>
                <a:lnTo>
                  <a:pt x="5501" y="1098252"/>
                </a:lnTo>
                <a:lnTo>
                  <a:pt x="0" y="1050036"/>
                </a:lnTo>
                <a:lnTo>
                  <a:pt x="0" y="210312"/>
                </a:lnTo>
                <a:lnTo>
                  <a:pt x="5501" y="162076"/>
                </a:lnTo>
                <a:lnTo>
                  <a:pt x="21276" y="117812"/>
                </a:lnTo>
                <a:lnTo>
                  <a:pt x="46069" y="78774"/>
                </a:lnTo>
                <a:lnTo>
                  <a:pt x="78625" y="46218"/>
                </a:lnTo>
                <a:lnTo>
                  <a:pt x="117687" y="21400"/>
                </a:lnTo>
                <a:lnTo>
                  <a:pt x="162002" y="5575"/>
                </a:lnTo>
                <a:lnTo>
                  <a:pt x="210312" y="0"/>
                </a:lnTo>
                <a:lnTo>
                  <a:pt x="10590276" y="0"/>
                </a:lnTo>
                <a:lnTo>
                  <a:pt x="10638305" y="5575"/>
                </a:lnTo>
                <a:lnTo>
                  <a:pt x="10682433" y="21400"/>
                </a:lnTo>
                <a:lnTo>
                  <a:pt x="10721403" y="46218"/>
                </a:lnTo>
                <a:lnTo>
                  <a:pt x="10753958" y="78774"/>
                </a:lnTo>
                <a:lnTo>
                  <a:pt x="10778845" y="117812"/>
                </a:lnTo>
                <a:lnTo>
                  <a:pt x="10794807" y="162076"/>
                </a:lnTo>
                <a:lnTo>
                  <a:pt x="10800588" y="210312"/>
                </a:lnTo>
                <a:lnTo>
                  <a:pt x="10800588" y="1050036"/>
                </a:lnTo>
                <a:lnTo>
                  <a:pt x="10794807" y="1098252"/>
                </a:lnTo>
                <a:lnTo>
                  <a:pt x="10778845" y="1142504"/>
                </a:lnTo>
                <a:lnTo>
                  <a:pt x="10753958" y="1181536"/>
                </a:lnTo>
                <a:lnTo>
                  <a:pt x="10721403" y="1214092"/>
                </a:lnTo>
                <a:lnTo>
                  <a:pt x="10682433" y="1238916"/>
                </a:lnTo>
                <a:lnTo>
                  <a:pt x="10638305" y="1254753"/>
                </a:lnTo>
                <a:lnTo>
                  <a:pt x="10590276" y="126034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99134" y="3648278"/>
            <a:ext cx="10812780" cy="1270000"/>
          </a:xfrm>
          <a:custGeom>
            <a:avLst/>
            <a:gdLst/>
            <a:ahLst/>
            <a:cxnLst/>
            <a:rect l="l" t="t" r="r" b="b"/>
            <a:pathLst>
              <a:path w="10812780" h="1270000">
                <a:moveTo>
                  <a:pt x="10670794" y="12700"/>
                </a:moveTo>
                <a:lnTo>
                  <a:pt x="141986" y="12700"/>
                </a:lnTo>
                <a:lnTo>
                  <a:pt x="152031" y="0"/>
                </a:lnTo>
                <a:lnTo>
                  <a:pt x="10660748" y="0"/>
                </a:lnTo>
                <a:lnTo>
                  <a:pt x="10670794" y="12700"/>
                </a:lnTo>
                <a:close/>
              </a:path>
              <a:path w="10812780" h="1270000">
                <a:moveTo>
                  <a:pt x="136956" y="25400"/>
                </a:moveTo>
                <a:lnTo>
                  <a:pt x="113233" y="25400"/>
                </a:lnTo>
                <a:lnTo>
                  <a:pt x="122567" y="12700"/>
                </a:lnTo>
                <a:lnTo>
                  <a:pt x="146494" y="12700"/>
                </a:lnTo>
                <a:lnTo>
                  <a:pt x="136956" y="25400"/>
                </a:lnTo>
                <a:close/>
              </a:path>
              <a:path w="10812780" h="1270000">
                <a:moveTo>
                  <a:pt x="10699546" y="25400"/>
                </a:moveTo>
                <a:lnTo>
                  <a:pt x="10675823" y="25400"/>
                </a:lnTo>
                <a:lnTo>
                  <a:pt x="10666285" y="12700"/>
                </a:lnTo>
                <a:lnTo>
                  <a:pt x="10690212" y="12700"/>
                </a:lnTo>
                <a:lnTo>
                  <a:pt x="10699546" y="25400"/>
                </a:lnTo>
                <a:close/>
              </a:path>
              <a:path w="10812780" h="1270000">
                <a:moveTo>
                  <a:pt x="110642" y="38100"/>
                </a:moveTo>
                <a:lnTo>
                  <a:pt x="86906" y="38100"/>
                </a:lnTo>
                <a:lnTo>
                  <a:pt x="95389" y="25400"/>
                </a:lnTo>
                <a:lnTo>
                  <a:pt x="119430" y="25400"/>
                </a:lnTo>
                <a:lnTo>
                  <a:pt x="110642" y="38100"/>
                </a:lnTo>
                <a:close/>
              </a:path>
              <a:path w="10812780" h="1270000">
                <a:moveTo>
                  <a:pt x="10725873" y="38100"/>
                </a:moveTo>
                <a:lnTo>
                  <a:pt x="10702137" y="38100"/>
                </a:lnTo>
                <a:lnTo>
                  <a:pt x="10693349" y="25400"/>
                </a:lnTo>
                <a:lnTo>
                  <a:pt x="10717390" y="25400"/>
                </a:lnTo>
                <a:lnTo>
                  <a:pt x="10725873" y="38100"/>
                </a:lnTo>
                <a:close/>
              </a:path>
              <a:path w="10812780" h="1270000">
                <a:moveTo>
                  <a:pt x="94399" y="50800"/>
                </a:moveTo>
                <a:lnTo>
                  <a:pt x="70891" y="50800"/>
                </a:lnTo>
                <a:lnTo>
                  <a:pt x="78740" y="38100"/>
                </a:lnTo>
                <a:lnTo>
                  <a:pt x="102628" y="38100"/>
                </a:lnTo>
                <a:lnTo>
                  <a:pt x="94399" y="50800"/>
                </a:lnTo>
                <a:close/>
              </a:path>
              <a:path w="10812780" h="1270000">
                <a:moveTo>
                  <a:pt x="10741888" y="50800"/>
                </a:moveTo>
                <a:lnTo>
                  <a:pt x="10718380" y="50800"/>
                </a:lnTo>
                <a:lnTo>
                  <a:pt x="10710151" y="38100"/>
                </a:lnTo>
                <a:lnTo>
                  <a:pt x="10734040" y="38100"/>
                </a:lnTo>
                <a:lnTo>
                  <a:pt x="10741888" y="50800"/>
                </a:lnTo>
                <a:close/>
              </a:path>
              <a:path w="10812780" h="1270000">
                <a:moveTo>
                  <a:pt x="65506" y="76200"/>
                </a:moveTo>
                <a:lnTo>
                  <a:pt x="49415" y="76200"/>
                </a:lnTo>
                <a:lnTo>
                  <a:pt x="56210" y="63500"/>
                </a:lnTo>
                <a:lnTo>
                  <a:pt x="63373" y="50800"/>
                </a:lnTo>
                <a:lnTo>
                  <a:pt x="86944" y="50800"/>
                </a:lnTo>
                <a:lnTo>
                  <a:pt x="79311" y="63500"/>
                </a:lnTo>
                <a:lnTo>
                  <a:pt x="72466" y="63500"/>
                </a:lnTo>
                <a:lnTo>
                  <a:pt x="65506" y="76200"/>
                </a:lnTo>
                <a:close/>
              </a:path>
              <a:path w="10812780" h="1270000">
                <a:moveTo>
                  <a:pt x="10763364" y="76200"/>
                </a:moveTo>
                <a:lnTo>
                  <a:pt x="10747273" y="76200"/>
                </a:lnTo>
                <a:lnTo>
                  <a:pt x="10740313" y="63500"/>
                </a:lnTo>
                <a:lnTo>
                  <a:pt x="10733455" y="63500"/>
                </a:lnTo>
                <a:lnTo>
                  <a:pt x="10725835" y="50800"/>
                </a:lnTo>
                <a:lnTo>
                  <a:pt x="10749407" y="50800"/>
                </a:lnTo>
                <a:lnTo>
                  <a:pt x="10756569" y="63500"/>
                </a:lnTo>
                <a:lnTo>
                  <a:pt x="10763364" y="76200"/>
                </a:lnTo>
                <a:close/>
              </a:path>
              <a:path w="10812780" h="1270000">
                <a:moveTo>
                  <a:pt x="47396" y="101600"/>
                </a:moveTo>
                <a:lnTo>
                  <a:pt x="31330" y="101600"/>
                </a:lnTo>
                <a:lnTo>
                  <a:pt x="36957" y="88900"/>
                </a:lnTo>
                <a:lnTo>
                  <a:pt x="42989" y="76200"/>
                </a:lnTo>
                <a:lnTo>
                  <a:pt x="59309" y="76200"/>
                </a:lnTo>
                <a:lnTo>
                  <a:pt x="53073" y="88900"/>
                </a:lnTo>
                <a:lnTo>
                  <a:pt x="53251" y="88900"/>
                </a:lnTo>
                <a:lnTo>
                  <a:pt x="47396" y="101600"/>
                </a:lnTo>
                <a:close/>
              </a:path>
              <a:path w="10812780" h="1270000">
                <a:moveTo>
                  <a:pt x="10781449" y="101600"/>
                </a:moveTo>
                <a:lnTo>
                  <a:pt x="10765383" y="101600"/>
                </a:lnTo>
                <a:lnTo>
                  <a:pt x="10759528" y="88900"/>
                </a:lnTo>
                <a:lnTo>
                  <a:pt x="10759706" y="88900"/>
                </a:lnTo>
                <a:lnTo>
                  <a:pt x="10753471" y="76200"/>
                </a:lnTo>
                <a:lnTo>
                  <a:pt x="10769790" y="76200"/>
                </a:lnTo>
                <a:lnTo>
                  <a:pt x="10775823" y="88900"/>
                </a:lnTo>
                <a:lnTo>
                  <a:pt x="10781449" y="101600"/>
                </a:lnTo>
                <a:close/>
              </a:path>
              <a:path w="10812780" h="1270000">
                <a:moveTo>
                  <a:pt x="25006" y="139700"/>
                </a:moveTo>
                <a:lnTo>
                  <a:pt x="13131" y="139700"/>
                </a:lnTo>
                <a:lnTo>
                  <a:pt x="17005" y="127000"/>
                </a:lnTo>
                <a:lnTo>
                  <a:pt x="21335" y="114300"/>
                </a:lnTo>
                <a:lnTo>
                  <a:pt x="26123" y="101600"/>
                </a:lnTo>
                <a:lnTo>
                  <a:pt x="42265" y="101600"/>
                </a:lnTo>
                <a:lnTo>
                  <a:pt x="37198" y="114300"/>
                </a:lnTo>
                <a:lnTo>
                  <a:pt x="37350" y="114300"/>
                </a:lnTo>
                <a:lnTo>
                  <a:pt x="32715" y="127000"/>
                </a:lnTo>
                <a:lnTo>
                  <a:pt x="28765" y="127000"/>
                </a:lnTo>
                <a:lnTo>
                  <a:pt x="25006" y="139700"/>
                </a:lnTo>
                <a:close/>
              </a:path>
              <a:path w="10812780" h="1270000">
                <a:moveTo>
                  <a:pt x="10799648" y="139700"/>
                </a:moveTo>
                <a:lnTo>
                  <a:pt x="10787773" y="139700"/>
                </a:lnTo>
                <a:lnTo>
                  <a:pt x="10784014" y="127000"/>
                </a:lnTo>
                <a:lnTo>
                  <a:pt x="10780064" y="127000"/>
                </a:lnTo>
                <a:lnTo>
                  <a:pt x="10775429" y="114300"/>
                </a:lnTo>
                <a:lnTo>
                  <a:pt x="10775569" y="114300"/>
                </a:lnTo>
                <a:lnTo>
                  <a:pt x="10770514" y="101600"/>
                </a:lnTo>
                <a:lnTo>
                  <a:pt x="10786656" y="101600"/>
                </a:lnTo>
                <a:lnTo>
                  <a:pt x="10791444" y="114300"/>
                </a:lnTo>
                <a:lnTo>
                  <a:pt x="10795774" y="127000"/>
                </a:lnTo>
                <a:lnTo>
                  <a:pt x="10799648" y="139700"/>
                </a:lnTo>
                <a:close/>
              </a:path>
              <a:path w="10812780" h="1270000">
                <a:moveTo>
                  <a:pt x="15024" y="177800"/>
                </a:moveTo>
                <a:lnTo>
                  <a:pt x="2501" y="177800"/>
                </a:lnTo>
                <a:lnTo>
                  <a:pt x="4394" y="165100"/>
                </a:lnTo>
                <a:lnTo>
                  <a:pt x="6807" y="152400"/>
                </a:lnTo>
                <a:lnTo>
                  <a:pt x="9728" y="139700"/>
                </a:lnTo>
                <a:lnTo>
                  <a:pt x="25107" y="139700"/>
                </a:lnTo>
                <a:lnTo>
                  <a:pt x="21805" y="152400"/>
                </a:lnTo>
                <a:lnTo>
                  <a:pt x="19075" y="165100"/>
                </a:lnTo>
                <a:lnTo>
                  <a:pt x="16865" y="165100"/>
                </a:lnTo>
                <a:lnTo>
                  <a:pt x="15024" y="177800"/>
                </a:lnTo>
                <a:close/>
              </a:path>
              <a:path w="10812780" h="1270000">
                <a:moveTo>
                  <a:pt x="10810278" y="177800"/>
                </a:moveTo>
                <a:lnTo>
                  <a:pt x="10797755" y="177800"/>
                </a:lnTo>
                <a:lnTo>
                  <a:pt x="10795914" y="165100"/>
                </a:lnTo>
                <a:lnTo>
                  <a:pt x="10793704" y="165100"/>
                </a:lnTo>
                <a:lnTo>
                  <a:pt x="10790872" y="152400"/>
                </a:lnTo>
                <a:lnTo>
                  <a:pt x="10787672" y="139700"/>
                </a:lnTo>
                <a:lnTo>
                  <a:pt x="10803051" y="139700"/>
                </a:lnTo>
                <a:lnTo>
                  <a:pt x="10805972" y="152400"/>
                </a:lnTo>
                <a:lnTo>
                  <a:pt x="10808385" y="165100"/>
                </a:lnTo>
                <a:lnTo>
                  <a:pt x="10810278" y="177800"/>
                </a:lnTo>
                <a:close/>
              </a:path>
              <a:path w="10812780" h="1270000">
                <a:moveTo>
                  <a:pt x="13741" y="190500"/>
                </a:moveTo>
                <a:lnTo>
                  <a:pt x="1117" y="190500"/>
                </a:lnTo>
                <a:lnTo>
                  <a:pt x="1739" y="177800"/>
                </a:lnTo>
                <a:lnTo>
                  <a:pt x="14351" y="177800"/>
                </a:lnTo>
                <a:lnTo>
                  <a:pt x="13741" y="190500"/>
                </a:lnTo>
                <a:close/>
              </a:path>
              <a:path w="10812780" h="1270000">
                <a:moveTo>
                  <a:pt x="14325" y="190500"/>
                </a:moveTo>
                <a:lnTo>
                  <a:pt x="14351" y="177800"/>
                </a:lnTo>
                <a:lnTo>
                  <a:pt x="15062" y="177800"/>
                </a:lnTo>
                <a:lnTo>
                  <a:pt x="14325" y="190500"/>
                </a:lnTo>
                <a:close/>
              </a:path>
              <a:path w="10812780" h="1270000">
                <a:moveTo>
                  <a:pt x="10798454" y="190500"/>
                </a:moveTo>
                <a:lnTo>
                  <a:pt x="10797717" y="177800"/>
                </a:lnTo>
                <a:lnTo>
                  <a:pt x="10798429" y="177800"/>
                </a:lnTo>
                <a:lnTo>
                  <a:pt x="10798454" y="190500"/>
                </a:lnTo>
                <a:close/>
              </a:path>
              <a:path w="10812780" h="1270000">
                <a:moveTo>
                  <a:pt x="10811662" y="190500"/>
                </a:moveTo>
                <a:lnTo>
                  <a:pt x="10799038" y="190500"/>
                </a:lnTo>
                <a:lnTo>
                  <a:pt x="10798429" y="177800"/>
                </a:lnTo>
                <a:lnTo>
                  <a:pt x="10811040" y="177800"/>
                </a:lnTo>
                <a:lnTo>
                  <a:pt x="10811662" y="190500"/>
                </a:lnTo>
                <a:close/>
              </a:path>
              <a:path w="10812780" h="1270000">
                <a:moveTo>
                  <a:pt x="12966" y="203200"/>
                </a:moveTo>
                <a:lnTo>
                  <a:pt x="279" y="203200"/>
                </a:lnTo>
                <a:lnTo>
                  <a:pt x="635" y="190500"/>
                </a:lnTo>
                <a:lnTo>
                  <a:pt x="13296" y="190500"/>
                </a:lnTo>
                <a:lnTo>
                  <a:pt x="12966" y="203200"/>
                </a:lnTo>
                <a:close/>
              </a:path>
              <a:path w="10812780" h="1270000">
                <a:moveTo>
                  <a:pt x="10812500" y="203200"/>
                </a:moveTo>
                <a:lnTo>
                  <a:pt x="10799813" y="203200"/>
                </a:lnTo>
                <a:lnTo>
                  <a:pt x="10799483" y="190500"/>
                </a:lnTo>
                <a:lnTo>
                  <a:pt x="10812145" y="190500"/>
                </a:lnTo>
                <a:lnTo>
                  <a:pt x="10812500" y="203200"/>
                </a:lnTo>
                <a:close/>
              </a:path>
              <a:path w="10812780" h="1270000">
                <a:moveTo>
                  <a:pt x="12700" y="1054100"/>
                </a:moveTo>
                <a:lnTo>
                  <a:pt x="0" y="1054100"/>
                </a:lnTo>
                <a:lnTo>
                  <a:pt x="76" y="203200"/>
                </a:lnTo>
                <a:lnTo>
                  <a:pt x="12763" y="203200"/>
                </a:lnTo>
                <a:lnTo>
                  <a:pt x="12700" y="1054100"/>
                </a:lnTo>
                <a:close/>
              </a:path>
              <a:path w="10812780" h="1270000">
                <a:moveTo>
                  <a:pt x="10812780" y="1054100"/>
                </a:moveTo>
                <a:lnTo>
                  <a:pt x="10800080" y="1054100"/>
                </a:lnTo>
                <a:lnTo>
                  <a:pt x="10800016" y="203200"/>
                </a:lnTo>
                <a:lnTo>
                  <a:pt x="10812703" y="203200"/>
                </a:lnTo>
                <a:lnTo>
                  <a:pt x="10812780" y="1054100"/>
                </a:lnTo>
                <a:close/>
              </a:path>
              <a:path w="10812780" h="1270000">
                <a:moveTo>
                  <a:pt x="12966" y="1066800"/>
                </a:moveTo>
                <a:lnTo>
                  <a:pt x="279" y="1066800"/>
                </a:lnTo>
                <a:lnTo>
                  <a:pt x="76" y="1054100"/>
                </a:lnTo>
                <a:lnTo>
                  <a:pt x="12763" y="1054100"/>
                </a:lnTo>
                <a:lnTo>
                  <a:pt x="12966" y="1066800"/>
                </a:lnTo>
                <a:close/>
              </a:path>
              <a:path w="10812780" h="1270000">
                <a:moveTo>
                  <a:pt x="10812500" y="1066800"/>
                </a:moveTo>
                <a:lnTo>
                  <a:pt x="10799813" y="1066800"/>
                </a:lnTo>
                <a:lnTo>
                  <a:pt x="10800016" y="1054100"/>
                </a:lnTo>
                <a:lnTo>
                  <a:pt x="10812703" y="1054100"/>
                </a:lnTo>
                <a:lnTo>
                  <a:pt x="10812500" y="1066800"/>
                </a:lnTo>
                <a:close/>
              </a:path>
              <a:path w="10812780" h="1270000">
                <a:moveTo>
                  <a:pt x="14351" y="1079500"/>
                </a:moveTo>
                <a:lnTo>
                  <a:pt x="1739" y="1079500"/>
                </a:lnTo>
                <a:lnTo>
                  <a:pt x="1117" y="1066800"/>
                </a:lnTo>
                <a:lnTo>
                  <a:pt x="13741" y="1066800"/>
                </a:lnTo>
                <a:lnTo>
                  <a:pt x="14351" y="1079500"/>
                </a:lnTo>
                <a:close/>
              </a:path>
              <a:path w="10812780" h="1270000">
                <a:moveTo>
                  <a:pt x="10811040" y="1079500"/>
                </a:moveTo>
                <a:lnTo>
                  <a:pt x="10798429" y="1079500"/>
                </a:lnTo>
                <a:lnTo>
                  <a:pt x="10799038" y="1066800"/>
                </a:lnTo>
                <a:lnTo>
                  <a:pt x="10811662" y="1066800"/>
                </a:lnTo>
                <a:lnTo>
                  <a:pt x="10811040" y="1079500"/>
                </a:lnTo>
                <a:close/>
              </a:path>
              <a:path w="10812780" h="1270000">
                <a:moveTo>
                  <a:pt x="28765" y="1130300"/>
                </a:moveTo>
                <a:lnTo>
                  <a:pt x="13131" y="1130300"/>
                </a:lnTo>
                <a:lnTo>
                  <a:pt x="9728" y="1117600"/>
                </a:lnTo>
                <a:lnTo>
                  <a:pt x="6807" y="1104900"/>
                </a:lnTo>
                <a:lnTo>
                  <a:pt x="4394" y="1092200"/>
                </a:lnTo>
                <a:lnTo>
                  <a:pt x="2501" y="1079500"/>
                </a:lnTo>
                <a:lnTo>
                  <a:pt x="15024" y="1079500"/>
                </a:lnTo>
                <a:lnTo>
                  <a:pt x="16865" y="1092200"/>
                </a:lnTo>
                <a:lnTo>
                  <a:pt x="19151" y="1104900"/>
                </a:lnTo>
                <a:lnTo>
                  <a:pt x="21805" y="1104900"/>
                </a:lnTo>
                <a:lnTo>
                  <a:pt x="25107" y="1117600"/>
                </a:lnTo>
                <a:lnTo>
                  <a:pt x="28765" y="1130300"/>
                </a:lnTo>
                <a:close/>
              </a:path>
              <a:path w="10812780" h="1270000">
                <a:moveTo>
                  <a:pt x="10799648" y="1130300"/>
                </a:moveTo>
                <a:lnTo>
                  <a:pt x="10784014" y="1130300"/>
                </a:lnTo>
                <a:lnTo>
                  <a:pt x="10787773" y="1117600"/>
                </a:lnTo>
                <a:lnTo>
                  <a:pt x="10790974" y="1104900"/>
                </a:lnTo>
                <a:lnTo>
                  <a:pt x="10793628" y="1104900"/>
                </a:lnTo>
                <a:lnTo>
                  <a:pt x="10795977" y="1092200"/>
                </a:lnTo>
                <a:lnTo>
                  <a:pt x="10797755" y="1079500"/>
                </a:lnTo>
                <a:lnTo>
                  <a:pt x="10810278" y="1079500"/>
                </a:lnTo>
                <a:lnTo>
                  <a:pt x="10808385" y="1092200"/>
                </a:lnTo>
                <a:lnTo>
                  <a:pt x="10805972" y="1104900"/>
                </a:lnTo>
                <a:lnTo>
                  <a:pt x="10803051" y="1117600"/>
                </a:lnTo>
                <a:lnTo>
                  <a:pt x="10799648" y="1130300"/>
                </a:lnTo>
                <a:close/>
              </a:path>
              <a:path w="10812780" h="1270000">
                <a:moveTo>
                  <a:pt x="47561" y="1168400"/>
                </a:moveTo>
                <a:lnTo>
                  <a:pt x="31330" y="1168400"/>
                </a:lnTo>
                <a:lnTo>
                  <a:pt x="26123" y="1155700"/>
                </a:lnTo>
                <a:lnTo>
                  <a:pt x="21335" y="1143000"/>
                </a:lnTo>
                <a:lnTo>
                  <a:pt x="17005" y="1130300"/>
                </a:lnTo>
                <a:lnTo>
                  <a:pt x="28638" y="1130300"/>
                </a:lnTo>
                <a:lnTo>
                  <a:pt x="32842" y="1143000"/>
                </a:lnTo>
                <a:lnTo>
                  <a:pt x="37198" y="1143000"/>
                </a:lnTo>
                <a:lnTo>
                  <a:pt x="42265" y="1155700"/>
                </a:lnTo>
                <a:lnTo>
                  <a:pt x="42100" y="1155700"/>
                </a:lnTo>
                <a:lnTo>
                  <a:pt x="47561" y="1168400"/>
                </a:lnTo>
                <a:close/>
              </a:path>
              <a:path w="10812780" h="1270000">
                <a:moveTo>
                  <a:pt x="10781449" y="1168400"/>
                </a:moveTo>
                <a:lnTo>
                  <a:pt x="10765218" y="1168400"/>
                </a:lnTo>
                <a:lnTo>
                  <a:pt x="10770679" y="1155700"/>
                </a:lnTo>
                <a:lnTo>
                  <a:pt x="10770514" y="1155700"/>
                </a:lnTo>
                <a:lnTo>
                  <a:pt x="10775569" y="1143000"/>
                </a:lnTo>
                <a:lnTo>
                  <a:pt x="10779937" y="1143000"/>
                </a:lnTo>
                <a:lnTo>
                  <a:pt x="10784141" y="1130300"/>
                </a:lnTo>
                <a:lnTo>
                  <a:pt x="10795774" y="1130300"/>
                </a:lnTo>
                <a:lnTo>
                  <a:pt x="10791444" y="1143000"/>
                </a:lnTo>
                <a:lnTo>
                  <a:pt x="10786656" y="1155700"/>
                </a:lnTo>
                <a:lnTo>
                  <a:pt x="10781449" y="1168400"/>
                </a:lnTo>
                <a:close/>
              </a:path>
              <a:path w="10812780" h="1270000">
                <a:moveTo>
                  <a:pt x="72466" y="1193800"/>
                </a:moveTo>
                <a:lnTo>
                  <a:pt x="49415" y="1193800"/>
                </a:lnTo>
                <a:lnTo>
                  <a:pt x="42989" y="1181100"/>
                </a:lnTo>
                <a:lnTo>
                  <a:pt x="36957" y="1168400"/>
                </a:lnTo>
                <a:lnTo>
                  <a:pt x="53073" y="1168400"/>
                </a:lnTo>
                <a:lnTo>
                  <a:pt x="59309" y="1181100"/>
                </a:lnTo>
                <a:lnTo>
                  <a:pt x="65506" y="1181100"/>
                </a:lnTo>
                <a:lnTo>
                  <a:pt x="72466" y="1193800"/>
                </a:lnTo>
                <a:close/>
              </a:path>
              <a:path w="10812780" h="1270000">
                <a:moveTo>
                  <a:pt x="10763364" y="1193800"/>
                </a:moveTo>
                <a:lnTo>
                  <a:pt x="10740313" y="1193800"/>
                </a:lnTo>
                <a:lnTo>
                  <a:pt x="10747273" y="1181100"/>
                </a:lnTo>
                <a:lnTo>
                  <a:pt x="10753471" y="1181100"/>
                </a:lnTo>
                <a:lnTo>
                  <a:pt x="10759706" y="1168400"/>
                </a:lnTo>
                <a:lnTo>
                  <a:pt x="10775823" y="1168400"/>
                </a:lnTo>
                <a:lnTo>
                  <a:pt x="10769790" y="1181100"/>
                </a:lnTo>
                <a:lnTo>
                  <a:pt x="10763364" y="1193800"/>
                </a:lnTo>
                <a:close/>
              </a:path>
              <a:path w="10812780" h="1270000">
                <a:moveTo>
                  <a:pt x="79540" y="1206500"/>
                </a:moveTo>
                <a:lnTo>
                  <a:pt x="63373" y="1206500"/>
                </a:lnTo>
                <a:lnTo>
                  <a:pt x="56210" y="1193800"/>
                </a:lnTo>
                <a:lnTo>
                  <a:pt x="72250" y="1193800"/>
                </a:lnTo>
                <a:lnTo>
                  <a:pt x="79540" y="1206500"/>
                </a:lnTo>
                <a:close/>
              </a:path>
              <a:path w="10812780" h="1270000">
                <a:moveTo>
                  <a:pt x="10749407" y="1206500"/>
                </a:moveTo>
                <a:lnTo>
                  <a:pt x="10733239" y="1206500"/>
                </a:lnTo>
                <a:lnTo>
                  <a:pt x="10740529" y="1193800"/>
                </a:lnTo>
                <a:lnTo>
                  <a:pt x="10756569" y="1193800"/>
                </a:lnTo>
                <a:lnTo>
                  <a:pt x="10749407" y="1206500"/>
                </a:lnTo>
                <a:close/>
              </a:path>
              <a:path w="10812780" h="1270000">
                <a:moveTo>
                  <a:pt x="94640" y="1219200"/>
                </a:moveTo>
                <a:lnTo>
                  <a:pt x="78740" y="1219200"/>
                </a:lnTo>
                <a:lnTo>
                  <a:pt x="70891" y="1206500"/>
                </a:lnTo>
                <a:lnTo>
                  <a:pt x="86702" y="1206500"/>
                </a:lnTo>
                <a:lnTo>
                  <a:pt x="94640" y="1219200"/>
                </a:lnTo>
                <a:close/>
              </a:path>
              <a:path w="10812780" h="1270000">
                <a:moveTo>
                  <a:pt x="10734040" y="1219200"/>
                </a:moveTo>
                <a:lnTo>
                  <a:pt x="10718139" y="1219200"/>
                </a:lnTo>
                <a:lnTo>
                  <a:pt x="10726077" y="1206500"/>
                </a:lnTo>
                <a:lnTo>
                  <a:pt x="10741888" y="1206500"/>
                </a:lnTo>
                <a:lnTo>
                  <a:pt x="10734040" y="1219200"/>
                </a:lnTo>
                <a:close/>
              </a:path>
              <a:path w="10812780" h="1270000">
                <a:moveTo>
                  <a:pt x="119430" y="1231900"/>
                </a:moveTo>
                <a:lnTo>
                  <a:pt x="95389" y="1231900"/>
                </a:lnTo>
                <a:lnTo>
                  <a:pt x="86906" y="1219200"/>
                </a:lnTo>
                <a:lnTo>
                  <a:pt x="110642" y="1219200"/>
                </a:lnTo>
                <a:lnTo>
                  <a:pt x="119430" y="1231900"/>
                </a:lnTo>
                <a:close/>
              </a:path>
              <a:path w="10812780" h="1270000">
                <a:moveTo>
                  <a:pt x="10717390" y="1231900"/>
                </a:moveTo>
                <a:lnTo>
                  <a:pt x="10693349" y="1231900"/>
                </a:lnTo>
                <a:lnTo>
                  <a:pt x="10702137" y="1219200"/>
                </a:lnTo>
                <a:lnTo>
                  <a:pt x="10725873" y="1219200"/>
                </a:lnTo>
                <a:lnTo>
                  <a:pt x="10717390" y="1231900"/>
                </a:lnTo>
                <a:close/>
              </a:path>
              <a:path w="10812780" h="1270000">
                <a:moveTo>
                  <a:pt x="146494" y="1244600"/>
                </a:moveTo>
                <a:lnTo>
                  <a:pt x="113233" y="1244600"/>
                </a:lnTo>
                <a:lnTo>
                  <a:pt x="104178" y="1231900"/>
                </a:lnTo>
                <a:lnTo>
                  <a:pt x="136956" y="1231900"/>
                </a:lnTo>
                <a:lnTo>
                  <a:pt x="146494" y="1244600"/>
                </a:lnTo>
                <a:close/>
              </a:path>
              <a:path w="10812780" h="1270000">
                <a:moveTo>
                  <a:pt x="10699546" y="1244600"/>
                </a:moveTo>
                <a:lnTo>
                  <a:pt x="10666285" y="1244600"/>
                </a:lnTo>
                <a:lnTo>
                  <a:pt x="10675823" y="1231900"/>
                </a:lnTo>
                <a:lnTo>
                  <a:pt x="10708601" y="1231900"/>
                </a:lnTo>
                <a:lnTo>
                  <a:pt x="10699546" y="1244600"/>
                </a:lnTo>
                <a:close/>
              </a:path>
              <a:path w="10812780" h="1270000">
                <a:moveTo>
                  <a:pt x="185508" y="1257300"/>
                </a:moveTo>
                <a:lnTo>
                  <a:pt x="141986" y="1257300"/>
                </a:lnTo>
                <a:lnTo>
                  <a:pt x="132156" y="1244600"/>
                </a:lnTo>
                <a:lnTo>
                  <a:pt x="175171" y="1244600"/>
                </a:lnTo>
                <a:lnTo>
                  <a:pt x="185508" y="1257300"/>
                </a:lnTo>
                <a:close/>
              </a:path>
              <a:path w="10812780" h="1270000">
                <a:moveTo>
                  <a:pt x="10670794" y="1257300"/>
                </a:moveTo>
                <a:lnTo>
                  <a:pt x="10627271" y="1257300"/>
                </a:lnTo>
                <a:lnTo>
                  <a:pt x="10637608" y="1244600"/>
                </a:lnTo>
                <a:lnTo>
                  <a:pt x="10680623" y="1244600"/>
                </a:lnTo>
                <a:lnTo>
                  <a:pt x="10670794" y="1257300"/>
                </a:lnTo>
                <a:close/>
              </a:path>
              <a:path w="10812780" h="1270000">
                <a:moveTo>
                  <a:pt x="10629379" y="1270000"/>
                </a:moveTo>
                <a:lnTo>
                  <a:pt x="183400" y="1270000"/>
                </a:lnTo>
                <a:lnTo>
                  <a:pt x="172783" y="1257300"/>
                </a:lnTo>
                <a:lnTo>
                  <a:pt x="10639996" y="1257300"/>
                </a:lnTo>
                <a:lnTo>
                  <a:pt x="10629379" y="1270000"/>
                </a:lnTo>
                <a:close/>
              </a:path>
            </a:pathLst>
          </a:custGeom>
          <a:solidFill>
            <a:srgbClr val="293E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066164" y="3749281"/>
            <a:ext cx="993203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2000">
                <a:latin typeface="宋体"/>
                <a:cs typeface="宋体"/>
              </a:rPr>
              <a:t>考虑使用匿名函数的情况：程序仅使用一次、函数逻辑简单、不需要定义函数名，使用</a:t>
            </a:r>
            <a:r>
              <a:rPr dirty="0" sz="2000">
                <a:latin typeface="宋体"/>
                <a:cs typeface="宋体"/>
              </a:rPr>
              <a:t>匿 </a:t>
            </a:r>
            <a:r>
              <a:rPr dirty="0" sz="2000">
                <a:latin typeface="宋体"/>
                <a:cs typeface="宋体"/>
              </a:rPr>
              <a:t>名函数可节省内存中变量定义空间，让程序更加精简</a:t>
            </a:r>
            <a:r>
              <a:rPr dirty="0" sz="2000" spc="5"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05612" y="5414771"/>
            <a:ext cx="10800715" cy="942340"/>
          </a:xfrm>
          <a:custGeom>
            <a:avLst/>
            <a:gdLst/>
            <a:ahLst/>
            <a:cxnLst/>
            <a:rect l="l" t="t" r="r" b="b"/>
            <a:pathLst>
              <a:path w="10800715" h="942339">
                <a:moveTo>
                  <a:pt x="10643616" y="941831"/>
                </a:moveTo>
                <a:lnTo>
                  <a:pt x="156972" y="941831"/>
                </a:lnTo>
                <a:lnTo>
                  <a:pt x="107311" y="933703"/>
                </a:lnTo>
                <a:lnTo>
                  <a:pt x="64192" y="911350"/>
                </a:lnTo>
                <a:lnTo>
                  <a:pt x="30206" y="877364"/>
                </a:lnTo>
                <a:lnTo>
                  <a:pt x="7945" y="834337"/>
                </a:lnTo>
                <a:lnTo>
                  <a:pt x="0" y="784860"/>
                </a:lnTo>
                <a:lnTo>
                  <a:pt x="0" y="156972"/>
                </a:lnTo>
                <a:lnTo>
                  <a:pt x="7945" y="107006"/>
                </a:lnTo>
                <a:lnTo>
                  <a:pt x="30206" y="63735"/>
                </a:lnTo>
                <a:lnTo>
                  <a:pt x="64192" y="29749"/>
                </a:lnTo>
                <a:lnTo>
                  <a:pt x="107311" y="7640"/>
                </a:lnTo>
                <a:lnTo>
                  <a:pt x="156972" y="0"/>
                </a:lnTo>
                <a:lnTo>
                  <a:pt x="10643616" y="0"/>
                </a:lnTo>
                <a:lnTo>
                  <a:pt x="10692910" y="7640"/>
                </a:lnTo>
                <a:lnTo>
                  <a:pt x="10735846" y="29749"/>
                </a:lnTo>
                <a:lnTo>
                  <a:pt x="10769832" y="63735"/>
                </a:lnTo>
                <a:lnTo>
                  <a:pt x="10792276" y="107006"/>
                </a:lnTo>
                <a:lnTo>
                  <a:pt x="10800588" y="156972"/>
                </a:lnTo>
                <a:lnTo>
                  <a:pt x="10800588" y="784860"/>
                </a:lnTo>
                <a:lnTo>
                  <a:pt x="10792276" y="834337"/>
                </a:lnTo>
                <a:lnTo>
                  <a:pt x="10769832" y="877364"/>
                </a:lnTo>
                <a:lnTo>
                  <a:pt x="10735846" y="911350"/>
                </a:lnTo>
                <a:lnTo>
                  <a:pt x="10692910" y="933703"/>
                </a:lnTo>
                <a:lnTo>
                  <a:pt x="10643616" y="9418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77595" y="5352288"/>
            <a:ext cx="731520" cy="379730"/>
          </a:xfrm>
          <a:custGeom>
            <a:avLst/>
            <a:gdLst/>
            <a:ahLst/>
            <a:cxnLst/>
            <a:rect l="l" t="t" r="r" b="b"/>
            <a:pathLst>
              <a:path w="731519" h="379729">
                <a:moveTo>
                  <a:pt x="669036" y="379475"/>
                </a:moveTo>
                <a:lnTo>
                  <a:pt x="64008" y="379475"/>
                </a:lnTo>
                <a:lnTo>
                  <a:pt x="39078" y="374355"/>
                </a:lnTo>
                <a:lnTo>
                  <a:pt x="18797" y="360678"/>
                </a:lnTo>
                <a:lnTo>
                  <a:pt x="5120" y="340397"/>
                </a:lnTo>
                <a:lnTo>
                  <a:pt x="0" y="315467"/>
                </a:lnTo>
                <a:lnTo>
                  <a:pt x="0" y="64008"/>
                </a:lnTo>
                <a:lnTo>
                  <a:pt x="5120" y="39006"/>
                </a:lnTo>
                <a:lnTo>
                  <a:pt x="18797" y="18702"/>
                </a:lnTo>
                <a:lnTo>
                  <a:pt x="39078" y="5048"/>
                </a:lnTo>
                <a:lnTo>
                  <a:pt x="64008" y="0"/>
                </a:lnTo>
                <a:lnTo>
                  <a:pt x="669036" y="0"/>
                </a:lnTo>
                <a:lnTo>
                  <a:pt x="693370" y="5048"/>
                </a:lnTo>
                <a:lnTo>
                  <a:pt x="713293" y="18702"/>
                </a:lnTo>
                <a:lnTo>
                  <a:pt x="726709" y="39006"/>
                </a:lnTo>
                <a:lnTo>
                  <a:pt x="731520" y="64008"/>
                </a:lnTo>
                <a:lnTo>
                  <a:pt x="731520" y="315467"/>
                </a:lnTo>
                <a:lnTo>
                  <a:pt x="726709" y="340397"/>
                </a:lnTo>
                <a:lnTo>
                  <a:pt x="713293" y="360678"/>
                </a:lnTo>
                <a:lnTo>
                  <a:pt x="693370" y="374355"/>
                </a:lnTo>
                <a:lnTo>
                  <a:pt x="669036" y="379475"/>
                </a:lnTo>
                <a:close/>
              </a:path>
            </a:pathLst>
          </a:custGeom>
          <a:solidFill>
            <a:srgbClr val="2E5B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701763" y="5279583"/>
            <a:ext cx="7555230" cy="732155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dirty="0" sz="1800">
                <a:solidFill>
                  <a:srgbClr val="FFFFFF"/>
                </a:solidFill>
                <a:latin typeface="宋体"/>
                <a:cs typeface="宋体"/>
              </a:rPr>
              <a:t>提示</a:t>
            </a:r>
            <a:endParaRPr sz="1800">
              <a:latin typeface="宋体"/>
              <a:cs typeface="宋体"/>
            </a:endParaRPr>
          </a:p>
          <a:p>
            <a:pPr marL="328930">
              <a:lnSpc>
                <a:spcPct val="100000"/>
              </a:lnSpc>
              <a:spcBef>
                <a:spcPts val="690"/>
              </a:spcBef>
            </a:pPr>
            <a:r>
              <a:rPr dirty="0" sz="1600">
                <a:latin typeface="宋体"/>
                <a:cs typeface="宋体"/>
              </a:rPr>
              <a:t>匿名函数一般用于高阶函数</a:t>
            </a:r>
            <a:r>
              <a:rPr dirty="0" sz="1600" spc="-5">
                <a:latin typeface="宋体"/>
                <a:cs typeface="宋体"/>
              </a:rPr>
              <a:t>(map</a:t>
            </a:r>
            <a:r>
              <a:rPr dirty="0" sz="1600">
                <a:latin typeface="宋体"/>
                <a:cs typeface="宋体"/>
              </a:rPr>
              <a:t>、</a:t>
            </a:r>
            <a:r>
              <a:rPr dirty="0" sz="1600" spc="-5">
                <a:latin typeface="宋体"/>
                <a:cs typeface="宋体"/>
              </a:rPr>
              <a:t>filter</a:t>
            </a:r>
            <a:r>
              <a:rPr dirty="0" sz="1600">
                <a:latin typeface="宋体"/>
                <a:cs typeface="宋体"/>
              </a:rPr>
              <a:t>、</a:t>
            </a:r>
            <a:r>
              <a:rPr dirty="0" sz="1600" spc="-5">
                <a:latin typeface="宋体"/>
                <a:cs typeface="宋体"/>
              </a:rPr>
              <a:t>reduce)，</a:t>
            </a:r>
            <a:r>
              <a:rPr dirty="0" sz="1600">
                <a:latin typeface="宋体"/>
                <a:cs typeface="宋体"/>
              </a:rPr>
              <a:t>作为高阶函数的参数使用</a:t>
            </a:r>
            <a:r>
              <a:rPr dirty="0" sz="1600" spc="-5">
                <a:latin typeface="宋体"/>
                <a:cs typeface="宋体"/>
              </a:rPr>
              <a:t>。</a:t>
            </a:r>
            <a:endParaRPr sz="1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6492"/>
            <a:ext cx="203200" cy="609600"/>
          </a:xfrm>
          <a:custGeom>
            <a:avLst/>
            <a:gdLst/>
            <a:ahLst/>
            <a:cxnLst/>
            <a:rect l="l" t="t" r="r" b="b"/>
            <a:pathLst>
              <a:path w="203200" h="609600">
                <a:moveTo>
                  <a:pt x="0" y="0"/>
                </a:moveTo>
                <a:lnTo>
                  <a:pt x="202692" y="0"/>
                </a:lnTo>
                <a:lnTo>
                  <a:pt x="202692" y="609599"/>
                </a:lnTo>
                <a:lnTo>
                  <a:pt x="0" y="609599"/>
                </a:lnTo>
                <a:lnTo>
                  <a:pt x="0" y="0"/>
                </a:lnTo>
                <a:close/>
              </a:path>
            </a:pathLst>
          </a:custGeom>
          <a:solidFill>
            <a:srgbClr val="20565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1940" y="217411"/>
            <a:ext cx="124841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2E5B50"/>
                </a:solidFill>
                <a:latin typeface="宋体"/>
                <a:cs typeface="宋体"/>
              </a:rPr>
              <a:t>课堂小</a:t>
            </a:r>
            <a:r>
              <a:rPr dirty="0" sz="2400" spc="-10" b="1">
                <a:solidFill>
                  <a:srgbClr val="2E5B50"/>
                </a:solidFill>
                <a:latin typeface="宋体"/>
                <a:cs typeface="宋体"/>
              </a:rPr>
              <a:t>结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6468" y="1918716"/>
            <a:ext cx="10799445" cy="3251200"/>
          </a:xfrm>
          <a:custGeom>
            <a:avLst/>
            <a:gdLst/>
            <a:ahLst/>
            <a:cxnLst/>
            <a:rect l="l" t="t" r="r" b="b"/>
            <a:pathLst>
              <a:path w="10799445" h="3251200">
                <a:moveTo>
                  <a:pt x="10258043" y="3250691"/>
                </a:moveTo>
                <a:lnTo>
                  <a:pt x="541019" y="3250691"/>
                </a:lnTo>
                <a:lnTo>
                  <a:pt x="494311" y="3248678"/>
                </a:lnTo>
                <a:lnTo>
                  <a:pt x="448704" y="3242798"/>
                </a:lnTo>
                <a:lnTo>
                  <a:pt x="404360" y="3233212"/>
                </a:lnTo>
                <a:lnTo>
                  <a:pt x="361443" y="3220084"/>
                </a:lnTo>
                <a:lnTo>
                  <a:pt x="320117" y="3203575"/>
                </a:lnTo>
                <a:lnTo>
                  <a:pt x="280545" y="3183846"/>
                </a:lnTo>
                <a:lnTo>
                  <a:pt x="242889" y="3161061"/>
                </a:lnTo>
                <a:lnTo>
                  <a:pt x="207314" y="3135380"/>
                </a:lnTo>
                <a:lnTo>
                  <a:pt x="173983" y="3106967"/>
                </a:lnTo>
                <a:lnTo>
                  <a:pt x="143059" y="3075982"/>
                </a:lnTo>
                <a:lnTo>
                  <a:pt x="114705" y="3042589"/>
                </a:lnTo>
                <a:lnTo>
                  <a:pt x="89084" y="3006948"/>
                </a:lnTo>
                <a:lnTo>
                  <a:pt x="66360" y="2969222"/>
                </a:lnTo>
                <a:lnTo>
                  <a:pt x="46697" y="2929572"/>
                </a:lnTo>
                <a:lnTo>
                  <a:pt x="30257" y="2888162"/>
                </a:lnTo>
                <a:lnTo>
                  <a:pt x="17204" y="2845152"/>
                </a:lnTo>
                <a:lnTo>
                  <a:pt x="7701" y="2800705"/>
                </a:lnTo>
                <a:lnTo>
                  <a:pt x="1912" y="2754983"/>
                </a:lnTo>
                <a:lnTo>
                  <a:pt x="0" y="2708147"/>
                </a:lnTo>
                <a:lnTo>
                  <a:pt x="0" y="541019"/>
                </a:lnTo>
                <a:lnTo>
                  <a:pt x="1912" y="494365"/>
                </a:lnTo>
                <a:lnTo>
                  <a:pt x="7701" y="448804"/>
                </a:lnTo>
                <a:lnTo>
                  <a:pt x="17204" y="404502"/>
                </a:lnTo>
                <a:lnTo>
                  <a:pt x="30257" y="361621"/>
                </a:lnTo>
                <a:lnTo>
                  <a:pt x="46697" y="320324"/>
                </a:lnTo>
                <a:lnTo>
                  <a:pt x="66360" y="280775"/>
                </a:lnTo>
                <a:lnTo>
                  <a:pt x="89084" y="243138"/>
                </a:lnTo>
                <a:lnTo>
                  <a:pt x="114705" y="207574"/>
                </a:lnTo>
                <a:lnTo>
                  <a:pt x="143059" y="174249"/>
                </a:lnTo>
                <a:lnTo>
                  <a:pt x="173983" y="143325"/>
                </a:lnTo>
                <a:lnTo>
                  <a:pt x="207314" y="114965"/>
                </a:lnTo>
                <a:lnTo>
                  <a:pt x="242889" y="89332"/>
                </a:lnTo>
                <a:lnTo>
                  <a:pt x="280545" y="66591"/>
                </a:lnTo>
                <a:lnTo>
                  <a:pt x="320117" y="46904"/>
                </a:lnTo>
                <a:lnTo>
                  <a:pt x="361443" y="30435"/>
                </a:lnTo>
                <a:lnTo>
                  <a:pt x="404360" y="17346"/>
                </a:lnTo>
                <a:lnTo>
                  <a:pt x="448704" y="7802"/>
                </a:lnTo>
                <a:lnTo>
                  <a:pt x="494311" y="1965"/>
                </a:lnTo>
                <a:lnTo>
                  <a:pt x="541019" y="0"/>
                </a:lnTo>
                <a:lnTo>
                  <a:pt x="10258043" y="0"/>
                </a:lnTo>
                <a:lnTo>
                  <a:pt x="10304752" y="1965"/>
                </a:lnTo>
                <a:lnTo>
                  <a:pt x="10350359" y="7802"/>
                </a:lnTo>
                <a:lnTo>
                  <a:pt x="10394703" y="17346"/>
                </a:lnTo>
                <a:lnTo>
                  <a:pt x="10437620" y="30435"/>
                </a:lnTo>
                <a:lnTo>
                  <a:pt x="10478946" y="46904"/>
                </a:lnTo>
                <a:lnTo>
                  <a:pt x="10518518" y="66591"/>
                </a:lnTo>
                <a:lnTo>
                  <a:pt x="10556174" y="89332"/>
                </a:lnTo>
                <a:lnTo>
                  <a:pt x="10591749" y="114965"/>
                </a:lnTo>
                <a:lnTo>
                  <a:pt x="10625080" y="143325"/>
                </a:lnTo>
                <a:lnTo>
                  <a:pt x="10656004" y="174249"/>
                </a:lnTo>
                <a:lnTo>
                  <a:pt x="10684358" y="207574"/>
                </a:lnTo>
                <a:lnTo>
                  <a:pt x="10709979" y="243138"/>
                </a:lnTo>
                <a:lnTo>
                  <a:pt x="10732703" y="280775"/>
                </a:lnTo>
                <a:lnTo>
                  <a:pt x="10752366" y="320324"/>
                </a:lnTo>
                <a:lnTo>
                  <a:pt x="10768806" y="361621"/>
                </a:lnTo>
                <a:lnTo>
                  <a:pt x="10781859" y="404502"/>
                </a:lnTo>
                <a:lnTo>
                  <a:pt x="10791362" y="448804"/>
                </a:lnTo>
                <a:lnTo>
                  <a:pt x="10797151" y="494365"/>
                </a:lnTo>
                <a:lnTo>
                  <a:pt x="10799064" y="541019"/>
                </a:lnTo>
                <a:lnTo>
                  <a:pt x="10799064" y="2708147"/>
                </a:lnTo>
                <a:lnTo>
                  <a:pt x="10797151" y="2754983"/>
                </a:lnTo>
                <a:lnTo>
                  <a:pt x="10791362" y="2800705"/>
                </a:lnTo>
                <a:lnTo>
                  <a:pt x="10781859" y="2845152"/>
                </a:lnTo>
                <a:lnTo>
                  <a:pt x="10768806" y="2888162"/>
                </a:lnTo>
                <a:lnTo>
                  <a:pt x="10752366" y="2929572"/>
                </a:lnTo>
                <a:lnTo>
                  <a:pt x="10732703" y="2969222"/>
                </a:lnTo>
                <a:lnTo>
                  <a:pt x="10709979" y="3006948"/>
                </a:lnTo>
                <a:lnTo>
                  <a:pt x="10684358" y="3042589"/>
                </a:lnTo>
                <a:lnTo>
                  <a:pt x="10656004" y="3075982"/>
                </a:lnTo>
                <a:lnTo>
                  <a:pt x="10625080" y="3106967"/>
                </a:lnTo>
                <a:lnTo>
                  <a:pt x="10591749" y="3135380"/>
                </a:lnTo>
                <a:lnTo>
                  <a:pt x="10556174" y="3161061"/>
                </a:lnTo>
                <a:lnTo>
                  <a:pt x="10518518" y="3183846"/>
                </a:lnTo>
                <a:lnTo>
                  <a:pt x="10478946" y="3203575"/>
                </a:lnTo>
                <a:lnTo>
                  <a:pt x="10437620" y="3220084"/>
                </a:lnTo>
                <a:lnTo>
                  <a:pt x="10394703" y="3233212"/>
                </a:lnTo>
                <a:lnTo>
                  <a:pt x="10350359" y="3242798"/>
                </a:lnTo>
                <a:lnTo>
                  <a:pt x="10304752" y="3248678"/>
                </a:lnTo>
                <a:lnTo>
                  <a:pt x="10258043" y="32506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89609" y="1912213"/>
            <a:ext cx="10812780" cy="3251200"/>
          </a:xfrm>
          <a:custGeom>
            <a:avLst/>
            <a:gdLst/>
            <a:ahLst/>
            <a:cxnLst/>
            <a:rect l="l" t="t" r="r" b="b"/>
            <a:pathLst>
              <a:path w="10812780" h="3251200">
                <a:moveTo>
                  <a:pt x="10388422" y="12700"/>
                </a:moveTo>
                <a:lnTo>
                  <a:pt x="424357" y="12700"/>
                </a:lnTo>
                <a:lnTo>
                  <a:pt x="437680" y="0"/>
                </a:lnTo>
                <a:lnTo>
                  <a:pt x="10375099" y="0"/>
                </a:lnTo>
                <a:lnTo>
                  <a:pt x="10388422" y="12700"/>
                </a:lnTo>
                <a:close/>
              </a:path>
              <a:path w="10812780" h="3251200">
                <a:moveTo>
                  <a:pt x="427139" y="25400"/>
                </a:moveTo>
                <a:lnTo>
                  <a:pt x="372338" y="25400"/>
                </a:lnTo>
                <a:lnTo>
                  <a:pt x="385140" y="12700"/>
                </a:lnTo>
                <a:lnTo>
                  <a:pt x="440296" y="12700"/>
                </a:lnTo>
                <a:lnTo>
                  <a:pt x="427139" y="25400"/>
                </a:lnTo>
                <a:close/>
              </a:path>
              <a:path w="10812780" h="3251200">
                <a:moveTo>
                  <a:pt x="10440441" y="25400"/>
                </a:moveTo>
                <a:lnTo>
                  <a:pt x="10385640" y="25400"/>
                </a:lnTo>
                <a:lnTo>
                  <a:pt x="10372471" y="12700"/>
                </a:lnTo>
                <a:lnTo>
                  <a:pt x="10427639" y="12700"/>
                </a:lnTo>
                <a:lnTo>
                  <a:pt x="10440441" y="25400"/>
                </a:lnTo>
                <a:close/>
              </a:path>
              <a:path w="10812780" h="3251200">
                <a:moveTo>
                  <a:pt x="376339" y="38100"/>
                </a:moveTo>
                <a:lnTo>
                  <a:pt x="334772" y="38100"/>
                </a:lnTo>
                <a:lnTo>
                  <a:pt x="347154" y="25400"/>
                </a:lnTo>
                <a:lnTo>
                  <a:pt x="388988" y="25400"/>
                </a:lnTo>
                <a:lnTo>
                  <a:pt x="376339" y="38100"/>
                </a:lnTo>
                <a:close/>
              </a:path>
              <a:path w="10812780" h="3251200">
                <a:moveTo>
                  <a:pt x="10477995" y="38100"/>
                </a:moveTo>
                <a:lnTo>
                  <a:pt x="10436440" y="38100"/>
                </a:lnTo>
                <a:lnTo>
                  <a:pt x="10423791" y="25400"/>
                </a:lnTo>
                <a:lnTo>
                  <a:pt x="10465625" y="25400"/>
                </a:lnTo>
                <a:lnTo>
                  <a:pt x="10477995" y="38100"/>
                </a:lnTo>
                <a:close/>
              </a:path>
              <a:path w="10812780" h="3251200">
                <a:moveTo>
                  <a:pt x="339648" y="50800"/>
                </a:moveTo>
                <a:lnTo>
                  <a:pt x="310489" y="50800"/>
                </a:lnTo>
                <a:lnTo>
                  <a:pt x="322554" y="38100"/>
                </a:lnTo>
                <a:lnTo>
                  <a:pt x="351878" y="38100"/>
                </a:lnTo>
                <a:lnTo>
                  <a:pt x="339648" y="50800"/>
                </a:lnTo>
                <a:close/>
              </a:path>
              <a:path w="10812780" h="3251200">
                <a:moveTo>
                  <a:pt x="10502277" y="50800"/>
                </a:moveTo>
                <a:lnTo>
                  <a:pt x="10473131" y="50800"/>
                </a:lnTo>
                <a:lnTo>
                  <a:pt x="10460901" y="38100"/>
                </a:lnTo>
                <a:lnTo>
                  <a:pt x="10490225" y="38100"/>
                </a:lnTo>
                <a:lnTo>
                  <a:pt x="10502277" y="50800"/>
                </a:lnTo>
                <a:close/>
              </a:path>
              <a:path w="10812780" h="3251200">
                <a:moveTo>
                  <a:pt x="315937" y="63500"/>
                </a:moveTo>
                <a:lnTo>
                  <a:pt x="286854" y="63500"/>
                </a:lnTo>
                <a:lnTo>
                  <a:pt x="298589" y="50800"/>
                </a:lnTo>
                <a:lnTo>
                  <a:pt x="327863" y="50800"/>
                </a:lnTo>
                <a:lnTo>
                  <a:pt x="315937" y="63500"/>
                </a:lnTo>
                <a:close/>
              </a:path>
              <a:path w="10812780" h="3251200">
                <a:moveTo>
                  <a:pt x="10525925" y="63500"/>
                </a:moveTo>
                <a:lnTo>
                  <a:pt x="10496842" y="63500"/>
                </a:lnTo>
                <a:lnTo>
                  <a:pt x="10484916" y="50800"/>
                </a:lnTo>
                <a:lnTo>
                  <a:pt x="10514190" y="50800"/>
                </a:lnTo>
                <a:lnTo>
                  <a:pt x="10525925" y="63500"/>
                </a:lnTo>
                <a:close/>
              </a:path>
              <a:path w="10812780" h="3251200">
                <a:moveTo>
                  <a:pt x="292849" y="76200"/>
                </a:moveTo>
                <a:lnTo>
                  <a:pt x="263906" y="76200"/>
                </a:lnTo>
                <a:lnTo>
                  <a:pt x="275297" y="63500"/>
                </a:lnTo>
                <a:lnTo>
                  <a:pt x="304457" y="63500"/>
                </a:lnTo>
                <a:lnTo>
                  <a:pt x="292849" y="76200"/>
                </a:lnTo>
                <a:close/>
              </a:path>
              <a:path w="10812780" h="3251200">
                <a:moveTo>
                  <a:pt x="10548874" y="76200"/>
                </a:moveTo>
                <a:lnTo>
                  <a:pt x="10519930" y="76200"/>
                </a:lnTo>
                <a:lnTo>
                  <a:pt x="10508322" y="63500"/>
                </a:lnTo>
                <a:lnTo>
                  <a:pt x="10537482" y="63500"/>
                </a:lnTo>
                <a:lnTo>
                  <a:pt x="10548874" y="76200"/>
                </a:lnTo>
                <a:close/>
              </a:path>
              <a:path w="10812780" h="3251200">
                <a:moveTo>
                  <a:pt x="270433" y="88900"/>
                </a:moveTo>
                <a:lnTo>
                  <a:pt x="241668" y="88900"/>
                </a:lnTo>
                <a:lnTo>
                  <a:pt x="252691" y="76200"/>
                </a:lnTo>
                <a:lnTo>
                  <a:pt x="281698" y="76200"/>
                </a:lnTo>
                <a:lnTo>
                  <a:pt x="270433" y="88900"/>
                </a:lnTo>
                <a:close/>
              </a:path>
              <a:path w="10812780" h="3251200">
                <a:moveTo>
                  <a:pt x="10571111" y="88900"/>
                </a:moveTo>
                <a:lnTo>
                  <a:pt x="10542346" y="88900"/>
                </a:lnTo>
                <a:lnTo>
                  <a:pt x="10531081" y="76200"/>
                </a:lnTo>
                <a:lnTo>
                  <a:pt x="10560088" y="76200"/>
                </a:lnTo>
                <a:lnTo>
                  <a:pt x="10571111" y="88900"/>
                </a:lnTo>
                <a:close/>
              </a:path>
              <a:path w="10812780" h="3251200">
                <a:moveTo>
                  <a:pt x="227723" y="114300"/>
                </a:moveTo>
                <a:lnTo>
                  <a:pt x="209727" y="114300"/>
                </a:lnTo>
                <a:lnTo>
                  <a:pt x="220179" y="101600"/>
                </a:lnTo>
                <a:lnTo>
                  <a:pt x="230822" y="88900"/>
                </a:lnTo>
                <a:lnTo>
                  <a:pt x="259613" y="88900"/>
                </a:lnTo>
                <a:lnTo>
                  <a:pt x="248716" y="101600"/>
                </a:lnTo>
                <a:lnTo>
                  <a:pt x="238252" y="101600"/>
                </a:lnTo>
                <a:lnTo>
                  <a:pt x="227723" y="114300"/>
                </a:lnTo>
                <a:close/>
              </a:path>
              <a:path w="10812780" h="3251200">
                <a:moveTo>
                  <a:pt x="10603052" y="114300"/>
                </a:moveTo>
                <a:lnTo>
                  <a:pt x="10585056" y="114300"/>
                </a:lnTo>
                <a:lnTo>
                  <a:pt x="10574528" y="101600"/>
                </a:lnTo>
                <a:lnTo>
                  <a:pt x="10564063" y="101600"/>
                </a:lnTo>
                <a:lnTo>
                  <a:pt x="10553166" y="88900"/>
                </a:lnTo>
                <a:lnTo>
                  <a:pt x="10581957" y="88900"/>
                </a:lnTo>
                <a:lnTo>
                  <a:pt x="10592600" y="101600"/>
                </a:lnTo>
                <a:lnTo>
                  <a:pt x="10603052" y="114300"/>
                </a:lnTo>
                <a:close/>
              </a:path>
              <a:path w="10812780" h="3251200">
                <a:moveTo>
                  <a:pt x="197675" y="139700"/>
                </a:moveTo>
                <a:lnTo>
                  <a:pt x="179578" y="139700"/>
                </a:lnTo>
                <a:lnTo>
                  <a:pt x="189420" y="127000"/>
                </a:lnTo>
                <a:lnTo>
                  <a:pt x="199466" y="114300"/>
                </a:lnTo>
                <a:lnTo>
                  <a:pt x="217627" y="114300"/>
                </a:lnTo>
                <a:lnTo>
                  <a:pt x="207492" y="127000"/>
                </a:lnTo>
                <a:lnTo>
                  <a:pt x="197675" y="139700"/>
                </a:lnTo>
                <a:close/>
              </a:path>
              <a:path w="10812780" h="3251200">
                <a:moveTo>
                  <a:pt x="10633202" y="139700"/>
                </a:moveTo>
                <a:lnTo>
                  <a:pt x="10615104" y="139700"/>
                </a:lnTo>
                <a:lnTo>
                  <a:pt x="10605173" y="127000"/>
                </a:lnTo>
                <a:lnTo>
                  <a:pt x="10595152" y="114300"/>
                </a:lnTo>
                <a:lnTo>
                  <a:pt x="10613313" y="114300"/>
                </a:lnTo>
                <a:lnTo>
                  <a:pt x="10623359" y="127000"/>
                </a:lnTo>
                <a:lnTo>
                  <a:pt x="10633202" y="139700"/>
                </a:lnTo>
                <a:close/>
              </a:path>
              <a:path w="10812780" h="3251200">
                <a:moveTo>
                  <a:pt x="160502" y="177800"/>
                </a:moveTo>
                <a:lnTo>
                  <a:pt x="142392" y="177800"/>
                </a:lnTo>
                <a:lnTo>
                  <a:pt x="151358" y="165100"/>
                </a:lnTo>
                <a:lnTo>
                  <a:pt x="160540" y="152400"/>
                </a:lnTo>
                <a:lnTo>
                  <a:pt x="169951" y="139700"/>
                </a:lnTo>
                <a:lnTo>
                  <a:pt x="188175" y="139700"/>
                </a:lnTo>
                <a:lnTo>
                  <a:pt x="178663" y="152400"/>
                </a:lnTo>
                <a:lnTo>
                  <a:pt x="169468" y="165100"/>
                </a:lnTo>
                <a:lnTo>
                  <a:pt x="160502" y="177800"/>
                </a:lnTo>
                <a:close/>
              </a:path>
              <a:path w="10812780" h="3251200">
                <a:moveTo>
                  <a:pt x="10670374" y="177800"/>
                </a:moveTo>
                <a:lnTo>
                  <a:pt x="10652277" y="177800"/>
                </a:lnTo>
                <a:lnTo>
                  <a:pt x="10643196" y="165100"/>
                </a:lnTo>
                <a:lnTo>
                  <a:pt x="10634002" y="152400"/>
                </a:lnTo>
                <a:lnTo>
                  <a:pt x="10624604" y="139700"/>
                </a:lnTo>
                <a:lnTo>
                  <a:pt x="10642828" y="139700"/>
                </a:lnTo>
                <a:lnTo>
                  <a:pt x="10652226" y="152400"/>
                </a:lnTo>
                <a:lnTo>
                  <a:pt x="10661421" y="165100"/>
                </a:lnTo>
                <a:lnTo>
                  <a:pt x="10670374" y="177800"/>
                </a:lnTo>
                <a:close/>
              </a:path>
              <a:path w="10812780" h="3251200">
                <a:moveTo>
                  <a:pt x="104101" y="241300"/>
                </a:moveTo>
                <a:lnTo>
                  <a:pt x="93611" y="241300"/>
                </a:lnTo>
                <a:lnTo>
                  <a:pt x="101130" y="228600"/>
                </a:lnTo>
                <a:lnTo>
                  <a:pt x="108902" y="215900"/>
                </a:lnTo>
                <a:lnTo>
                  <a:pt x="116916" y="203200"/>
                </a:lnTo>
                <a:lnTo>
                  <a:pt x="125171" y="190500"/>
                </a:lnTo>
                <a:lnTo>
                  <a:pt x="133667" y="177800"/>
                </a:lnTo>
                <a:lnTo>
                  <a:pt x="151841" y="177800"/>
                </a:lnTo>
                <a:lnTo>
                  <a:pt x="143217" y="190500"/>
                </a:lnTo>
                <a:lnTo>
                  <a:pt x="134912" y="203200"/>
                </a:lnTo>
                <a:lnTo>
                  <a:pt x="126847" y="215900"/>
                </a:lnTo>
                <a:lnTo>
                  <a:pt x="119113" y="215900"/>
                </a:lnTo>
                <a:lnTo>
                  <a:pt x="111442" y="228600"/>
                </a:lnTo>
                <a:lnTo>
                  <a:pt x="104101" y="241300"/>
                </a:lnTo>
                <a:close/>
              </a:path>
              <a:path w="10812780" h="3251200">
                <a:moveTo>
                  <a:pt x="10719155" y="241300"/>
                </a:moveTo>
                <a:lnTo>
                  <a:pt x="10708678" y="241300"/>
                </a:lnTo>
                <a:lnTo>
                  <a:pt x="10701248" y="228600"/>
                </a:lnTo>
                <a:lnTo>
                  <a:pt x="10693666" y="215900"/>
                </a:lnTo>
                <a:lnTo>
                  <a:pt x="10685932" y="215900"/>
                </a:lnTo>
                <a:lnTo>
                  <a:pt x="10677766" y="203200"/>
                </a:lnTo>
                <a:lnTo>
                  <a:pt x="10669460" y="190500"/>
                </a:lnTo>
                <a:lnTo>
                  <a:pt x="10660938" y="177800"/>
                </a:lnTo>
                <a:lnTo>
                  <a:pt x="10679112" y="177800"/>
                </a:lnTo>
                <a:lnTo>
                  <a:pt x="10687608" y="190500"/>
                </a:lnTo>
                <a:lnTo>
                  <a:pt x="10695863" y="203200"/>
                </a:lnTo>
                <a:lnTo>
                  <a:pt x="10703877" y="215900"/>
                </a:lnTo>
                <a:lnTo>
                  <a:pt x="10711649" y="228600"/>
                </a:lnTo>
                <a:lnTo>
                  <a:pt x="10719155" y="241300"/>
                </a:lnTo>
                <a:close/>
              </a:path>
              <a:path w="10812780" h="3251200">
                <a:moveTo>
                  <a:pt x="104178" y="3009900"/>
                </a:moveTo>
                <a:lnTo>
                  <a:pt x="86360" y="3009900"/>
                </a:lnTo>
                <a:lnTo>
                  <a:pt x="79362" y="2997200"/>
                </a:lnTo>
                <a:lnTo>
                  <a:pt x="59969" y="2959100"/>
                </a:lnTo>
                <a:lnTo>
                  <a:pt x="43078" y="2921000"/>
                </a:lnTo>
                <a:lnTo>
                  <a:pt x="28803" y="2882900"/>
                </a:lnTo>
                <a:lnTo>
                  <a:pt x="17259" y="2844800"/>
                </a:lnTo>
                <a:lnTo>
                  <a:pt x="8559" y="2806700"/>
                </a:lnTo>
                <a:lnTo>
                  <a:pt x="2832" y="2768600"/>
                </a:lnTo>
                <a:lnTo>
                  <a:pt x="177" y="2717800"/>
                </a:lnTo>
                <a:lnTo>
                  <a:pt x="0" y="2705100"/>
                </a:lnTo>
                <a:lnTo>
                  <a:pt x="0" y="546100"/>
                </a:lnTo>
                <a:lnTo>
                  <a:pt x="711" y="508000"/>
                </a:lnTo>
                <a:lnTo>
                  <a:pt x="4406" y="469900"/>
                </a:lnTo>
                <a:lnTo>
                  <a:pt x="11137" y="431800"/>
                </a:lnTo>
                <a:lnTo>
                  <a:pt x="20789" y="393700"/>
                </a:lnTo>
                <a:lnTo>
                  <a:pt x="33261" y="355600"/>
                </a:lnTo>
                <a:lnTo>
                  <a:pt x="48425" y="317500"/>
                </a:lnTo>
                <a:lnTo>
                  <a:pt x="66167" y="279400"/>
                </a:lnTo>
                <a:lnTo>
                  <a:pt x="86360" y="241300"/>
                </a:lnTo>
                <a:lnTo>
                  <a:pt x="104178" y="241300"/>
                </a:lnTo>
                <a:lnTo>
                  <a:pt x="97002" y="254000"/>
                </a:lnTo>
                <a:lnTo>
                  <a:pt x="90170" y="266700"/>
                </a:lnTo>
                <a:lnTo>
                  <a:pt x="83591" y="279400"/>
                </a:lnTo>
                <a:lnTo>
                  <a:pt x="77279" y="292100"/>
                </a:lnTo>
                <a:lnTo>
                  <a:pt x="71310" y="292100"/>
                </a:lnTo>
                <a:lnTo>
                  <a:pt x="65468" y="304800"/>
                </a:lnTo>
                <a:lnTo>
                  <a:pt x="59969" y="317500"/>
                </a:lnTo>
                <a:lnTo>
                  <a:pt x="54749" y="330200"/>
                </a:lnTo>
                <a:lnTo>
                  <a:pt x="49809" y="342900"/>
                </a:lnTo>
                <a:lnTo>
                  <a:pt x="45161" y="355600"/>
                </a:lnTo>
                <a:lnTo>
                  <a:pt x="40805" y="368300"/>
                </a:lnTo>
                <a:lnTo>
                  <a:pt x="36753" y="381000"/>
                </a:lnTo>
                <a:lnTo>
                  <a:pt x="32994" y="393700"/>
                </a:lnTo>
                <a:lnTo>
                  <a:pt x="29540" y="406400"/>
                </a:lnTo>
                <a:lnTo>
                  <a:pt x="26390" y="419100"/>
                </a:lnTo>
                <a:lnTo>
                  <a:pt x="23558" y="431800"/>
                </a:lnTo>
                <a:lnTo>
                  <a:pt x="21043" y="444500"/>
                </a:lnTo>
                <a:lnTo>
                  <a:pt x="18859" y="457200"/>
                </a:lnTo>
                <a:lnTo>
                  <a:pt x="16992" y="469900"/>
                </a:lnTo>
                <a:lnTo>
                  <a:pt x="15455" y="482600"/>
                </a:lnTo>
                <a:lnTo>
                  <a:pt x="14249" y="495300"/>
                </a:lnTo>
                <a:lnTo>
                  <a:pt x="13398" y="508000"/>
                </a:lnTo>
                <a:lnTo>
                  <a:pt x="12877" y="533400"/>
                </a:lnTo>
                <a:lnTo>
                  <a:pt x="12700" y="546100"/>
                </a:lnTo>
                <a:lnTo>
                  <a:pt x="12700" y="2705100"/>
                </a:lnTo>
                <a:lnTo>
                  <a:pt x="12877" y="2717800"/>
                </a:lnTo>
                <a:lnTo>
                  <a:pt x="13398" y="2730500"/>
                </a:lnTo>
                <a:lnTo>
                  <a:pt x="14262" y="2755900"/>
                </a:lnTo>
                <a:lnTo>
                  <a:pt x="15468" y="2768600"/>
                </a:lnTo>
                <a:lnTo>
                  <a:pt x="17018" y="2781300"/>
                </a:lnTo>
                <a:lnTo>
                  <a:pt x="18884" y="2794000"/>
                </a:lnTo>
                <a:lnTo>
                  <a:pt x="21082" y="2806700"/>
                </a:lnTo>
                <a:lnTo>
                  <a:pt x="23596" y="2819400"/>
                </a:lnTo>
                <a:lnTo>
                  <a:pt x="26428" y="2832100"/>
                </a:lnTo>
                <a:lnTo>
                  <a:pt x="29578" y="2844800"/>
                </a:lnTo>
                <a:lnTo>
                  <a:pt x="33032" y="2857500"/>
                </a:lnTo>
                <a:lnTo>
                  <a:pt x="36791" y="2870200"/>
                </a:lnTo>
                <a:lnTo>
                  <a:pt x="40855" y="2882900"/>
                </a:lnTo>
                <a:lnTo>
                  <a:pt x="45212" y="2895600"/>
                </a:lnTo>
                <a:lnTo>
                  <a:pt x="49860" y="2908300"/>
                </a:lnTo>
                <a:lnTo>
                  <a:pt x="54800" y="2921000"/>
                </a:lnTo>
                <a:lnTo>
                  <a:pt x="60032" y="2933700"/>
                </a:lnTo>
                <a:lnTo>
                  <a:pt x="65532" y="2946400"/>
                </a:lnTo>
                <a:lnTo>
                  <a:pt x="71234" y="2946400"/>
                </a:lnTo>
                <a:lnTo>
                  <a:pt x="77355" y="2959100"/>
                </a:lnTo>
                <a:lnTo>
                  <a:pt x="83667" y="2971800"/>
                </a:lnTo>
                <a:lnTo>
                  <a:pt x="90258" y="2984500"/>
                </a:lnTo>
                <a:lnTo>
                  <a:pt x="97091" y="2997200"/>
                </a:lnTo>
                <a:lnTo>
                  <a:pt x="104178" y="3009900"/>
                </a:lnTo>
                <a:close/>
              </a:path>
              <a:path w="10812780" h="3251200">
                <a:moveTo>
                  <a:pt x="10726420" y="3009900"/>
                </a:moveTo>
                <a:lnTo>
                  <a:pt x="10708601" y="3009900"/>
                </a:lnTo>
                <a:lnTo>
                  <a:pt x="10715764" y="2997200"/>
                </a:lnTo>
                <a:lnTo>
                  <a:pt x="10722610" y="2984500"/>
                </a:lnTo>
                <a:lnTo>
                  <a:pt x="10729188" y="2971800"/>
                </a:lnTo>
                <a:lnTo>
                  <a:pt x="10735500" y="2959100"/>
                </a:lnTo>
                <a:lnTo>
                  <a:pt x="10741545" y="2946400"/>
                </a:lnTo>
                <a:lnTo>
                  <a:pt x="10747248" y="2946400"/>
                </a:lnTo>
                <a:lnTo>
                  <a:pt x="10752810" y="2933700"/>
                </a:lnTo>
                <a:lnTo>
                  <a:pt x="10758030" y="2921000"/>
                </a:lnTo>
                <a:lnTo>
                  <a:pt x="10762970" y="2908300"/>
                </a:lnTo>
                <a:lnTo>
                  <a:pt x="10767618" y="2895600"/>
                </a:lnTo>
                <a:lnTo>
                  <a:pt x="10771974" y="2882900"/>
                </a:lnTo>
                <a:lnTo>
                  <a:pt x="10776026" y="2870200"/>
                </a:lnTo>
                <a:lnTo>
                  <a:pt x="10779785" y="2857500"/>
                </a:lnTo>
                <a:lnTo>
                  <a:pt x="10783239" y="2844800"/>
                </a:lnTo>
                <a:lnTo>
                  <a:pt x="10786389" y="2832100"/>
                </a:lnTo>
                <a:lnTo>
                  <a:pt x="10789221" y="2819400"/>
                </a:lnTo>
                <a:lnTo>
                  <a:pt x="10791736" y="2806700"/>
                </a:lnTo>
                <a:lnTo>
                  <a:pt x="10793920" y="2794000"/>
                </a:lnTo>
                <a:lnTo>
                  <a:pt x="10795787" y="2781300"/>
                </a:lnTo>
                <a:lnTo>
                  <a:pt x="10797324" y="2768600"/>
                </a:lnTo>
                <a:lnTo>
                  <a:pt x="10798530" y="2755900"/>
                </a:lnTo>
                <a:lnTo>
                  <a:pt x="10799381" y="2730500"/>
                </a:lnTo>
                <a:lnTo>
                  <a:pt x="10799902" y="2717800"/>
                </a:lnTo>
                <a:lnTo>
                  <a:pt x="10800080" y="2705100"/>
                </a:lnTo>
                <a:lnTo>
                  <a:pt x="10800080" y="546100"/>
                </a:lnTo>
                <a:lnTo>
                  <a:pt x="10799902" y="533400"/>
                </a:lnTo>
                <a:lnTo>
                  <a:pt x="10799381" y="508000"/>
                </a:lnTo>
                <a:lnTo>
                  <a:pt x="10798517" y="495300"/>
                </a:lnTo>
                <a:lnTo>
                  <a:pt x="10797311" y="482600"/>
                </a:lnTo>
                <a:lnTo>
                  <a:pt x="10795762" y="469900"/>
                </a:lnTo>
                <a:lnTo>
                  <a:pt x="10793895" y="457200"/>
                </a:lnTo>
                <a:lnTo>
                  <a:pt x="10791698" y="444500"/>
                </a:lnTo>
                <a:lnTo>
                  <a:pt x="10789183" y="431800"/>
                </a:lnTo>
                <a:lnTo>
                  <a:pt x="10786351" y="419100"/>
                </a:lnTo>
                <a:lnTo>
                  <a:pt x="10783201" y="406400"/>
                </a:lnTo>
                <a:lnTo>
                  <a:pt x="10779747" y="393700"/>
                </a:lnTo>
                <a:lnTo>
                  <a:pt x="10775988" y="381000"/>
                </a:lnTo>
                <a:lnTo>
                  <a:pt x="10771924" y="368300"/>
                </a:lnTo>
                <a:lnTo>
                  <a:pt x="10767568" y="355600"/>
                </a:lnTo>
                <a:lnTo>
                  <a:pt x="10762907" y="342900"/>
                </a:lnTo>
                <a:lnTo>
                  <a:pt x="10757979" y="330200"/>
                </a:lnTo>
                <a:lnTo>
                  <a:pt x="10752747" y="317500"/>
                </a:lnTo>
                <a:lnTo>
                  <a:pt x="10747248" y="304800"/>
                </a:lnTo>
                <a:lnTo>
                  <a:pt x="10741469" y="292100"/>
                </a:lnTo>
                <a:lnTo>
                  <a:pt x="10735500" y="292100"/>
                </a:lnTo>
                <a:lnTo>
                  <a:pt x="10729099" y="279400"/>
                </a:lnTo>
                <a:lnTo>
                  <a:pt x="10722521" y="266700"/>
                </a:lnTo>
                <a:lnTo>
                  <a:pt x="10715688" y="254000"/>
                </a:lnTo>
                <a:lnTo>
                  <a:pt x="10708601" y="241300"/>
                </a:lnTo>
                <a:lnTo>
                  <a:pt x="10726420" y="241300"/>
                </a:lnTo>
                <a:lnTo>
                  <a:pt x="10733417" y="254000"/>
                </a:lnTo>
                <a:lnTo>
                  <a:pt x="10752810" y="292100"/>
                </a:lnTo>
                <a:lnTo>
                  <a:pt x="10769701" y="330200"/>
                </a:lnTo>
                <a:lnTo>
                  <a:pt x="10783976" y="368300"/>
                </a:lnTo>
                <a:lnTo>
                  <a:pt x="10795520" y="406400"/>
                </a:lnTo>
                <a:lnTo>
                  <a:pt x="10804220" y="444500"/>
                </a:lnTo>
                <a:lnTo>
                  <a:pt x="10809947" y="482600"/>
                </a:lnTo>
                <a:lnTo>
                  <a:pt x="10812602" y="533400"/>
                </a:lnTo>
                <a:lnTo>
                  <a:pt x="10812780" y="546100"/>
                </a:lnTo>
                <a:lnTo>
                  <a:pt x="10812780" y="2705100"/>
                </a:lnTo>
                <a:lnTo>
                  <a:pt x="10812068" y="2743200"/>
                </a:lnTo>
                <a:lnTo>
                  <a:pt x="10808373" y="2781300"/>
                </a:lnTo>
                <a:lnTo>
                  <a:pt x="10801642" y="2819400"/>
                </a:lnTo>
                <a:lnTo>
                  <a:pt x="10791990" y="2857500"/>
                </a:lnTo>
                <a:lnTo>
                  <a:pt x="10779518" y="2895600"/>
                </a:lnTo>
                <a:lnTo>
                  <a:pt x="10764354" y="2933700"/>
                </a:lnTo>
                <a:lnTo>
                  <a:pt x="10746613" y="2971800"/>
                </a:lnTo>
                <a:lnTo>
                  <a:pt x="10733417" y="2997200"/>
                </a:lnTo>
                <a:lnTo>
                  <a:pt x="10726420" y="3009900"/>
                </a:lnTo>
                <a:close/>
              </a:path>
              <a:path w="10812780" h="3251200">
                <a:moveTo>
                  <a:pt x="151841" y="3073400"/>
                </a:moveTo>
                <a:lnTo>
                  <a:pt x="133667" y="3073400"/>
                </a:lnTo>
                <a:lnTo>
                  <a:pt x="125171" y="3060700"/>
                </a:lnTo>
                <a:lnTo>
                  <a:pt x="116916" y="3048000"/>
                </a:lnTo>
                <a:lnTo>
                  <a:pt x="108902" y="3035300"/>
                </a:lnTo>
                <a:lnTo>
                  <a:pt x="101130" y="3022600"/>
                </a:lnTo>
                <a:lnTo>
                  <a:pt x="93611" y="3009900"/>
                </a:lnTo>
                <a:lnTo>
                  <a:pt x="104101" y="3009900"/>
                </a:lnTo>
                <a:lnTo>
                  <a:pt x="111531" y="3022600"/>
                </a:lnTo>
                <a:lnTo>
                  <a:pt x="119113" y="3035300"/>
                </a:lnTo>
                <a:lnTo>
                  <a:pt x="126847" y="3035300"/>
                </a:lnTo>
                <a:lnTo>
                  <a:pt x="135013" y="3048000"/>
                </a:lnTo>
                <a:lnTo>
                  <a:pt x="143319" y="3060700"/>
                </a:lnTo>
                <a:lnTo>
                  <a:pt x="151841" y="3073400"/>
                </a:lnTo>
                <a:close/>
              </a:path>
              <a:path w="10812780" h="3251200">
                <a:moveTo>
                  <a:pt x="10679112" y="3073400"/>
                </a:moveTo>
                <a:lnTo>
                  <a:pt x="10660938" y="3073400"/>
                </a:lnTo>
                <a:lnTo>
                  <a:pt x="10669562" y="3060700"/>
                </a:lnTo>
                <a:lnTo>
                  <a:pt x="10677867" y="3048000"/>
                </a:lnTo>
                <a:lnTo>
                  <a:pt x="10685932" y="3035300"/>
                </a:lnTo>
                <a:lnTo>
                  <a:pt x="10693666" y="3035300"/>
                </a:lnTo>
                <a:lnTo>
                  <a:pt x="10701337" y="3022600"/>
                </a:lnTo>
                <a:lnTo>
                  <a:pt x="10708678" y="3009900"/>
                </a:lnTo>
                <a:lnTo>
                  <a:pt x="10719155" y="3009900"/>
                </a:lnTo>
                <a:lnTo>
                  <a:pt x="10711649" y="3022600"/>
                </a:lnTo>
                <a:lnTo>
                  <a:pt x="10703877" y="3035300"/>
                </a:lnTo>
                <a:lnTo>
                  <a:pt x="10695863" y="3048000"/>
                </a:lnTo>
                <a:lnTo>
                  <a:pt x="10687608" y="3060700"/>
                </a:lnTo>
                <a:lnTo>
                  <a:pt x="10679112" y="3073400"/>
                </a:lnTo>
                <a:close/>
              </a:path>
              <a:path w="10812780" h="3251200">
                <a:moveTo>
                  <a:pt x="188175" y="3111500"/>
                </a:moveTo>
                <a:lnTo>
                  <a:pt x="169951" y="3111500"/>
                </a:lnTo>
                <a:lnTo>
                  <a:pt x="160540" y="3098800"/>
                </a:lnTo>
                <a:lnTo>
                  <a:pt x="151358" y="3086100"/>
                </a:lnTo>
                <a:lnTo>
                  <a:pt x="142392" y="3073400"/>
                </a:lnTo>
                <a:lnTo>
                  <a:pt x="160502" y="3073400"/>
                </a:lnTo>
                <a:lnTo>
                  <a:pt x="169583" y="3086100"/>
                </a:lnTo>
                <a:lnTo>
                  <a:pt x="178777" y="3098800"/>
                </a:lnTo>
                <a:lnTo>
                  <a:pt x="188175" y="3111500"/>
                </a:lnTo>
                <a:close/>
              </a:path>
              <a:path w="10812780" h="3251200">
                <a:moveTo>
                  <a:pt x="10642828" y="3111500"/>
                </a:moveTo>
                <a:lnTo>
                  <a:pt x="10624604" y="3111500"/>
                </a:lnTo>
                <a:lnTo>
                  <a:pt x="10634116" y="3098800"/>
                </a:lnTo>
                <a:lnTo>
                  <a:pt x="10643311" y="3086100"/>
                </a:lnTo>
                <a:lnTo>
                  <a:pt x="10652277" y="3073400"/>
                </a:lnTo>
                <a:lnTo>
                  <a:pt x="10670374" y="3073400"/>
                </a:lnTo>
                <a:lnTo>
                  <a:pt x="10661421" y="3086100"/>
                </a:lnTo>
                <a:lnTo>
                  <a:pt x="10652226" y="3098800"/>
                </a:lnTo>
                <a:lnTo>
                  <a:pt x="10642828" y="3111500"/>
                </a:lnTo>
                <a:close/>
              </a:path>
              <a:path w="10812780" h="3251200">
                <a:moveTo>
                  <a:pt x="227837" y="3136900"/>
                </a:moveTo>
                <a:lnTo>
                  <a:pt x="199466" y="3136900"/>
                </a:lnTo>
                <a:lnTo>
                  <a:pt x="189420" y="3124200"/>
                </a:lnTo>
                <a:lnTo>
                  <a:pt x="179578" y="3111500"/>
                </a:lnTo>
                <a:lnTo>
                  <a:pt x="197675" y="3111500"/>
                </a:lnTo>
                <a:lnTo>
                  <a:pt x="207606" y="3124200"/>
                </a:lnTo>
                <a:lnTo>
                  <a:pt x="217512" y="3124200"/>
                </a:lnTo>
                <a:lnTo>
                  <a:pt x="227837" y="3136900"/>
                </a:lnTo>
                <a:close/>
              </a:path>
              <a:path w="10812780" h="3251200">
                <a:moveTo>
                  <a:pt x="10613313" y="3136900"/>
                </a:moveTo>
                <a:lnTo>
                  <a:pt x="10584942" y="3136900"/>
                </a:lnTo>
                <a:lnTo>
                  <a:pt x="10595267" y="3124200"/>
                </a:lnTo>
                <a:lnTo>
                  <a:pt x="10605173" y="3124200"/>
                </a:lnTo>
                <a:lnTo>
                  <a:pt x="10615104" y="3111500"/>
                </a:lnTo>
                <a:lnTo>
                  <a:pt x="10633202" y="3111500"/>
                </a:lnTo>
                <a:lnTo>
                  <a:pt x="10623359" y="3124200"/>
                </a:lnTo>
                <a:lnTo>
                  <a:pt x="10613313" y="3136900"/>
                </a:lnTo>
                <a:close/>
              </a:path>
              <a:path w="10812780" h="3251200">
                <a:moveTo>
                  <a:pt x="238252" y="3149600"/>
                </a:moveTo>
                <a:lnTo>
                  <a:pt x="220179" y="3149600"/>
                </a:lnTo>
                <a:lnTo>
                  <a:pt x="209727" y="3136900"/>
                </a:lnTo>
                <a:lnTo>
                  <a:pt x="227723" y="3136900"/>
                </a:lnTo>
                <a:lnTo>
                  <a:pt x="238252" y="3149600"/>
                </a:lnTo>
                <a:close/>
              </a:path>
              <a:path w="10812780" h="3251200">
                <a:moveTo>
                  <a:pt x="10592600" y="3149600"/>
                </a:moveTo>
                <a:lnTo>
                  <a:pt x="10574528" y="3149600"/>
                </a:lnTo>
                <a:lnTo>
                  <a:pt x="10585056" y="3136900"/>
                </a:lnTo>
                <a:lnTo>
                  <a:pt x="10603052" y="3136900"/>
                </a:lnTo>
                <a:lnTo>
                  <a:pt x="10592600" y="3149600"/>
                </a:lnTo>
                <a:close/>
              </a:path>
              <a:path w="10812780" h="3251200">
                <a:moveTo>
                  <a:pt x="281698" y="3175000"/>
                </a:moveTo>
                <a:lnTo>
                  <a:pt x="252691" y="3175000"/>
                </a:lnTo>
                <a:lnTo>
                  <a:pt x="241668" y="3162300"/>
                </a:lnTo>
                <a:lnTo>
                  <a:pt x="230822" y="3149600"/>
                </a:lnTo>
                <a:lnTo>
                  <a:pt x="248716" y="3149600"/>
                </a:lnTo>
                <a:lnTo>
                  <a:pt x="259613" y="3162300"/>
                </a:lnTo>
                <a:lnTo>
                  <a:pt x="270433" y="3162300"/>
                </a:lnTo>
                <a:lnTo>
                  <a:pt x="281698" y="3175000"/>
                </a:lnTo>
                <a:close/>
              </a:path>
              <a:path w="10812780" h="3251200">
                <a:moveTo>
                  <a:pt x="10560088" y="3175000"/>
                </a:moveTo>
                <a:lnTo>
                  <a:pt x="10531081" y="3175000"/>
                </a:lnTo>
                <a:lnTo>
                  <a:pt x="10542346" y="3162300"/>
                </a:lnTo>
                <a:lnTo>
                  <a:pt x="10553166" y="3162300"/>
                </a:lnTo>
                <a:lnTo>
                  <a:pt x="10564063" y="3149600"/>
                </a:lnTo>
                <a:lnTo>
                  <a:pt x="10581957" y="3149600"/>
                </a:lnTo>
                <a:lnTo>
                  <a:pt x="10571111" y="3162300"/>
                </a:lnTo>
                <a:lnTo>
                  <a:pt x="10560088" y="3175000"/>
                </a:lnTo>
                <a:close/>
              </a:path>
              <a:path w="10812780" h="3251200">
                <a:moveTo>
                  <a:pt x="304457" y="3187700"/>
                </a:moveTo>
                <a:lnTo>
                  <a:pt x="275297" y="3187700"/>
                </a:lnTo>
                <a:lnTo>
                  <a:pt x="263906" y="3175000"/>
                </a:lnTo>
                <a:lnTo>
                  <a:pt x="292849" y="3175000"/>
                </a:lnTo>
                <a:lnTo>
                  <a:pt x="304457" y="3187700"/>
                </a:lnTo>
                <a:close/>
              </a:path>
              <a:path w="10812780" h="3251200">
                <a:moveTo>
                  <a:pt x="10537482" y="3187700"/>
                </a:moveTo>
                <a:lnTo>
                  <a:pt x="10508322" y="3187700"/>
                </a:lnTo>
                <a:lnTo>
                  <a:pt x="10519930" y="3175000"/>
                </a:lnTo>
                <a:lnTo>
                  <a:pt x="10548874" y="3175000"/>
                </a:lnTo>
                <a:lnTo>
                  <a:pt x="10537482" y="3187700"/>
                </a:lnTo>
                <a:close/>
              </a:path>
              <a:path w="10812780" h="3251200">
                <a:moveTo>
                  <a:pt x="327863" y="3200400"/>
                </a:moveTo>
                <a:lnTo>
                  <a:pt x="298589" y="3200400"/>
                </a:lnTo>
                <a:lnTo>
                  <a:pt x="286854" y="3187700"/>
                </a:lnTo>
                <a:lnTo>
                  <a:pt x="315937" y="3187700"/>
                </a:lnTo>
                <a:lnTo>
                  <a:pt x="327863" y="3200400"/>
                </a:lnTo>
                <a:close/>
              </a:path>
              <a:path w="10812780" h="3251200">
                <a:moveTo>
                  <a:pt x="10514190" y="3200400"/>
                </a:moveTo>
                <a:lnTo>
                  <a:pt x="10484916" y="3200400"/>
                </a:lnTo>
                <a:lnTo>
                  <a:pt x="10496842" y="3187700"/>
                </a:lnTo>
                <a:lnTo>
                  <a:pt x="10525925" y="3187700"/>
                </a:lnTo>
                <a:lnTo>
                  <a:pt x="10514190" y="3200400"/>
                </a:lnTo>
                <a:close/>
              </a:path>
              <a:path w="10812780" h="3251200">
                <a:moveTo>
                  <a:pt x="351878" y="3213100"/>
                </a:moveTo>
                <a:lnTo>
                  <a:pt x="322554" y="3213100"/>
                </a:lnTo>
                <a:lnTo>
                  <a:pt x="310489" y="3200400"/>
                </a:lnTo>
                <a:lnTo>
                  <a:pt x="339648" y="3200400"/>
                </a:lnTo>
                <a:lnTo>
                  <a:pt x="351878" y="3213100"/>
                </a:lnTo>
                <a:close/>
              </a:path>
              <a:path w="10812780" h="3251200">
                <a:moveTo>
                  <a:pt x="10490225" y="3213100"/>
                </a:moveTo>
                <a:lnTo>
                  <a:pt x="10460901" y="3213100"/>
                </a:lnTo>
                <a:lnTo>
                  <a:pt x="10473131" y="3200400"/>
                </a:lnTo>
                <a:lnTo>
                  <a:pt x="10502277" y="3200400"/>
                </a:lnTo>
                <a:lnTo>
                  <a:pt x="10490225" y="3213100"/>
                </a:lnTo>
                <a:close/>
              </a:path>
              <a:path w="10812780" h="3251200">
                <a:moveTo>
                  <a:pt x="388988" y="3225800"/>
                </a:moveTo>
                <a:lnTo>
                  <a:pt x="359676" y="3225800"/>
                </a:lnTo>
                <a:lnTo>
                  <a:pt x="347154" y="3213100"/>
                </a:lnTo>
                <a:lnTo>
                  <a:pt x="376339" y="3213100"/>
                </a:lnTo>
                <a:lnTo>
                  <a:pt x="388988" y="3225800"/>
                </a:lnTo>
                <a:close/>
              </a:path>
              <a:path w="10812780" h="3251200">
                <a:moveTo>
                  <a:pt x="10453103" y="3225800"/>
                </a:moveTo>
                <a:lnTo>
                  <a:pt x="10423791" y="3225800"/>
                </a:lnTo>
                <a:lnTo>
                  <a:pt x="10436440" y="3213100"/>
                </a:lnTo>
                <a:lnTo>
                  <a:pt x="10465625" y="3213100"/>
                </a:lnTo>
                <a:lnTo>
                  <a:pt x="10453103" y="3225800"/>
                </a:lnTo>
                <a:close/>
              </a:path>
              <a:path w="10812780" h="3251200">
                <a:moveTo>
                  <a:pt x="440296" y="3238500"/>
                </a:moveTo>
                <a:lnTo>
                  <a:pt x="385140" y="3238500"/>
                </a:lnTo>
                <a:lnTo>
                  <a:pt x="372338" y="3225800"/>
                </a:lnTo>
                <a:lnTo>
                  <a:pt x="427139" y="3225800"/>
                </a:lnTo>
                <a:lnTo>
                  <a:pt x="440296" y="3238500"/>
                </a:lnTo>
                <a:close/>
              </a:path>
              <a:path w="10812780" h="3251200">
                <a:moveTo>
                  <a:pt x="10427639" y="3238500"/>
                </a:moveTo>
                <a:lnTo>
                  <a:pt x="10372471" y="3238500"/>
                </a:lnTo>
                <a:lnTo>
                  <a:pt x="10385640" y="3225800"/>
                </a:lnTo>
                <a:lnTo>
                  <a:pt x="10440441" y="3225800"/>
                </a:lnTo>
                <a:lnTo>
                  <a:pt x="10427639" y="3238500"/>
                </a:lnTo>
                <a:close/>
              </a:path>
              <a:path w="10812780" h="3251200">
                <a:moveTo>
                  <a:pt x="10375099" y="3251200"/>
                </a:moveTo>
                <a:lnTo>
                  <a:pt x="437680" y="3251200"/>
                </a:lnTo>
                <a:lnTo>
                  <a:pt x="424357" y="3238500"/>
                </a:lnTo>
                <a:lnTo>
                  <a:pt x="10388422" y="3238500"/>
                </a:lnTo>
                <a:lnTo>
                  <a:pt x="10375099" y="3251200"/>
                </a:lnTo>
                <a:close/>
              </a:path>
            </a:pathLst>
          </a:custGeom>
          <a:solidFill>
            <a:srgbClr val="78A77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64336" y="2790444"/>
            <a:ext cx="9862185" cy="147701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158750" rIns="0" bIns="0" rtlCol="0" vert="horz">
            <a:spAutoFit/>
          </a:bodyPr>
          <a:lstStyle/>
          <a:p>
            <a:pPr marL="434975" indent="-342900">
              <a:lnSpc>
                <a:spcPct val="100000"/>
              </a:lnSpc>
              <a:spcBef>
                <a:spcPts val="1250"/>
              </a:spcBef>
              <a:buFont typeface="Arial"/>
              <a:buChar char="•"/>
              <a:tabLst>
                <a:tab pos="434340" algn="l"/>
                <a:tab pos="434975" algn="l"/>
              </a:tabLst>
            </a:pPr>
            <a:r>
              <a:rPr dirty="0" sz="2000" b="1">
                <a:latin typeface="宋体"/>
                <a:cs typeface="宋体"/>
              </a:rPr>
              <a:t>内置函数</a:t>
            </a:r>
            <a:r>
              <a:rPr dirty="0" sz="2000">
                <a:latin typeface="宋体"/>
                <a:cs typeface="宋体"/>
              </a:rPr>
              <a:t>：可直接调用</a:t>
            </a:r>
            <a:r>
              <a:rPr dirty="0" sz="2000" spc="5">
                <a:latin typeface="宋体"/>
                <a:cs typeface="宋体"/>
              </a:rPr>
              <a:t>；</a:t>
            </a:r>
            <a:endParaRPr sz="2000">
              <a:latin typeface="宋体"/>
              <a:cs typeface="宋体"/>
            </a:endParaRPr>
          </a:p>
          <a:p>
            <a:pPr marL="434975" indent="-34290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434340" algn="l"/>
                <a:tab pos="434975" algn="l"/>
              </a:tabLst>
            </a:pPr>
            <a:r>
              <a:rPr dirty="0" sz="2000" b="1">
                <a:latin typeface="宋体"/>
                <a:cs typeface="宋体"/>
              </a:rPr>
              <a:t>自定义函数</a:t>
            </a:r>
            <a:r>
              <a:rPr dirty="0" sz="2000">
                <a:latin typeface="宋体"/>
                <a:cs typeface="宋体"/>
              </a:rPr>
              <a:t>：定义函数的关键词</a:t>
            </a:r>
            <a:r>
              <a:rPr dirty="0" sz="2000" spc="-5" b="1">
                <a:latin typeface="宋体"/>
                <a:cs typeface="宋体"/>
              </a:rPr>
              <a:t>def</a:t>
            </a:r>
            <a:r>
              <a:rPr dirty="0" sz="2000" spc="-5">
                <a:latin typeface="宋体"/>
                <a:cs typeface="宋体"/>
              </a:rPr>
              <a:t>，</a:t>
            </a:r>
            <a:r>
              <a:rPr dirty="0" sz="2000">
                <a:latin typeface="宋体"/>
                <a:cs typeface="宋体"/>
              </a:rPr>
              <a:t>返回值的关键词</a:t>
            </a:r>
            <a:r>
              <a:rPr dirty="0" sz="2000" spc="-5" b="1">
                <a:latin typeface="宋体"/>
                <a:cs typeface="宋体"/>
              </a:rPr>
              <a:t>return</a:t>
            </a:r>
            <a:r>
              <a:rPr dirty="0" sz="2000" spc="-5">
                <a:latin typeface="宋体"/>
                <a:cs typeface="宋体"/>
              </a:rPr>
              <a:t>； </a:t>
            </a:r>
            <a:r>
              <a:rPr dirty="0" sz="2000">
                <a:latin typeface="宋体"/>
                <a:cs typeface="宋体"/>
              </a:rPr>
              <a:t> </a:t>
            </a:r>
            <a:endParaRPr sz="2000">
              <a:latin typeface="宋体"/>
              <a:cs typeface="宋体"/>
            </a:endParaRPr>
          </a:p>
          <a:p>
            <a:pPr marL="434975" indent="-34290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434340" algn="l"/>
                <a:tab pos="434975" algn="l"/>
              </a:tabLst>
            </a:pPr>
            <a:r>
              <a:rPr dirty="0" sz="2000" b="1">
                <a:latin typeface="宋体"/>
                <a:cs typeface="宋体"/>
              </a:rPr>
              <a:t>匿名函数</a:t>
            </a:r>
            <a:r>
              <a:rPr dirty="0" sz="2000">
                <a:latin typeface="宋体"/>
                <a:cs typeface="宋体"/>
              </a:rPr>
              <a:t>：使用</a:t>
            </a:r>
            <a:r>
              <a:rPr dirty="0" sz="2000" spc="-5" b="1">
                <a:latin typeface="宋体"/>
                <a:cs typeface="宋体"/>
              </a:rPr>
              <a:t>lambda</a:t>
            </a:r>
            <a:r>
              <a:rPr dirty="0" sz="2000">
                <a:latin typeface="宋体"/>
                <a:cs typeface="宋体"/>
              </a:rPr>
              <a:t>定义，只能使用一次，通常与三元运算符连用</a:t>
            </a:r>
            <a:r>
              <a:rPr dirty="0" sz="2000" spc="5"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94030">
              <a:lnSpc>
                <a:spcPct val="100000"/>
              </a:lnSpc>
              <a:spcBef>
                <a:spcPts val="100"/>
              </a:spcBef>
            </a:pPr>
            <a:r>
              <a:rPr dirty="0"/>
              <a:t>谢谢观看</a:t>
            </a:r>
          </a:p>
        </p:txBody>
      </p:sp>
      <p:sp>
        <p:nvSpPr>
          <p:cNvPr id="3" name="object 3"/>
          <p:cNvSpPr/>
          <p:nvPr/>
        </p:nvSpPr>
        <p:spPr>
          <a:xfrm>
            <a:off x="281368" y="990955"/>
            <a:ext cx="1097915" cy="1085215"/>
          </a:xfrm>
          <a:custGeom>
            <a:avLst/>
            <a:gdLst/>
            <a:ahLst/>
            <a:cxnLst/>
            <a:rect l="l" t="t" r="r" b="b"/>
            <a:pathLst>
              <a:path w="1097915" h="1085214">
                <a:moveTo>
                  <a:pt x="1097876" y="1085113"/>
                </a:moveTo>
                <a:lnTo>
                  <a:pt x="0" y="807783"/>
                </a:lnTo>
                <a:lnTo>
                  <a:pt x="788009" y="0"/>
                </a:lnTo>
                <a:lnTo>
                  <a:pt x="792013" y="14020"/>
                </a:lnTo>
                <a:lnTo>
                  <a:pt x="778802" y="14020"/>
                </a:lnTo>
                <a:lnTo>
                  <a:pt x="781806" y="24543"/>
                </a:lnTo>
                <a:lnTo>
                  <a:pt x="27121" y="798169"/>
                </a:lnTo>
                <a:lnTo>
                  <a:pt x="13792" y="798169"/>
                </a:lnTo>
                <a:lnTo>
                  <a:pt x="16789" y="808761"/>
                </a:lnTo>
                <a:lnTo>
                  <a:pt x="55722" y="808761"/>
                </a:lnTo>
                <a:lnTo>
                  <a:pt x="1079610" y="1067402"/>
                </a:lnTo>
                <a:lnTo>
                  <a:pt x="1082636" y="1078001"/>
                </a:lnTo>
                <a:lnTo>
                  <a:pt x="1095845" y="1078001"/>
                </a:lnTo>
                <a:lnTo>
                  <a:pt x="1097876" y="1085113"/>
                </a:lnTo>
                <a:close/>
              </a:path>
              <a:path w="1097915" h="1085214">
                <a:moveTo>
                  <a:pt x="781806" y="24543"/>
                </a:moveTo>
                <a:lnTo>
                  <a:pt x="778802" y="14020"/>
                </a:lnTo>
                <a:lnTo>
                  <a:pt x="789457" y="16700"/>
                </a:lnTo>
                <a:lnTo>
                  <a:pt x="781806" y="24543"/>
                </a:lnTo>
                <a:close/>
              </a:path>
              <a:path w="1097915" h="1085214">
                <a:moveTo>
                  <a:pt x="1095845" y="1078001"/>
                </a:moveTo>
                <a:lnTo>
                  <a:pt x="1082636" y="1078001"/>
                </a:lnTo>
                <a:lnTo>
                  <a:pt x="1090295" y="1070102"/>
                </a:lnTo>
                <a:lnTo>
                  <a:pt x="1079610" y="1067402"/>
                </a:lnTo>
                <a:lnTo>
                  <a:pt x="781806" y="24543"/>
                </a:lnTo>
                <a:lnTo>
                  <a:pt x="789457" y="16700"/>
                </a:lnTo>
                <a:lnTo>
                  <a:pt x="778802" y="14020"/>
                </a:lnTo>
                <a:lnTo>
                  <a:pt x="792013" y="14020"/>
                </a:lnTo>
                <a:lnTo>
                  <a:pt x="1095845" y="1078001"/>
                </a:lnTo>
                <a:close/>
              </a:path>
              <a:path w="1097915" h="1085214">
                <a:moveTo>
                  <a:pt x="16789" y="808761"/>
                </a:moveTo>
                <a:lnTo>
                  <a:pt x="13792" y="798169"/>
                </a:lnTo>
                <a:lnTo>
                  <a:pt x="24486" y="800871"/>
                </a:lnTo>
                <a:lnTo>
                  <a:pt x="16789" y="808761"/>
                </a:lnTo>
                <a:close/>
              </a:path>
              <a:path w="1097915" h="1085214">
                <a:moveTo>
                  <a:pt x="24486" y="800871"/>
                </a:moveTo>
                <a:lnTo>
                  <a:pt x="13792" y="798169"/>
                </a:lnTo>
                <a:lnTo>
                  <a:pt x="27121" y="798169"/>
                </a:lnTo>
                <a:lnTo>
                  <a:pt x="24486" y="800871"/>
                </a:lnTo>
                <a:close/>
              </a:path>
              <a:path w="1097915" h="1085214">
                <a:moveTo>
                  <a:pt x="55722" y="808761"/>
                </a:moveTo>
                <a:lnTo>
                  <a:pt x="16789" y="808761"/>
                </a:lnTo>
                <a:lnTo>
                  <a:pt x="24486" y="800871"/>
                </a:lnTo>
                <a:lnTo>
                  <a:pt x="55722" y="808761"/>
                </a:lnTo>
                <a:close/>
              </a:path>
              <a:path w="1097915" h="1085214">
                <a:moveTo>
                  <a:pt x="1082636" y="1078001"/>
                </a:moveTo>
                <a:lnTo>
                  <a:pt x="1079610" y="1067402"/>
                </a:lnTo>
                <a:lnTo>
                  <a:pt x="1090295" y="1070102"/>
                </a:lnTo>
                <a:lnTo>
                  <a:pt x="1082636" y="1078001"/>
                </a:lnTo>
                <a:close/>
              </a:path>
            </a:pathLst>
          </a:custGeom>
          <a:solidFill>
            <a:srgbClr val="253A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55775" y="204177"/>
            <a:ext cx="1704975" cy="1703070"/>
          </a:xfrm>
          <a:custGeom>
            <a:avLst/>
            <a:gdLst/>
            <a:ahLst/>
            <a:cxnLst/>
            <a:rect l="l" t="t" r="r" b="b"/>
            <a:pathLst>
              <a:path w="1704975" h="1703070">
                <a:moveTo>
                  <a:pt x="456120" y="1702625"/>
                </a:moveTo>
                <a:lnTo>
                  <a:pt x="0" y="0"/>
                </a:lnTo>
                <a:lnTo>
                  <a:pt x="27638" y="7289"/>
                </a:lnTo>
                <a:lnTo>
                  <a:pt x="15100" y="7289"/>
                </a:lnTo>
                <a:lnTo>
                  <a:pt x="7353" y="15074"/>
                </a:lnTo>
                <a:lnTo>
                  <a:pt x="17933" y="17865"/>
                </a:lnTo>
                <a:lnTo>
                  <a:pt x="462677" y="1678042"/>
                </a:lnTo>
                <a:lnTo>
                  <a:pt x="454901" y="1685848"/>
                </a:lnTo>
                <a:lnTo>
                  <a:pt x="465531" y="1688693"/>
                </a:lnTo>
                <a:lnTo>
                  <a:pt x="469998" y="1688693"/>
                </a:lnTo>
                <a:lnTo>
                  <a:pt x="456120" y="1702625"/>
                </a:lnTo>
                <a:close/>
              </a:path>
              <a:path w="1704975" h="1703070">
                <a:moveTo>
                  <a:pt x="17933" y="17865"/>
                </a:moveTo>
                <a:lnTo>
                  <a:pt x="7353" y="15074"/>
                </a:lnTo>
                <a:lnTo>
                  <a:pt x="15100" y="7289"/>
                </a:lnTo>
                <a:lnTo>
                  <a:pt x="17933" y="17865"/>
                </a:lnTo>
                <a:close/>
              </a:path>
              <a:path w="1704975" h="1703070">
                <a:moveTo>
                  <a:pt x="1679822" y="456207"/>
                </a:moveTo>
                <a:lnTo>
                  <a:pt x="17933" y="17865"/>
                </a:lnTo>
                <a:lnTo>
                  <a:pt x="15100" y="7289"/>
                </a:lnTo>
                <a:lnTo>
                  <a:pt x="27638" y="7289"/>
                </a:lnTo>
                <a:lnTo>
                  <a:pt x="1700044" y="448398"/>
                </a:lnTo>
                <a:lnTo>
                  <a:pt x="1687601" y="448398"/>
                </a:lnTo>
                <a:lnTo>
                  <a:pt x="1679822" y="456207"/>
                </a:lnTo>
                <a:close/>
              </a:path>
              <a:path w="1704975" h="1703070">
                <a:moveTo>
                  <a:pt x="1690471" y="459016"/>
                </a:moveTo>
                <a:lnTo>
                  <a:pt x="1679822" y="456207"/>
                </a:lnTo>
                <a:lnTo>
                  <a:pt x="1687601" y="448398"/>
                </a:lnTo>
                <a:lnTo>
                  <a:pt x="1690471" y="459016"/>
                </a:lnTo>
                <a:close/>
              </a:path>
              <a:path w="1704975" h="1703070">
                <a:moveTo>
                  <a:pt x="1694940" y="459016"/>
                </a:moveTo>
                <a:lnTo>
                  <a:pt x="1690471" y="459016"/>
                </a:lnTo>
                <a:lnTo>
                  <a:pt x="1687601" y="448398"/>
                </a:lnTo>
                <a:lnTo>
                  <a:pt x="1700044" y="448398"/>
                </a:lnTo>
                <a:lnTo>
                  <a:pt x="1704378" y="449541"/>
                </a:lnTo>
                <a:lnTo>
                  <a:pt x="1694940" y="459016"/>
                </a:lnTo>
                <a:close/>
              </a:path>
              <a:path w="1704975" h="1703070">
                <a:moveTo>
                  <a:pt x="469998" y="1688693"/>
                </a:moveTo>
                <a:lnTo>
                  <a:pt x="465531" y="1688693"/>
                </a:lnTo>
                <a:lnTo>
                  <a:pt x="462677" y="1678042"/>
                </a:lnTo>
                <a:lnTo>
                  <a:pt x="1679822" y="456207"/>
                </a:lnTo>
                <a:lnTo>
                  <a:pt x="1690471" y="459016"/>
                </a:lnTo>
                <a:lnTo>
                  <a:pt x="1694940" y="459016"/>
                </a:lnTo>
                <a:lnTo>
                  <a:pt x="469998" y="1688693"/>
                </a:lnTo>
                <a:close/>
              </a:path>
              <a:path w="1704975" h="1703070">
                <a:moveTo>
                  <a:pt x="465531" y="1688693"/>
                </a:moveTo>
                <a:lnTo>
                  <a:pt x="454901" y="1685848"/>
                </a:lnTo>
                <a:lnTo>
                  <a:pt x="462677" y="1678042"/>
                </a:lnTo>
                <a:lnTo>
                  <a:pt x="465531" y="1688693"/>
                </a:lnTo>
                <a:close/>
              </a:path>
            </a:pathLst>
          </a:custGeom>
          <a:solidFill>
            <a:srgbClr val="253A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460990" y="4259198"/>
            <a:ext cx="1703705" cy="1703705"/>
          </a:xfrm>
          <a:custGeom>
            <a:avLst/>
            <a:gdLst/>
            <a:ahLst/>
            <a:cxnLst/>
            <a:rect l="l" t="t" r="r" b="b"/>
            <a:pathLst>
              <a:path w="1703704" h="1703704">
                <a:moveTo>
                  <a:pt x="452818" y="1703501"/>
                </a:moveTo>
                <a:lnTo>
                  <a:pt x="0" y="0"/>
                </a:lnTo>
                <a:lnTo>
                  <a:pt x="27566" y="7327"/>
                </a:lnTo>
                <a:lnTo>
                  <a:pt x="15074" y="7327"/>
                </a:lnTo>
                <a:lnTo>
                  <a:pt x="7315" y="15087"/>
                </a:lnTo>
                <a:lnTo>
                  <a:pt x="17884" y="17897"/>
                </a:lnTo>
                <a:lnTo>
                  <a:pt x="459432" y="1678930"/>
                </a:lnTo>
                <a:lnTo>
                  <a:pt x="451637" y="1686725"/>
                </a:lnTo>
                <a:lnTo>
                  <a:pt x="462267" y="1689595"/>
                </a:lnTo>
                <a:lnTo>
                  <a:pt x="466725" y="1689595"/>
                </a:lnTo>
                <a:lnTo>
                  <a:pt x="452818" y="1703501"/>
                </a:lnTo>
                <a:close/>
              </a:path>
              <a:path w="1703704" h="1703704">
                <a:moveTo>
                  <a:pt x="17884" y="17897"/>
                </a:moveTo>
                <a:lnTo>
                  <a:pt x="7315" y="15087"/>
                </a:lnTo>
                <a:lnTo>
                  <a:pt x="15074" y="7327"/>
                </a:lnTo>
                <a:lnTo>
                  <a:pt x="17884" y="17897"/>
                </a:lnTo>
                <a:close/>
              </a:path>
              <a:path w="1703704" h="1703704">
                <a:moveTo>
                  <a:pt x="1678927" y="459447"/>
                </a:moveTo>
                <a:lnTo>
                  <a:pt x="17884" y="17897"/>
                </a:lnTo>
                <a:lnTo>
                  <a:pt x="15074" y="7327"/>
                </a:lnTo>
                <a:lnTo>
                  <a:pt x="27566" y="7327"/>
                </a:lnTo>
                <a:lnTo>
                  <a:pt x="1699045" y="451650"/>
                </a:lnTo>
                <a:lnTo>
                  <a:pt x="1686725" y="451650"/>
                </a:lnTo>
                <a:lnTo>
                  <a:pt x="1678927" y="459447"/>
                </a:lnTo>
                <a:close/>
              </a:path>
              <a:path w="1703704" h="1703704">
                <a:moveTo>
                  <a:pt x="1689582" y="462279"/>
                </a:moveTo>
                <a:lnTo>
                  <a:pt x="1678927" y="459447"/>
                </a:lnTo>
                <a:lnTo>
                  <a:pt x="1686725" y="451650"/>
                </a:lnTo>
                <a:lnTo>
                  <a:pt x="1689582" y="462279"/>
                </a:lnTo>
                <a:close/>
              </a:path>
              <a:path w="1703704" h="1703704">
                <a:moveTo>
                  <a:pt x="1694040" y="462279"/>
                </a:moveTo>
                <a:lnTo>
                  <a:pt x="1689582" y="462279"/>
                </a:lnTo>
                <a:lnTo>
                  <a:pt x="1686725" y="451650"/>
                </a:lnTo>
                <a:lnTo>
                  <a:pt x="1699045" y="451650"/>
                </a:lnTo>
                <a:lnTo>
                  <a:pt x="1703489" y="452831"/>
                </a:lnTo>
                <a:lnTo>
                  <a:pt x="1694040" y="462279"/>
                </a:lnTo>
                <a:close/>
              </a:path>
              <a:path w="1703704" h="1703704">
                <a:moveTo>
                  <a:pt x="466725" y="1689595"/>
                </a:moveTo>
                <a:lnTo>
                  <a:pt x="462267" y="1689595"/>
                </a:lnTo>
                <a:lnTo>
                  <a:pt x="459432" y="1678930"/>
                </a:lnTo>
                <a:lnTo>
                  <a:pt x="1678927" y="459447"/>
                </a:lnTo>
                <a:lnTo>
                  <a:pt x="1689582" y="462279"/>
                </a:lnTo>
                <a:lnTo>
                  <a:pt x="1694040" y="462279"/>
                </a:lnTo>
                <a:lnTo>
                  <a:pt x="466725" y="1689595"/>
                </a:lnTo>
                <a:close/>
              </a:path>
              <a:path w="1703704" h="1703704">
                <a:moveTo>
                  <a:pt x="462267" y="1689595"/>
                </a:moveTo>
                <a:lnTo>
                  <a:pt x="451637" y="1686725"/>
                </a:lnTo>
                <a:lnTo>
                  <a:pt x="459432" y="1678930"/>
                </a:lnTo>
                <a:lnTo>
                  <a:pt x="462267" y="1689595"/>
                </a:lnTo>
                <a:close/>
              </a:path>
            </a:pathLst>
          </a:custGeom>
          <a:solidFill>
            <a:srgbClr val="253A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038649" y="5771337"/>
            <a:ext cx="965200" cy="961390"/>
          </a:xfrm>
          <a:custGeom>
            <a:avLst/>
            <a:gdLst/>
            <a:ahLst/>
            <a:cxnLst/>
            <a:rect l="l" t="t" r="r" b="b"/>
            <a:pathLst>
              <a:path w="965200" h="961390">
                <a:moveTo>
                  <a:pt x="964603" y="960780"/>
                </a:moveTo>
                <a:lnTo>
                  <a:pt x="0" y="702322"/>
                </a:lnTo>
                <a:lnTo>
                  <a:pt x="705116" y="0"/>
                </a:lnTo>
                <a:lnTo>
                  <a:pt x="708865" y="13881"/>
                </a:lnTo>
                <a:lnTo>
                  <a:pt x="695706" y="13881"/>
                </a:lnTo>
                <a:lnTo>
                  <a:pt x="698562" y="24456"/>
                </a:lnTo>
                <a:lnTo>
                  <a:pt x="27461" y="692899"/>
                </a:lnTo>
                <a:lnTo>
                  <a:pt x="13931" y="692899"/>
                </a:lnTo>
                <a:lnTo>
                  <a:pt x="16776" y="703541"/>
                </a:lnTo>
                <a:lnTo>
                  <a:pt x="53649" y="703541"/>
                </a:lnTo>
                <a:lnTo>
                  <a:pt x="946591" y="942814"/>
                </a:lnTo>
                <a:lnTo>
                  <a:pt x="949464" y="953452"/>
                </a:lnTo>
                <a:lnTo>
                  <a:pt x="962623" y="953452"/>
                </a:lnTo>
                <a:lnTo>
                  <a:pt x="964603" y="960780"/>
                </a:lnTo>
                <a:close/>
              </a:path>
              <a:path w="965200" h="961390">
                <a:moveTo>
                  <a:pt x="698562" y="24456"/>
                </a:moveTo>
                <a:lnTo>
                  <a:pt x="695706" y="13881"/>
                </a:lnTo>
                <a:lnTo>
                  <a:pt x="706323" y="16725"/>
                </a:lnTo>
                <a:lnTo>
                  <a:pt x="698562" y="24456"/>
                </a:lnTo>
                <a:close/>
              </a:path>
              <a:path w="965200" h="961390">
                <a:moveTo>
                  <a:pt x="962623" y="953452"/>
                </a:moveTo>
                <a:lnTo>
                  <a:pt x="949464" y="953452"/>
                </a:lnTo>
                <a:lnTo>
                  <a:pt x="957237" y="945667"/>
                </a:lnTo>
                <a:lnTo>
                  <a:pt x="946591" y="942814"/>
                </a:lnTo>
                <a:lnTo>
                  <a:pt x="698562" y="24456"/>
                </a:lnTo>
                <a:lnTo>
                  <a:pt x="706323" y="16725"/>
                </a:lnTo>
                <a:lnTo>
                  <a:pt x="695706" y="13881"/>
                </a:lnTo>
                <a:lnTo>
                  <a:pt x="708865" y="13881"/>
                </a:lnTo>
                <a:lnTo>
                  <a:pt x="962623" y="953452"/>
                </a:lnTo>
                <a:close/>
              </a:path>
              <a:path w="965200" h="961390">
                <a:moveTo>
                  <a:pt x="16776" y="703541"/>
                </a:moveTo>
                <a:lnTo>
                  <a:pt x="13931" y="692899"/>
                </a:lnTo>
                <a:lnTo>
                  <a:pt x="24593" y="695756"/>
                </a:lnTo>
                <a:lnTo>
                  <a:pt x="16776" y="703541"/>
                </a:lnTo>
                <a:close/>
              </a:path>
              <a:path w="965200" h="961390">
                <a:moveTo>
                  <a:pt x="24593" y="695756"/>
                </a:moveTo>
                <a:lnTo>
                  <a:pt x="13931" y="692899"/>
                </a:lnTo>
                <a:lnTo>
                  <a:pt x="27461" y="692899"/>
                </a:lnTo>
                <a:lnTo>
                  <a:pt x="24593" y="695756"/>
                </a:lnTo>
                <a:close/>
              </a:path>
              <a:path w="965200" h="961390">
                <a:moveTo>
                  <a:pt x="53649" y="703541"/>
                </a:moveTo>
                <a:lnTo>
                  <a:pt x="16776" y="703541"/>
                </a:lnTo>
                <a:lnTo>
                  <a:pt x="24593" y="695756"/>
                </a:lnTo>
                <a:lnTo>
                  <a:pt x="53649" y="703541"/>
                </a:lnTo>
                <a:close/>
              </a:path>
              <a:path w="965200" h="961390">
                <a:moveTo>
                  <a:pt x="949464" y="953452"/>
                </a:moveTo>
                <a:lnTo>
                  <a:pt x="946591" y="942814"/>
                </a:lnTo>
                <a:lnTo>
                  <a:pt x="957237" y="945667"/>
                </a:lnTo>
                <a:lnTo>
                  <a:pt x="949464" y="953452"/>
                </a:lnTo>
                <a:close/>
              </a:path>
            </a:pathLst>
          </a:custGeom>
          <a:solidFill>
            <a:srgbClr val="253A27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2022-02-15T06:54:42Z</dcterms:created>
  <dcterms:modified xsi:type="dcterms:W3CDTF">2022-02-15T06:54:42Z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2021-09-09T00:00:00Z</vt:filetime>
  </property>
  <property fmtid="{D5CDD505-2E9C-101B-9397-08002B2CF9AE}" pid="3" name="Creator">
    <vt:lpwstr>WPS 演示</vt:lpwstr>
  </property>
  <property fmtid="{D5CDD505-2E9C-101B-9397-08002B2CF9AE}" pid="4" name="LastSaved">
    <vt:filetime>2022-02-15T00:00:00Z</vt:filetime>
  </property>
</Properties>
</file>