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3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3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334500" y="0"/>
            <a:ext cx="2857500" cy="153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316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8596" y="2584742"/>
            <a:ext cx="355480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4336" y="2316479"/>
            <a:ext cx="9863327" cy="2399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87140" y="2574035"/>
            <a:ext cx="4754880" cy="1015365"/>
          </a:xfrm>
          <a:custGeom>
            <a:avLst/>
            <a:gdLst/>
            <a:ahLst/>
            <a:cxnLst/>
            <a:rect l="l" t="t" r="r" b="b"/>
            <a:pathLst>
              <a:path w="4754880" h="1015364">
                <a:moveTo>
                  <a:pt x="0" y="0"/>
                </a:moveTo>
                <a:lnTo>
                  <a:pt x="4754879" y="0"/>
                </a:lnTo>
                <a:lnTo>
                  <a:pt x="475487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6057" y="2562339"/>
            <a:ext cx="45974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高级数据类型</a:t>
            </a:r>
          </a:p>
        </p:txBody>
      </p:sp>
      <p:sp>
        <p:nvSpPr>
          <p:cNvPr id="4" name="object 4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课前回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4336" y="2084832"/>
            <a:ext cx="9862185" cy="2860675"/>
          </a:xfrm>
          <a:custGeom>
            <a:avLst/>
            <a:gdLst/>
            <a:ahLst/>
            <a:cxnLst/>
            <a:rect l="l" t="t" r="r" b="b"/>
            <a:pathLst>
              <a:path w="9862185" h="2860675">
                <a:moveTo>
                  <a:pt x="0" y="0"/>
                </a:moveTo>
                <a:lnTo>
                  <a:pt x="9861804" y="0"/>
                </a:lnTo>
                <a:lnTo>
                  <a:pt x="9861804" y="2860548"/>
                </a:lnTo>
                <a:lnTo>
                  <a:pt x="0" y="2860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43711" y="2078697"/>
            <a:ext cx="9521825" cy="27686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字符串标识：</a:t>
            </a:r>
            <a:r>
              <a:rPr dirty="0" sz="2000">
                <a:latin typeface="宋体"/>
                <a:cs typeface="宋体"/>
              </a:rPr>
              <a:t>单引号、双引号、三引号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转义字符</a:t>
            </a:r>
            <a:r>
              <a:rPr dirty="0" sz="2000" spc="-5" b="1">
                <a:latin typeface="宋体"/>
                <a:cs typeface="宋体"/>
              </a:rPr>
              <a:t>(\)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在字符串前面加</a:t>
            </a:r>
            <a:r>
              <a:rPr dirty="0" sz="2000" spc="-5" b="1">
                <a:latin typeface="宋体"/>
                <a:cs typeface="宋体"/>
              </a:rPr>
              <a:t>r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表示</a:t>
            </a:r>
            <a:r>
              <a:rPr dirty="0" sz="2000" spc="-5" b="1">
                <a:latin typeface="宋体"/>
                <a:cs typeface="宋体"/>
              </a:rPr>
              <a:t>r</a:t>
            </a:r>
            <a:r>
              <a:rPr dirty="0" sz="2000" b="1">
                <a:latin typeface="宋体"/>
                <a:cs typeface="宋体"/>
              </a:rPr>
              <a:t>后面的字符串是纯字符串</a:t>
            </a:r>
            <a:r>
              <a:rPr dirty="0" sz="2000">
                <a:latin typeface="宋体"/>
                <a:cs typeface="宋体"/>
              </a:rPr>
              <a:t>，不要转义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索引</a:t>
            </a:r>
            <a:r>
              <a:rPr dirty="0" sz="2000">
                <a:latin typeface="宋体"/>
                <a:cs typeface="宋体"/>
              </a:rPr>
              <a:t>：</a:t>
            </a:r>
            <a:r>
              <a:rPr dirty="0" sz="2000" b="1">
                <a:latin typeface="宋体"/>
                <a:cs typeface="宋体"/>
              </a:rPr>
              <a:t>正索引</a:t>
            </a:r>
            <a:r>
              <a:rPr dirty="0" sz="2000">
                <a:latin typeface="宋体"/>
                <a:cs typeface="宋体"/>
              </a:rPr>
              <a:t>从左到右，从</a:t>
            </a:r>
            <a:r>
              <a:rPr dirty="0" sz="2000" spc="-5">
                <a:latin typeface="宋体"/>
                <a:cs typeface="宋体"/>
              </a:rPr>
              <a:t>0</a:t>
            </a:r>
            <a:r>
              <a:rPr dirty="0" sz="2000">
                <a:latin typeface="宋体"/>
                <a:cs typeface="宋体"/>
              </a:rPr>
              <a:t>开始，</a:t>
            </a:r>
            <a:r>
              <a:rPr dirty="0" sz="2000" b="1">
                <a:latin typeface="宋体"/>
                <a:cs typeface="宋体"/>
              </a:rPr>
              <a:t>负索引</a:t>
            </a:r>
            <a:r>
              <a:rPr dirty="0" sz="2000">
                <a:latin typeface="宋体"/>
                <a:cs typeface="宋体"/>
              </a:rPr>
              <a:t>从右到左，从</a:t>
            </a:r>
            <a:r>
              <a:rPr dirty="0" sz="2000" spc="-5">
                <a:latin typeface="宋体"/>
                <a:cs typeface="宋体"/>
              </a:rPr>
              <a:t>-1</a:t>
            </a:r>
            <a:r>
              <a:rPr dirty="0" sz="2000">
                <a:latin typeface="宋体"/>
                <a:cs typeface="宋体"/>
              </a:rPr>
              <a:t>开始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字符串常规操作</a:t>
            </a:r>
            <a:r>
              <a:rPr dirty="0" sz="2000">
                <a:latin typeface="宋体"/>
                <a:cs typeface="宋体"/>
              </a:rPr>
              <a:t>：拼接、重复输出、获取单个字符、切片、成员运算符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字符串常用函数</a:t>
            </a:r>
            <a:r>
              <a:rPr dirty="0" sz="2000" spc="-5">
                <a:latin typeface="宋体"/>
                <a:cs typeface="宋体"/>
              </a:rPr>
              <a:t>：find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join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lower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upper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len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replace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split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strip</a:t>
            </a:r>
            <a:r>
              <a:rPr dirty="0" sz="2000">
                <a:latin typeface="宋体"/>
                <a:cs typeface="宋体"/>
              </a:rPr>
              <a:t>等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b="1">
                <a:latin typeface="宋体"/>
                <a:cs typeface="宋体"/>
              </a:rPr>
              <a:t>格式化字符串</a:t>
            </a:r>
            <a:r>
              <a:rPr dirty="0" sz="2000">
                <a:latin typeface="宋体"/>
                <a:cs typeface="宋体"/>
              </a:rPr>
              <a:t>：使用</a:t>
            </a:r>
            <a:r>
              <a:rPr dirty="0" sz="2000" spc="-5" b="1">
                <a:latin typeface="宋体"/>
                <a:cs typeface="宋体"/>
              </a:rPr>
              <a:t>%</a:t>
            </a:r>
            <a:r>
              <a:rPr dirty="0" sz="2000">
                <a:latin typeface="宋体"/>
                <a:cs typeface="宋体"/>
              </a:rPr>
              <a:t>进行占位，使用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进行占位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334500" y="0"/>
            <a:ext cx="2857500" cy="153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76755" y="2267711"/>
            <a:ext cx="1335405" cy="1945005"/>
          </a:xfrm>
          <a:custGeom>
            <a:avLst/>
            <a:gdLst/>
            <a:ahLst/>
            <a:cxnLst/>
            <a:rect l="l" t="t" r="r" b="b"/>
            <a:pathLst>
              <a:path w="1335405" h="1945004">
                <a:moveTo>
                  <a:pt x="0" y="0"/>
                </a:moveTo>
                <a:lnTo>
                  <a:pt x="1335024" y="0"/>
                </a:lnTo>
                <a:lnTo>
                  <a:pt x="1335024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76755" y="2363635"/>
            <a:ext cx="133540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316865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EBEBEB"/>
                </a:solidFill>
                <a:latin typeface="宋体"/>
                <a:cs typeface="宋体"/>
              </a:rPr>
              <a:t>目 录</a:t>
            </a:r>
            <a:endParaRPr sz="5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92491" y="2279535"/>
            <a:ext cx="1304925" cy="1891664"/>
          </a:xfrm>
          <a:custGeom>
            <a:avLst/>
            <a:gdLst/>
            <a:ahLst/>
            <a:cxnLst/>
            <a:rect l="l" t="t" r="r" b="b"/>
            <a:pathLst>
              <a:path w="1304925" h="1891664">
                <a:moveTo>
                  <a:pt x="1304302" y="1891055"/>
                </a:moveTo>
                <a:lnTo>
                  <a:pt x="0" y="1891055"/>
                </a:lnTo>
                <a:lnTo>
                  <a:pt x="0" y="0"/>
                </a:lnTo>
                <a:lnTo>
                  <a:pt x="1304302" y="0"/>
                </a:lnTo>
                <a:lnTo>
                  <a:pt x="130430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872005"/>
                </a:lnTo>
                <a:lnTo>
                  <a:pt x="9525" y="1872005"/>
                </a:lnTo>
                <a:lnTo>
                  <a:pt x="19050" y="1881530"/>
                </a:lnTo>
                <a:lnTo>
                  <a:pt x="1304302" y="1881530"/>
                </a:lnTo>
                <a:lnTo>
                  <a:pt x="1304302" y="1891055"/>
                </a:lnTo>
                <a:close/>
              </a:path>
              <a:path w="1304925" h="18916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04925" h="1891664">
                <a:moveTo>
                  <a:pt x="128525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285252" y="9525"/>
                </a:lnTo>
                <a:lnTo>
                  <a:pt x="1285252" y="1905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285252" y="9525"/>
                </a:lnTo>
                <a:lnTo>
                  <a:pt x="1294777" y="19050"/>
                </a:lnTo>
                <a:lnTo>
                  <a:pt x="1304302" y="19050"/>
                </a:lnTo>
                <a:lnTo>
                  <a:pt x="1304302" y="1872005"/>
                </a:lnTo>
                <a:lnTo>
                  <a:pt x="1294777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9050"/>
                </a:moveTo>
                <a:lnTo>
                  <a:pt x="1294777" y="19050"/>
                </a:lnTo>
                <a:lnTo>
                  <a:pt x="1285252" y="9525"/>
                </a:lnTo>
                <a:lnTo>
                  <a:pt x="1304302" y="9525"/>
                </a:lnTo>
                <a:lnTo>
                  <a:pt x="1304302" y="19050"/>
                </a:lnTo>
                <a:close/>
              </a:path>
              <a:path w="1304925" h="1891664">
                <a:moveTo>
                  <a:pt x="19050" y="1881530"/>
                </a:moveTo>
                <a:lnTo>
                  <a:pt x="9525" y="1872005"/>
                </a:lnTo>
                <a:lnTo>
                  <a:pt x="19050" y="1872005"/>
                </a:lnTo>
                <a:lnTo>
                  <a:pt x="19050" y="188153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9050" y="1881530"/>
                </a:lnTo>
                <a:lnTo>
                  <a:pt x="19050" y="1872005"/>
                </a:lnTo>
                <a:lnTo>
                  <a:pt x="1285252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881530"/>
                </a:moveTo>
                <a:lnTo>
                  <a:pt x="1285252" y="1881530"/>
                </a:lnTo>
                <a:lnTo>
                  <a:pt x="1294777" y="1872005"/>
                </a:lnTo>
                <a:lnTo>
                  <a:pt x="1304302" y="1872005"/>
                </a:lnTo>
                <a:lnTo>
                  <a:pt x="1304302" y="188153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01767" y="3632"/>
            <a:ext cx="0" cy="6854825"/>
          </a:xfrm>
          <a:custGeom>
            <a:avLst/>
            <a:gdLst/>
            <a:ahLst/>
            <a:cxnLst/>
            <a:rect l="l" t="t" r="r" b="b"/>
            <a:pathLst>
              <a:path w="0" h="6854825">
                <a:moveTo>
                  <a:pt x="0" y="0"/>
                </a:moveTo>
                <a:lnTo>
                  <a:pt x="0" y="6854367"/>
                </a:lnTo>
              </a:path>
            </a:pathLst>
          </a:custGeom>
          <a:ln w="22225">
            <a:solidFill>
              <a:srgbClr val="2E5B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38700" y="1007999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4"/>
                </a:lnTo>
                <a:lnTo>
                  <a:pt x="215051" y="676533"/>
                </a:lnTo>
                <a:lnTo>
                  <a:pt x="174392" y="656115"/>
                </a:lnTo>
                <a:lnTo>
                  <a:pt x="136945" y="630798"/>
                </a:lnTo>
                <a:lnTo>
                  <a:pt x="103130" y="600997"/>
                </a:lnTo>
                <a:lnTo>
                  <a:pt x="73366" y="567130"/>
                </a:lnTo>
                <a:lnTo>
                  <a:pt x="48073" y="529615"/>
                </a:lnTo>
                <a:lnTo>
                  <a:pt x="27670" y="488868"/>
                </a:lnTo>
                <a:lnTo>
                  <a:pt x="12577" y="445306"/>
                </a:lnTo>
                <a:lnTo>
                  <a:pt x="3214" y="399348"/>
                </a:lnTo>
                <a:lnTo>
                  <a:pt x="0" y="351409"/>
                </a:lnTo>
                <a:lnTo>
                  <a:pt x="3214" y="303790"/>
                </a:lnTo>
                <a:lnTo>
                  <a:pt x="12577" y="258099"/>
                </a:lnTo>
                <a:lnTo>
                  <a:pt x="27670" y="214757"/>
                </a:lnTo>
                <a:lnTo>
                  <a:pt x="48073" y="174185"/>
                </a:lnTo>
                <a:lnTo>
                  <a:pt x="73366" y="136806"/>
                </a:lnTo>
                <a:lnTo>
                  <a:pt x="103130" y="103043"/>
                </a:lnTo>
                <a:lnTo>
                  <a:pt x="136945" y="73315"/>
                </a:lnTo>
                <a:lnTo>
                  <a:pt x="174392" y="48047"/>
                </a:lnTo>
                <a:lnTo>
                  <a:pt x="215051" y="27659"/>
                </a:lnTo>
                <a:lnTo>
                  <a:pt x="258503" y="12574"/>
                </a:lnTo>
                <a:lnTo>
                  <a:pt x="304328" y="3213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63744" y="1197483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8700" y="2088133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5"/>
                </a:moveTo>
                <a:lnTo>
                  <a:pt x="304328" y="701000"/>
                </a:lnTo>
                <a:lnTo>
                  <a:pt x="258503" y="691635"/>
                </a:lnTo>
                <a:lnTo>
                  <a:pt x="215051" y="676539"/>
                </a:lnTo>
                <a:lnTo>
                  <a:pt x="174392" y="656129"/>
                </a:lnTo>
                <a:lnTo>
                  <a:pt x="136945" y="630825"/>
                </a:lnTo>
                <a:lnTo>
                  <a:pt x="103130" y="601044"/>
                </a:lnTo>
                <a:lnTo>
                  <a:pt x="73366" y="567206"/>
                </a:lnTo>
                <a:lnTo>
                  <a:pt x="48073" y="529728"/>
                </a:lnTo>
                <a:lnTo>
                  <a:pt x="27670" y="489029"/>
                </a:lnTo>
                <a:lnTo>
                  <a:pt x="12577" y="445527"/>
                </a:lnTo>
                <a:lnTo>
                  <a:pt x="3214" y="399641"/>
                </a:lnTo>
                <a:lnTo>
                  <a:pt x="0" y="351790"/>
                </a:lnTo>
                <a:lnTo>
                  <a:pt x="3214" y="304084"/>
                </a:lnTo>
                <a:lnTo>
                  <a:pt x="12577" y="258320"/>
                </a:lnTo>
                <a:lnTo>
                  <a:pt x="27670" y="214917"/>
                </a:lnTo>
                <a:lnTo>
                  <a:pt x="48073" y="174298"/>
                </a:lnTo>
                <a:lnTo>
                  <a:pt x="73366" y="136882"/>
                </a:lnTo>
                <a:lnTo>
                  <a:pt x="103130" y="103090"/>
                </a:lnTo>
                <a:lnTo>
                  <a:pt x="136945" y="73343"/>
                </a:lnTo>
                <a:lnTo>
                  <a:pt x="174392" y="48061"/>
                </a:lnTo>
                <a:lnTo>
                  <a:pt x="215051" y="27665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63744" y="2277617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15025" y="1145794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5025" y="2226564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元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38704" y="3168269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3" y="704214"/>
                </a:moveTo>
                <a:lnTo>
                  <a:pt x="304324" y="701000"/>
                </a:lnTo>
                <a:lnTo>
                  <a:pt x="258498" y="691637"/>
                </a:lnTo>
                <a:lnTo>
                  <a:pt x="215045" y="676544"/>
                </a:lnTo>
                <a:lnTo>
                  <a:pt x="174384" y="656141"/>
                </a:lnTo>
                <a:lnTo>
                  <a:pt x="136936" y="630848"/>
                </a:lnTo>
                <a:lnTo>
                  <a:pt x="103119" y="601084"/>
                </a:lnTo>
                <a:lnTo>
                  <a:pt x="73353" y="567269"/>
                </a:lnTo>
                <a:lnTo>
                  <a:pt x="48059" y="529822"/>
                </a:lnTo>
                <a:lnTo>
                  <a:pt x="27656" y="489163"/>
                </a:lnTo>
                <a:lnTo>
                  <a:pt x="12565" y="445711"/>
                </a:lnTo>
                <a:lnTo>
                  <a:pt x="3206" y="399886"/>
                </a:lnTo>
                <a:lnTo>
                  <a:pt x="0" y="352107"/>
                </a:lnTo>
                <a:lnTo>
                  <a:pt x="3220" y="304328"/>
                </a:lnTo>
                <a:lnTo>
                  <a:pt x="12586" y="258503"/>
                </a:lnTo>
                <a:lnTo>
                  <a:pt x="27679" y="215051"/>
                </a:lnTo>
                <a:lnTo>
                  <a:pt x="48081" y="174392"/>
                </a:lnTo>
                <a:lnTo>
                  <a:pt x="73373" y="136945"/>
                </a:lnTo>
                <a:lnTo>
                  <a:pt x="103135" y="103130"/>
                </a:lnTo>
                <a:lnTo>
                  <a:pt x="136948" y="73366"/>
                </a:lnTo>
                <a:lnTo>
                  <a:pt x="174393" y="48073"/>
                </a:lnTo>
                <a:lnTo>
                  <a:pt x="215050" y="27670"/>
                </a:lnTo>
                <a:lnTo>
                  <a:pt x="258500" y="12577"/>
                </a:lnTo>
                <a:lnTo>
                  <a:pt x="304325" y="3214"/>
                </a:lnTo>
                <a:lnTo>
                  <a:pt x="352103" y="0"/>
                </a:lnTo>
                <a:lnTo>
                  <a:pt x="399882" y="3214"/>
                </a:lnTo>
                <a:lnTo>
                  <a:pt x="445707" y="12577"/>
                </a:lnTo>
                <a:lnTo>
                  <a:pt x="489160" y="27671"/>
                </a:lnTo>
                <a:lnTo>
                  <a:pt x="529821" y="48075"/>
                </a:lnTo>
                <a:lnTo>
                  <a:pt x="567270" y="73370"/>
                </a:lnTo>
                <a:lnTo>
                  <a:pt x="601087" y="103138"/>
                </a:lnTo>
                <a:lnTo>
                  <a:pt x="630852" y="136958"/>
                </a:lnTo>
                <a:lnTo>
                  <a:pt x="656146" y="174411"/>
                </a:lnTo>
                <a:lnTo>
                  <a:pt x="676549" y="215078"/>
                </a:lnTo>
                <a:lnTo>
                  <a:pt x="691640" y="258540"/>
                </a:lnTo>
                <a:lnTo>
                  <a:pt x="700999" y="304377"/>
                </a:lnTo>
                <a:lnTo>
                  <a:pt x="704206" y="352170"/>
                </a:lnTo>
                <a:lnTo>
                  <a:pt x="700986" y="399935"/>
                </a:lnTo>
                <a:lnTo>
                  <a:pt x="691620" y="445747"/>
                </a:lnTo>
                <a:lnTo>
                  <a:pt x="676526" y="489189"/>
                </a:lnTo>
                <a:lnTo>
                  <a:pt x="656124" y="529841"/>
                </a:lnTo>
                <a:lnTo>
                  <a:pt x="630833" y="567281"/>
                </a:lnTo>
                <a:lnTo>
                  <a:pt x="601071" y="601092"/>
                </a:lnTo>
                <a:lnTo>
                  <a:pt x="567258" y="630853"/>
                </a:lnTo>
                <a:lnTo>
                  <a:pt x="529813" y="656144"/>
                </a:lnTo>
                <a:lnTo>
                  <a:pt x="489155" y="676545"/>
                </a:lnTo>
                <a:lnTo>
                  <a:pt x="445705" y="691637"/>
                </a:lnTo>
                <a:lnTo>
                  <a:pt x="399881" y="701000"/>
                </a:lnTo>
                <a:lnTo>
                  <a:pt x="352103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063744" y="3357753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38700" y="4248403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5"/>
                </a:moveTo>
                <a:lnTo>
                  <a:pt x="304327" y="701000"/>
                </a:lnTo>
                <a:lnTo>
                  <a:pt x="258497" y="691637"/>
                </a:lnTo>
                <a:lnTo>
                  <a:pt x="215038" y="676544"/>
                </a:lnTo>
                <a:lnTo>
                  <a:pt x="174368" y="656141"/>
                </a:lnTo>
                <a:lnTo>
                  <a:pt x="136909" y="630848"/>
                </a:lnTo>
                <a:lnTo>
                  <a:pt x="103081" y="601084"/>
                </a:lnTo>
                <a:lnTo>
                  <a:pt x="73366" y="567357"/>
                </a:lnTo>
                <a:lnTo>
                  <a:pt x="48073" y="529954"/>
                </a:lnTo>
                <a:lnTo>
                  <a:pt x="27670" y="489350"/>
                </a:lnTo>
                <a:lnTo>
                  <a:pt x="12577" y="445968"/>
                </a:lnTo>
                <a:lnTo>
                  <a:pt x="3214" y="400228"/>
                </a:lnTo>
                <a:lnTo>
                  <a:pt x="0" y="352551"/>
                </a:lnTo>
                <a:lnTo>
                  <a:pt x="3214" y="304671"/>
                </a:lnTo>
                <a:lnTo>
                  <a:pt x="12577" y="258761"/>
                </a:lnTo>
                <a:lnTo>
                  <a:pt x="27670" y="215239"/>
                </a:lnTo>
                <a:lnTo>
                  <a:pt x="48073" y="174524"/>
                </a:lnTo>
                <a:lnTo>
                  <a:pt x="73366" y="137033"/>
                </a:lnTo>
                <a:lnTo>
                  <a:pt x="103193" y="103130"/>
                </a:lnTo>
                <a:lnTo>
                  <a:pt x="136993" y="73366"/>
                </a:lnTo>
                <a:lnTo>
                  <a:pt x="174425" y="48073"/>
                </a:lnTo>
                <a:lnTo>
                  <a:pt x="215071" y="27670"/>
                </a:lnTo>
                <a:lnTo>
                  <a:pt x="258513" y="12577"/>
                </a:lnTo>
                <a:lnTo>
                  <a:pt x="304332" y="3214"/>
                </a:lnTo>
                <a:lnTo>
                  <a:pt x="352107" y="0"/>
                </a:lnTo>
                <a:lnTo>
                  <a:pt x="399887" y="3214"/>
                </a:lnTo>
                <a:lnTo>
                  <a:pt x="445717" y="12579"/>
                </a:lnTo>
                <a:lnTo>
                  <a:pt x="489176" y="27677"/>
                </a:lnTo>
                <a:lnTo>
                  <a:pt x="529846" y="48089"/>
                </a:lnTo>
                <a:lnTo>
                  <a:pt x="567305" y="73398"/>
                </a:lnTo>
                <a:lnTo>
                  <a:pt x="601133" y="103185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21" y="601140"/>
                </a:lnTo>
                <a:lnTo>
                  <a:pt x="567221" y="630880"/>
                </a:lnTo>
                <a:lnTo>
                  <a:pt x="529789" y="656158"/>
                </a:lnTo>
                <a:lnTo>
                  <a:pt x="489143" y="676551"/>
                </a:lnTo>
                <a:lnTo>
                  <a:pt x="445701" y="691639"/>
                </a:lnTo>
                <a:lnTo>
                  <a:pt x="399882" y="701000"/>
                </a:lnTo>
                <a:lnTo>
                  <a:pt x="352107" y="704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63744" y="4437888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04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38700" y="5327903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5"/>
                </a:moveTo>
                <a:lnTo>
                  <a:pt x="304328" y="701000"/>
                </a:lnTo>
                <a:lnTo>
                  <a:pt x="258503" y="691637"/>
                </a:lnTo>
                <a:lnTo>
                  <a:pt x="215051" y="676543"/>
                </a:lnTo>
                <a:lnTo>
                  <a:pt x="174392" y="656139"/>
                </a:lnTo>
                <a:lnTo>
                  <a:pt x="136945" y="630844"/>
                </a:lnTo>
                <a:lnTo>
                  <a:pt x="103130" y="601076"/>
                </a:lnTo>
                <a:lnTo>
                  <a:pt x="73366" y="567256"/>
                </a:lnTo>
                <a:lnTo>
                  <a:pt x="48073" y="529803"/>
                </a:lnTo>
                <a:lnTo>
                  <a:pt x="27670" y="489136"/>
                </a:lnTo>
                <a:lnTo>
                  <a:pt x="12577" y="445674"/>
                </a:lnTo>
                <a:lnTo>
                  <a:pt x="3214" y="399837"/>
                </a:lnTo>
                <a:lnTo>
                  <a:pt x="0" y="352044"/>
                </a:lnTo>
                <a:lnTo>
                  <a:pt x="3214" y="304279"/>
                </a:lnTo>
                <a:lnTo>
                  <a:pt x="12577" y="258467"/>
                </a:lnTo>
                <a:lnTo>
                  <a:pt x="27670" y="215025"/>
                </a:lnTo>
                <a:lnTo>
                  <a:pt x="48073" y="174373"/>
                </a:lnTo>
                <a:lnTo>
                  <a:pt x="73366" y="136933"/>
                </a:lnTo>
                <a:lnTo>
                  <a:pt x="103130" y="103122"/>
                </a:lnTo>
                <a:lnTo>
                  <a:pt x="136945" y="73361"/>
                </a:lnTo>
                <a:lnTo>
                  <a:pt x="174392" y="48070"/>
                </a:lnTo>
                <a:lnTo>
                  <a:pt x="215051" y="27669"/>
                </a:lnTo>
                <a:lnTo>
                  <a:pt x="258503" y="12577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063744" y="5517388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05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15025" y="3306064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典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15025" y="4386198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集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15025" y="5466333"/>
            <a:ext cx="1860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数据类型转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换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01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6993" y="2909912"/>
            <a:ext cx="1552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05657"/>
                </a:solidFill>
                <a:latin typeface="宋体"/>
                <a:cs typeface="宋体"/>
              </a:rPr>
              <a:t>列</a:t>
            </a:r>
            <a:r>
              <a:rPr dirty="0" sz="6000" spc="-25" b="1">
                <a:solidFill>
                  <a:srgbClr val="205657"/>
                </a:solidFill>
                <a:latin typeface="宋体"/>
                <a:cs typeface="宋体"/>
              </a:rPr>
              <a:t>表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列表的定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9223" y="1243583"/>
            <a:ext cx="10800715" cy="1369060"/>
          </a:xfrm>
          <a:custGeom>
            <a:avLst/>
            <a:gdLst/>
            <a:ahLst/>
            <a:cxnLst/>
            <a:rect l="l" t="t" r="r" b="b"/>
            <a:pathLst>
              <a:path w="10800715" h="1369060">
                <a:moveTo>
                  <a:pt x="10571988" y="1368552"/>
                </a:moveTo>
                <a:lnTo>
                  <a:pt x="227076" y="1368552"/>
                </a:lnTo>
                <a:lnTo>
                  <a:pt x="181345" y="1363798"/>
                </a:lnTo>
                <a:lnTo>
                  <a:pt x="138715" y="1350419"/>
                </a:lnTo>
                <a:lnTo>
                  <a:pt x="100114" y="1329324"/>
                </a:lnTo>
                <a:lnTo>
                  <a:pt x="66470" y="1301424"/>
                </a:lnTo>
                <a:lnTo>
                  <a:pt x="38709" y="1267627"/>
                </a:lnTo>
                <a:lnTo>
                  <a:pt x="17758" y="1228843"/>
                </a:lnTo>
                <a:lnTo>
                  <a:pt x="4546" y="1185981"/>
                </a:lnTo>
                <a:lnTo>
                  <a:pt x="0" y="1139952"/>
                </a:lnTo>
                <a:lnTo>
                  <a:pt x="0" y="228599"/>
                </a:lnTo>
                <a:lnTo>
                  <a:pt x="4546" y="182574"/>
                </a:lnTo>
                <a:lnTo>
                  <a:pt x="17758" y="139715"/>
                </a:lnTo>
                <a:lnTo>
                  <a:pt x="38709" y="100933"/>
                </a:lnTo>
                <a:lnTo>
                  <a:pt x="66470" y="67136"/>
                </a:lnTo>
                <a:lnTo>
                  <a:pt x="100114" y="39235"/>
                </a:lnTo>
                <a:lnTo>
                  <a:pt x="138715" y="18139"/>
                </a:lnTo>
                <a:lnTo>
                  <a:pt x="181345" y="4757"/>
                </a:lnTo>
                <a:lnTo>
                  <a:pt x="227076" y="0"/>
                </a:lnTo>
                <a:lnTo>
                  <a:pt x="10571988" y="0"/>
                </a:lnTo>
                <a:lnTo>
                  <a:pt x="10617888" y="4757"/>
                </a:lnTo>
                <a:lnTo>
                  <a:pt x="10660658" y="18139"/>
                </a:lnTo>
                <a:lnTo>
                  <a:pt x="10699386" y="39235"/>
                </a:lnTo>
                <a:lnTo>
                  <a:pt x="10733165" y="67136"/>
                </a:lnTo>
                <a:lnTo>
                  <a:pt x="10761084" y="100933"/>
                </a:lnTo>
                <a:lnTo>
                  <a:pt x="10782233" y="139715"/>
                </a:lnTo>
                <a:lnTo>
                  <a:pt x="10795705" y="182574"/>
                </a:lnTo>
                <a:lnTo>
                  <a:pt x="10800588" y="228599"/>
                </a:lnTo>
                <a:lnTo>
                  <a:pt x="10800588" y="1139952"/>
                </a:lnTo>
                <a:lnTo>
                  <a:pt x="10795705" y="1185981"/>
                </a:lnTo>
                <a:lnTo>
                  <a:pt x="10782233" y="1228843"/>
                </a:lnTo>
                <a:lnTo>
                  <a:pt x="10761084" y="1267627"/>
                </a:lnTo>
                <a:lnTo>
                  <a:pt x="10733165" y="1301424"/>
                </a:lnTo>
                <a:lnTo>
                  <a:pt x="10699386" y="1329324"/>
                </a:lnTo>
                <a:lnTo>
                  <a:pt x="10660658" y="1350419"/>
                </a:lnTo>
                <a:lnTo>
                  <a:pt x="10617888" y="1363798"/>
                </a:lnTo>
                <a:lnTo>
                  <a:pt x="10571988" y="1368552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755" y="1414970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数值用来存储单个数字，字符串用来存储任意文本，那么如果有很多个数据(如100个会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计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科目、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个月的收入金额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)，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该如何存储呢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604" y="3073907"/>
            <a:ext cx="10799445" cy="1727200"/>
          </a:xfrm>
          <a:custGeom>
            <a:avLst/>
            <a:gdLst/>
            <a:ahLst/>
            <a:cxnLst/>
            <a:rect l="l" t="t" r="r" b="b"/>
            <a:pathLst>
              <a:path w="10799445" h="1727200">
                <a:moveTo>
                  <a:pt x="10511028" y="1726692"/>
                </a:moveTo>
                <a:lnTo>
                  <a:pt x="288036" y="1726692"/>
                </a:lnTo>
                <a:lnTo>
                  <a:pt x="241171" y="1723094"/>
                </a:lnTo>
                <a:lnTo>
                  <a:pt x="196739" y="1712315"/>
                </a:lnTo>
                <a:lnTo>
                  <a:pt x="155334" y="1694947"/>
                </a:lnTo>
                <a:lnTo>
                  <a:pt x="117547" y="1671582"/>
                </a:lnTo>
                <a:lnTo>
                  <a:pt x="83972" y="1642814"/>
                </a:lnTo>
                <a:lnTo>
                  <a:pt x="55200" y="1609235"/>
                </a:lnTo>
                <a:lnTo>
                  <a:pt x="31824" y="1571437"/>
                </a:lnTo>
                <a:lnTo>
                  <a:pt x="14437" y="1530013"/>
                </a:lnTo>
                <a:lnTo>
                  <a:pt x="3631" y="1485555"/>
                </a:lnTo>
                <a:lnTo>
                  <a:pt x="0" y="1438656"/>
                </a:lnTo>
                <a:lnTo>
                  <a:pt x="0" y="288036"/>
                </a:lnTo>
                <a:lnTo>
                  <a:pt x="3631" y="241171"/>
                </a:lnTo>
                <a:lnTo>
                  <a:pt x="14437" y="196739"/>
                </a:lnTo>
                <a:lnTo>
                  <a:pt x="31824" y="155334"/>
                </a:lnTo>
                <a:lnTo>
                  <a:pt x="55200" y="117547"/>
                </a:lnTo>
                <a:lnTo>
                  <a:pt x="83972" y="83972"/>
                </a:lnTo>
                <a:lnTo>
                  <a:pt x="117547" y="55200"/>
                </a:lnTo>
                <a:lnTo>
                  <a:pt x="155334" y="31824"/>
                </a:lnTo>
                <a:lnTo>
                  <a:pt x="196739" y="14437"/>
                </a:lnTo>
                <a:lnTo>
                  <a:pt x="241171" y="3631"/>
                </a:lnTo>
                <a:lnTo>
                  <a:pt x="288036" y="0"/>
                </a:lnTo>
                <a:lnTo>
                  <a:pt x="10511028" y="0"/>
                </a:lnTo>
                <a:lnTo>
                  <a:pt x="10557741" y="3631"/>
                </a:lnTo>
                <a:lnTo>
                  <a:pt x="10602055" y="14437"/>
                </a:lnTo>
                <a:lnTo>
                  <a:pt x="10643377" y="31824"/>
                </a:lnTo>
                <a:lnTo>
                  <a:pt x="10681113" y="55200"/>
                </a:lnTo>
                <a:lnTo>
                  <a:pt x="10714672" y="83972"/>
                </a:lnTo>
                <a:lnTo>
                  <a:pt x="10743461" y="117547"/>
                </a:lnTo>
                <a:lnTo>
                  <a:pt x="10766887" y="155334"/>
                </a:lnTo>
                <a:lnTo>
                  <a:pt x="10784358" y="196739"/>
                </a:lnTo>
                <a:lnTo>
                  <a:pt x="10795281" y="241171"/>
                </a:lnTo>
                <a:lnTo>
                  <a:pt x="10799064" y="288036"/>
                </a:lnTo>
                <a:lnTo>
                  <a:pt x="10799064" y="1438656"/>
                </a:lnTo>
                <a:lnTo>
                  <a:pt x="10795281" y="1485555"/>
                </a:lnTo>
                <a:lnTo>
                  <a:pt x="10784358" y="1530013"/>
                </a:lnTo>
                <a:lnTo>
                  <a:pt x="10766887" y="1571437"/>
                </a:lnTo>
                <a:lnTo>
                  <a:pt x="10743461" y="1609235"/>
                </a:lnTo>
                <a:lnTo>
                  <a:pt x="10714672" y="1642814"/>
                </a:lnTo>
                <a:lnTo>
                  <a:pt x="10681113" y="1671582"/>
                </a:lnTo>
                <a:lnTo>
                  <a:pt x="10643377" y="1694947"/>
                </a:lnTo>
                <a:lnTo>
                  <a:pt x="10602055" y="1712315"/>
                </a:lnTo>
                <a:lnTo>
                  <a:pt x="10557741" y="1723094"/>
                </a:lnTo>
                <a:lnTo>
                  <a:pt x="10511028" y="17266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4847" y="3067050"/>
            <a:ext cx="10812145" cy="1739900"/>
          </a:xfrm>
          <a:custGeom>
            <a:avLst/>
            <a:gdLst/>
            <a:ahLst/>
            <a:cxnLst/>
            <a:rect l="l" t="t" r="r" b="b"/>
            <a:pathLst>
              <a:path w="10812145" h="1739900">
                <a:moveTo>
                  <a:pt x="10605312" y="12700"/>
                </a:moveTo>
                <a:lnTo>
                  <a:pt x="206705" y="12700"/>
                </a:lnTo>
                <a:lnTo>
                  <a:pt x="213652" y="0"/>
                </a:lnTo>
                <a:lnTo>
                  <a:pt x="10598365" y="0"/>
                </a:lnTo>
                <a:lnTo>
                  <a:pt x="10605312" y="12700"/>
                </a:lnTo>
                <a:close/>
              </a:path>
              <a:path w="10812145" h="1739900">
                <a:moveTo>
                  <a:pt x="203822" y="25400"/>
                </a:moveTo>
                <a:lnTo>
                  <a:pt x="173101" y="25400"/>
                </a:lnTo>
                <a:lnTo>
                  <a:pt x="179666" y="12700"/>
                </a:lnTo>
                <a:lnTo>
                  <a:pt x="210553" y="12700"/>
                </a:lnTo>
                <a:lnTo>
                  <a:pt x="203822" y="25400"/>
                </a:lnTo>
                <a:close/>
              </a:path>
              <a:path w="10812145" h="1739900">
                <a:moveTo>
                  <a:pt x="10638917" y="25400"/>
                </a:moveTo>
                <a:lnTo>
                  <a:pt x="10608195" y="25400"/>
                </a:lnTo>
                <a:lnTo>
                  <a:pt x="10601464" y="12700"/>
                </a:lnTo>
                <a:lnTo>
                  <a:pt x="10632363" y="12700"/>
                </a:lnTo>
                <a:lnTo>
                  <a:pt x="10638917" y="25400"/>
                </a:lnTo>
                <a:close/>
              </a:path>
              <a:path w="10812145" h="1739900">
                <a:moveTo>
                  <a:pt x="172059" y="38100"/>
                </a:moveTo>
                <a:lnTo>
                  <a:pt x="147726" y="38100"/>
                </a:lnTo>
                <a:lnTo>
                  <a:pt x="153936" y="25400"/>
                </a:lnTo>
                <a:lnTo>
                  <a:pt x="178396" y="25400"/>
                </a:lnTo>
                <a:lnTo>
                  <a:pt x="172059" y="38100"/>
                </a:lnTo>
                <a:close/>
              </a:path>
              <a:path w="10812145" h="1739900">
                <a:moveTo>
                  <a:pt x="10664304" y="38100"/>
                </a:moveTo>
                <a:lnTo>
                  <a:pt x="10639958" y="38100"/>
                </a:lnTo>
                <a:lnTo>
                  <a:pt x="10633621" y="25400"/>
                </a:lnTo>
                <a:lnTo>
                  <a:pt x="10658094" y="25400"/>
                </a:lnTo>
                <a:lnTo>
                  <a:pt x="10664304" y="38100"/>
                </a:lnTo>
                <a:close/>
              </a:path>
              <a:path w="10812145" h="1739900">
                <a:moveTo>
                  <a:pt x="148132" y="50800"/>
                </a:moveTo>
                <a:lnTo>
                  <a:pt x="123837" y="50800"/>
                </a:lnTo>
                <a:lnTo>
                  <a:pt x="129667" y="38100"/>
                </a:lnTo>
                <a:lnTo>
                  <a:pt x="154114" y="38100"/>
                </a:lnTo>
                <a:lnTo>
                  <a:pt x="148132" y="50800"/>
                </a:lnTo>
                <a:close/>
              </a:path>
              <a:path w="10812145" h="1739900">
                <a:moveTo>
                  <a:pt x="10688180" y="50800"/>
                </a:moveTo>
                <a:lnTo>
                  <a:pt x="10663885" y="50800"/>
                </a:lnTo>
                <a:lnTo>
                  <a:pt x="10657903" y="38100"/>
                </a:lnTo>
                <a:lnTo>
                  <a:pt x="10682363" y="38100"/>
                </a:lnTo>
                <a:lnTo>
                  <a:pt x="10688180" y="50800"/>
                </a:lnTo>
                <a:close/>
              </a:path>
              <a:path w="10812145" h="1739900">
                <a:moveTo>
                  <a:pt x="114973" y="76200"/>
                </a:moveTo>
                <a:lnTo>
                  <a:pt x="96329" y="76200"/>
                </a:lnTo>
                <a:lnTo>
                  <a:pt x="107010" y="63500"/>
                </a:lnTo>
                <a:lnTo>
                  <a:pt x="118097" y="50800"/>
                </a:lnTo>
                <a:lnTo>
                  <a:pt x="136829" y="50800"/>
                </a:lnTo>
                <a:lnTo>
                  <a:pt x="131140" y="63500"/>
                </a:lnTo>
                <a:lnTo>
                  <a:pt x="125857" y="63500"/>
                </a:lnTo>
                <a:lnTo>
                  <a:pt x="114973" y="76200"/>
                </a:lnTo>
                <a:close/>
              </a:path>
              <a:path w="10812145" h="1739900">
                <a:moveTo>
                  <a:pt x="10715701" y="76200"/>
                </a:moveTo>
                <a:lnTo>
                  <a:pt x="10697057" y="76200"/>
                </a:lnTo>
                <a:lnTo>
                  <a:pt x="10686173" y="63500"/>
                </a:lnTo>
                <a:lnTo>
                  <a:pt x="10680877" y="63500"/>
                </a:lnTo>
                <a:lnTo>
                  <a:pt x="10675188" y="50800"/>
                </a:lnTo>
                <a:lnTo>
                  <a:pt x="10693933" y="50800"/>
                </a:lnTo>
                <a:lnTo>
                  <a:pt x="10705020" y="63500"/>
                </a:lnTo>
                <a:lnTo>
                  <a:pt x="10715701" y="76200"/>
                </a:lnTo>
                <a:close/>
              </a:path>
              <a:path w="10812145" h="1739900">
                <a:moveTo>
                  <a:pt x="76809" y="114300"/>
                </a:moveTo>
                <a:lnTo>
                  <a:pt x="58394" y="114300"/>
                </a:lnTo>
                <a:lnTo>
                  <a:pt x="67106" y="101600"/>
                </a:lnTo>
                <a:lnTo>
                  <a:pt x="76365" y="88900"/>
                </a:lnTo>
                <a:lnTo>
                  <a:pt x="86106" y="76200"/>
                </a:lnTo>
                <a:lnTo>
                  <a:pt x="104978" y="76200"/>
                </a:lnTo>
                <a:lnTo>
                  <a:pt x="94983" y="88900"/>
                </a:lnTo>
                <a:lnTo>
                  <a:pt x="95199" y="88900"/>
                </a:lnTo>
                <a:lnTo>
                  <a:pt x="85661" y="101600"/>
                </a:lnTo>
                <a:lnTo>
                  <a:pt x="85864" y="101600"/>
                </a:lnTo>
                <a:lnTo>
                  <a:pt x="76809" y="114300"/>
                </a:lnTo>
                <a:close/>
              </a:path>
              <a:path w="10812145" h="1739900">
                <a:moveTo>
                  <a:pt x="10753623" y="114300"/>
                </a:moveTo>
                <a:lnTo>
                  <a:pt x="10735208" y="114300"/>
                </a:lnTo>
                <a:lnTo>
                  <a:pt x="10726166" y="101600"/>
                </a:lnTo>
                <a:lnTo>
                  <a:pt x="10726369" y="101600"/>
                </a:lnTo>
                <a:lnTo>
                  <a:pt x="10716831" y="88900"/>
                </a:lnTo>
                <a:lnTo>
                  <a:pt x="10717047" y="88900"/>
                </a:lnTo>
                <a:lnTo>
                  <a:pt x="10707039" y="76200"/>
                </a:lnTo>
                <a:lnTo>
                  <a:pt x="10725912" y="76200"/>
                </a:lnTo>
                <a:lnTo>
                  <a:pt x="10735665" y="88900"/>
                </a:lnTo>
                <a:lnTo>
                  <a:pt x="10744911" y="101600"/>
                </a:lnTo>
                <a:lnTo>
                  <a:pt x="10753623" y="114300"/>
                </a:lnTo>
                <a:close/>
              </a:path>
              <a:path w="10812145" h="1739900">
                <a:moveTo>
                  <a:pt x="64515" y="127000"/>
                </a:moveTo>
                <a:lnTo>
                  <a:pt x="50177" y="127000"/>
                </a:lnTo>
                <a:lnTo>
                  <a:pt x="54203" y="114300"/>
                </a:lnTo>
                <a:lnTo>
                  <a:pt x="68592" y="114300"/>
                </a:lnTo>
                <a:lnTo>
                  <a:pt x="64515" y="127000"/>
                </a:lnTo>
                <a:close/>
              </a:path>
              <a:path w="10812145" h="1739900">
                <a:moveTo>
                  <a:pt x="10761853" y="127000"/>
                </a:moveTo>
                <a:lnTo>
                  <a:pt x="10747514" y="127000"/>
                </a:lnTo>
                <a:lnTo>
                  <a:pt x="10743425" y="114300"/>
                </a:lnTo>
                <a:lnTo>
                  <a:pt x="10757814" y="114300"/>
                </a:lnTo>
                <a:lnTo>
                  <a:pt x="10761853" y="127000"/>
                </a:lnTo>
                <a:close/>
              </a:path>
              <a:path w="10812145" h="1739900">
                <a:moveTo>
                  <a:pt x="56921" y="139700"/>
                </a:moveTo>
                <a:lnTo>
                  <a:pt x="42519" y="139700"/>
                </a:lnTo>
                <a:lnTo>
                  <a:pt x="46278" y="127000"/>
                </a:lnTo>
                <a:lnTo>
                  <a:pt x="60731" y="127000"/>
                </a:lnTo>
                <a:lnTo>
                  <a:pt x="56921" y="139700"/>
                </a:lnTo>
                <a:close/>
              </a:path>
              <a:path w="10812145" h="1739900">
                <a:moveTo>
                  <a:pt x="10769511" y="139700"/>
                </a:moveTo>
                <a:lnTo>
                  <a:pt x="10755096" y="139700"/>
                </a:lnTo>
                <a:lnTo>
                  <a:pt x="10751286" y="127000"/>
                </a:lnTo>
                <a:lnTo>
                  <a:pt x="10765751" y="127000"/>
                </a:lnTo>
                <a:lnTo>
                  <a:pt x="10769511" y="139700"/>
                </a:lnTo>
                <a:close/>
              </a:path>
              <a:path w="10812145" h="1739900">
                <a:moveTo>
                  <a:pt x="49872" y="152400"/>
                </a:moveTo>
                <a:lnTo>
                  <a:pt x="35432" y="152400"/>
                </a:lnTo>
                <a:lnTo>
                  <a:pt x="38900" y="139700"/>
                </a:lnTo>
                <a:lnTo>
                  <a:pt x="53403" y="139700"/>
                </a:lnTo>
                <a:lnTo>
                  <a:pt x="49872" y="152400"/>
                </a:lnTo>
                <a:close/>
              </a:path>
              <a:path w="10812145" h="1739900">
                <a:moveTo>
                  <a:pt x="10776597" y="152400"/>
                </a:moveTo>
                <a:lnTo>
                  <a:pt x="10762157" y="152400"/>
                </a:lnTo>
                <a:lnTo>
                  <a:pt x="10758614" y="139700"/>
                </a:lnTo>
                <a:lnTo>
                  <a:pt x="10773117" y="139700"/>
                </a:lnTo>
                <a:lnTo>
                  <a:pt x="10776597" y="152400"/>
                </a:lnTo>
                <a:close/>
              </a:path>
              <a:path w="10812145" h="1739900">
                <a:moveTo>
                  <a:pt x="43370" y="165100"/>
                </a:moveTo>
                <a:lnTo>
                  <a:pt x="28930" y="165100"/>
                </a:lnTo>
                <a:lnTo>
                  <a:pt x="32105" y="152400"/>
                </a:lnTo>
                <a:lnTo>
                  <a:pt x="46621" y="152400"/>
                </a:lnTo>
                <a:lnTo>
                  <a:pt x="43370" y="165100"/>
                </a:lnTo>
                <a:close/>
              </a:path>
              <a:path w="10812145" h="1739900">
                <a:moveTo>
                  <a:pt x="10783100" y="165100"/>
                </a:moveTo>
                <a:lnTo>
                  <a:pt x="10768647" y="165100"/>
                </a:lnTo>
                <a:lnTo>
                  <a:pt x="10765396" y="152400"/>
                </a:lnTo>
                <a:lnTo>
                  <a:pt x="10779912" y="152400"/>
                </a:lnTo>
                <a:lnTo>
                  <a:pt x="10783100" y="165100"/>
                </a:lnTo>
                <a:close/>
              </a:path>
              <a:path w="10812145" h="1739900">
                <a:moveTo>
                  <a:pt x="37439" y="177800"/>
                </a:moveTo>
                <a:lnTo>
                  <a:pt x="23037" y="177800"/>
                </a:lnTo>
                <a:lnTo>
                  <a:pt x="25907" y="165100"/>
                </a:lnTo>
                <a:lnTo>
                  <a:pt x="40398" y="165100"/>
                </a:lnTo>
                <a:lnTo>
                  <a:pt x="37439" y="177800"/>
                </a:lnTo>
                <a:close/>
              </a:path>
              <a:path w="10812145" h="1739900">
                <a:moveTo>
                  <a:pt x="10788992" y="177800"/>
                </a:moveTo>
                <a:lnTo>
                  <a:pt x="10774578" y="177800"/>
                </a:lnTo>
                <a:lnTo>
                  <a:pt x="10771619" y="165100"/>
                </a:lnTo>
                <a:lnTo>
                  <a:pt x="10786122" y="165100"/>
                </a:lnTo>
                <a:lnTo>
                  <a:pt x="10788992" y="177800"/>
                </a:lnTo>
                <a:close/>
              </a:path>
              <a:path w="10812145" h="1739900">
                <a:moveTo>
                  <a:pt x="32105" y="190500"/>
                </a:moveTo>
                <a:lnTo>
                  <a:pt x="17767" y="190500"/>
                </a:lnTo>
                <a:lnTo>
                  <a:pt x="20320" y="177800"/>
                </a:lnTo>
                <a:lnTo>
                  <a:pt x="34759" y="177800"/>
                </a:lnTo>
                <a:lnTo>
                  <a:pt x="32105" y="190500"/>
                </a:lnTo>
                <a:close/>
              </a:path>
              <a:path w="10812145" h="1739900">
                <a:moveTo>
                  <a:pt x="10794263" y="190500"/>
                </a:moveTo>
                <a:lnTo>
                  <a:pt x="10779912" y="190500"/>
                </a:lnTo>
                <a:lnTo>
                  <a:pt x="10777258" y="177800"/>
                </a:lnTo>
                <a:lnTo>
                  <a:pt x="10791710" y="177800"/>
                </a:lnTo>
                <a:lnTo>
                  <a:pt x="10794263" y="190500"/>
                </a:lnTo>
                <a:close/>
              </a:path>
              <a:path w="10812145" h="1739900">
                <a:moveTo>
                  <a:pt x="27368" y="203200"/>
                </a:moveTo>
                <a:lnTo>
                  <a:pt x="13131" y="203200"/>
                </a:lnTo>
                <a:lnTo>
                  <a:pt x="15367" y="190500"/>
                </a:lnTo>
                <a:lnTo>
                  <a:pt x="29718" y="190500"/>
                </a:lnTo>
                <a:lnTo>
                  <a:pt x="27368" y="203200"/>
                </a:lnTo>
                <a:close/>
              </a:path>
              <a:path w="10812145" h="1739900">
                <a:moveTo>
                  <a:pt x="10798886" y="203200"/>
                </a:moveTo>
                <a:lnTo>
                  <a:pt x="10784649" y="203200"/>
                </a:lnTo>
                <a:lnTo>
                  <a:pt x="10782312" y="190500"/>
                </a:lnTo>
                <a:lnTo>
                  <a:pt x="10796651" y="190500"/>
                </a:lnTo>
                <a:lnTo>
                  <a:pt x="10798886" y="203200"/>
                </a:lnTo>
                <a:close/>
              </a:path>
              <a:path w="10812145" h="1739900">
                <a:moveTo>
                  <a:pt x="23266" y="215900"/>
                </a:moveTo>
                <a:lnTo>
                  <a:pt x="9169" y="215900"/>
                </a:lnTo>
                <a:lnTo>
                  <a:pt x="11061" y="203200"/>
                </a:lnTo>
                <a:lnTo>
                  <a:pt x="25285" y="203200"/>
                </a:lnTo>
                <a:lnTo>
                  <a:pt x="23266" y="215900"/>
                </a:lnTo>
                <a:close/>
              </a:path>
              <a:path w="10812145" h="1739900">
                <a:moveTo>
                  <a:pt x="10802861" y="215900"/>
                </a:moveTo>
                <a:lnTo>
                  <a:pt x="10788764" y="215900"/>
                </a:lnTo>
                <a:lnTo>
                  <a:pt x="10786744" y="203200"/>
                </a:lnTo>
                <a:lnTo>
                  <a:pt x="10800956" y="203200"/>
                </a:lnTo>
                <a:lnTo>
                  <a:pt x="10802861" y="215900"/>
                </a:lnTo>
                <a:close/>
              </a:path>
              <a:path w="10812145" h="1739900">
                <a:moveTo>
                  <a:pt x="16979" y="241300"/>
                </a:moveTo>
                <a:lnTo>
                  <a:pt x="4495" y="241300"/>
                </a:lnTo>
                <a:lnTo>
                  <a:pt x="5880" y="228600"/>
                </a:lnTo>
                <a:lnTo>
                  <a:pt x="7442" y="215900"/>
                </a:lnTo>
                <a:lnTo>
                  <a:pt x="21488" y="215900"/>
                </a:lnTo>
                <a:lnTo>
                  <a:pt x="19799" y="228600"/>
                </a:lnTo>
                <a:lnTo>
                  <a:pt x="18338" y="228600"/>
                </a:lnTo>
                <a:lnTo>
                  <a:pt x="16979" y="241300"/>
                </a:lnTo>
                <a:close/>
              </a:path>
              <a:path w="10812145" h="1739900">
                <a:moveTo>
                  <a:pt x="10807522" y="241300"/>
                </a:moveTo>
                <a:lnTo>
                  <a:pt x="10795038" y="241300"/>
                </a:lnTo>
                <a:lnTo>
                  <a:pt x="10793679" y="228600"/>
                </a:lnTo>
                <a:lnTo>
                  <a:pt x="10792231" y="228600"/>
                </a:lnTo>
                <a:lnTo>
                  <a:pt x="10790542" y="215900"/>
                </a:lnTo>
                <a:lnTo>
                  <a:pt x="10804588" y="215900"/>
                </a:lnTo>
                <a:lnTo>
                  <a:pt x="10806137" y="228600"/>
                </a:lnTo>
                <a:lnTo>
                  <a:pt x="10807522" y="241300"/>
                </a:lnTo>
                <a:close/>
              </a:path>
              <a:path w="10812145" h="1739900">
                <a:moveTo>
                  <a:pt x="14859" y="254000"/>
                </a:moveTo>
                <a:lnTo>
                  <a:pt x="2260" y="254000"/>
                </a:lnTo>
                <a:lnTo>
                  <a:pt x="3289" y="241300"/>
                </a:lnTo>
                <a:lnTo>
                  <a:pt x="15862" y="241300"/>
                </a:lnTo>
                <a:lnTo>
                  <a:pt x="14859" y="254000"/>
                </a:lnTo>
                <a:close/>
              </a:path>
              <a:path w="10812145" h="1739900">
                <a:moveTo>
                  <a:pt x="10809757" y="254000"/>
                </a:moveTo>
                <a:lnTo>
                  <a:pt x="10797171" y="254000"/>
                </a:lnTo>
                <a:lnTo>
                  <a:pt x="10796168" y="241300"/>
                </a:lnTo>
                <a:lnTo>
                  <a:pt x="10808728" y="241300"/>
                </a:lnTo>
                <a:lnTo>
                  <a:pt x="10809757" y="254000"/>
                </a:lnTo>
                <a:close/>
              </a:path>
              <a:path w="10812145" h="1739900">
                <a:moveTo>
                  <a:pt x="13411" y="266700"/>
                </a:moveTo>
                <a:lnTo>
                  <a:pt x="762" y="266700"/>
                </a:lnTo>
                <a:lnTo>
                  <a:pt x="1422" y="254000"/>
                </a:lnTo>
                <a:lnTo>
                  <a:pt x="14058" y="254000"/>
                </a:lnTo>
                <a:lnTo>
                  <a:pt x="13411" y="266700"/>
                </a:lnTo>
                <a:close/>
              </a:path>
              <a:path w="10812145" h="1739900">
                <a:moveTo>
                  <a:pt x="10811268" y="266700"/>
                </a:moveTo>
                <a:lnTo>
                  <a:pt x="10798606" y="266700"/>
                </a:lnTo>
                <a:lnTo>
                  <a:pt x="10797959" y="254000"/>
                </a:lnTo>
                <a:lnTo>
                  <a:pt x="10810608" y="254000"/>
                </a:lnTo>
                <a:lnTo>
                  <a:pt x="10811268" y="266700"/>
                </a:lnTo>
                <a:close/>
              </a:path>
              <a:path w="10812145" h="1739900">
                <a:moveTo>
                  <a:pt x="12966" y="1460500"/>
                </a:moveTo>
                <a:lnTo>
                  <a:pt x="279" y="1460500"/>
                </a:lnTo>
                <a:lnTo>
                  <a:pt x="0" y="1447800"/>
                </a:lnTo>
                <a:lnTo>
                  <a:pt x="0" y="279400"/>
                </a:lnTo>
                <a:lnTo>
                  <a:pt x="279" y="266700"/>
                </a:lnTo>
                <a:lnTo>
                  <a:pt x="13423" y="266700"/>
                </a:lnTo>
                <a:lnTo>
                  <a:pt x="12966" y="279400"/>
                </a:lnTo>
                <a:lnTo>
                  <a:pt x="12700" y="279400"/>
                </a:lnTo>
                <a:lnTo>
                  <a:pt x="12687" y="1447800"/>
                </a:lnTo>
                <a:lnTo>
                  <a:pt x="12966" y="1460500"/>
                </a:lnTo>
                <a:close/>
              </a:path>
              <a:path w="10812145" h="1739900">
                <a:moveTo>
                  <a:pt x="10811738" y="1460500"/>
                </a:moveTo>
                <a:lnTo>
                  <a:pt x="10799051" y="1460500"/>
                </a:lnTo>
                <a:lnTo>
                  <a:pt x="10799330" y="1447800"/>
                </a:lnTo>
                <a:lnTo>
                  <a:pt x="10799330" y="279400"/>
                </a:lnTo>
                <a:lnTo>
                  <a:pt x="10799064" y="279400"/>
                </a:lnTo>
                <a:lnTo>
                  <a:pt x="10798594" y="266700"/>
                </a:lnTo>
                <a:lnTo>
                  <a:pt x="10811738" y="266700"/>
                </a:lnTo>
                <a:lnTo>
                  <a:pt x="10812030" y="279400"/>
                </a:lnTo>
                <a:lnTo>
                  <a:pt x="10812030" y="1447800"/>
                </a:lnTo>
                <a:lnTo>
                  <a:pt x="10811738" y="1460500"/>
                </a:lnTo>
                <a:close/>
              </a:path>
              <a:path w="10812145" h="1739900">
                <a:moveTo>
                  <a:pt x="14058" y="1473200"/>
                </a:moveTo>
                <a:lnTo>
                  <a:pt x="1422" y="1473200"/>
                </a:lnTo>
                <a:lnTo>
                  <a:pt x="762" y="1460500"/>
                </a:lnTo>
                <a:lnTo>
                  <a:pt x="13411" y="1460500"/>
                </a:lnTo>
                <a:lnTo>
                  <a:pt x="14058" y="1473200"/>
                </a:lnTo>
                <a:close/>
              </a:path>
              <a:path w="10812145" h="1739900">
                <a:moveTo>
                  <a:pt x="10810608" y="1473200"/>
                </a:moveTo>
                <a:lnTo>
                  <a:pt x="10797959" y="1473200"/>
                </a:lnTo>
                <a:lnTo>
                  <a:pt x="10798606" y="1460500"/>
                </a:lnTo>
                <a:lnTo>
                  <a:pt x="10811268" y="1460500"/>
                </a:lnTo>
                <a:lnTo>
                  <a:pt x="10810608" y="1473200"/>
                </a:lnTo>
                <a:close/>
              </a:path>
              <a:path w="10812145" h="1739900">
                <a:moveTo>
                  <a:pt x="15862" y="1485900"/>
                </a:moveTo>
                <a:lnTo>
                  <a:pt x="3289" y="1485900"/>
                </a:lnTo>
                <a:lnTo>
                  <a:pt x="2260" y="1473200"/>
                </a:lnTo>
                <a:lnTo>
                  <a:pt x="14859" y="1473200"/>
                </a:lnTo>
                <a:lnTo>
                  <a:pt x="15862" y="1485900"/>
                </a:lnTo>
                <a:close/>
              </a:path>
              <a:path w="10812145" h="1739900">
                <a:moveTo>
                  <a:pt x="10808728" y="1485900"/>
                </a:moveTo>
                <a:lnTo>
                  <a:pt x="10796168" y="1485900"/>
                </a:lnTo>
                <a:lnTo>
                  <a:pt x="10797171" y="1473200"/>
                </a:lnTo>
                <a:lnTo>
                  <a:pt x="10809757" y="1473200"/>
                </a:lnTo>
                <a:lnTo>
                  <a:pt x="10808728" y="1485900"/>
                </a:lnTo>
                <a:close/>
              </a:path>
              <a:path w="10812145" h="1739900">
                <a:moveTo>
                  <a:pt x="21488" y="1511300"/>
                </a:moveTo>
                <a:lnTo>
                  <a:pt x="7442" y="1511300"/>
                </a:lnTo>
                <a:lnTo>
                  <a:pt x="5880" y="1498600"/>
                </a:lnTo>
                <a:lnTo>
                  <a:pt x="4495" y="1485900"/>
                </a:lnTo>
                <a:lnTo>
                  <a:pt x="16979" y="1485900"/>
                </a:lnTo>
                <a:lnTo>
                  <a:pt x="18338" y="1498600"/>
                </a:lnTo>
                <a:lnTo>
                  <a:pt x="19799" y="1498600"/>
                </a:lnTo>
                <a:lnTo>
                  <a:pt x="21488" y="1511300"/>
                </a:lnTo>
                <a:close/>
              </a:path>
              <a:path w="10812145" h="1739900">
                <a:moveTo>
                  <a:pt x="10804588" y="1511300"/>
                </a:moveTo>
                <a:lnTo>
                  <a:pt x="10790542" y="1511300"/>
                </a:lnTo>
                <a:lnTo>
                  <a:pt x="10792231" y="1498600"/>
                </a:lnTo>
                <a:lnTo>
                  <a:pt x="10793679" y="1498600"/>
                </a:lnTo>
                <a:lnTo>
                  <a:pt x="10795038" y="1485900"/>
                </a:lnTo>
                <a:lnTo>
                  <a:pt x="10807522" y="1485900"/>
                </a:lnTo>
                <a:lnTo>
                  <a:pt x="10806137" y="1498600"/>
                </a:lnTo>
                <a:lnTo>
                  <a:pt x="10804588" y="1511300"/>
                </a:lnTo>
                <a:close/>
              </a:path>
              <a:path w="10812145" h="1739900">
                <a:moveTo>
                  <a:pt x="25285" y="1524000"/>
                </a:moveTo>
                <a:lnTo>
                  <a:pt x="11061" y="1524000"/>
                </a:lnTo>
                <a:lnTo>
                  <a:pt x="9169" y="1511300"/>
                </a:lnTo>
                <a:lnTo>
                  <a:pt x="23266" y="1511300"/>
                </a:lnTo>
                <a:lnTo>
                  <a:pt x="25285" y="1524000"/>
                </a:lnTo>
                <a:close/>
              </a:path>
              <a:path w="10812145" h="1739900">
                <a:moveTo>
                  <a:pt x="10800956" y="1524000"/>
                </a:moveTo>
                <a:lnTo>
                  <a:pt x="10786744" y="1524000"/>
                </a:lnTo>
                <a:lnTo>
                  <a:pt x="10788764" y="1511300"/>
                </a:lnTo>
                <a:lnTo>
                  <a:pt x="10802861" y="1511300"/>
                </a:lnTo>
                <a:lnTo>
                  <a:pt x="10800956" y="1524000"/>
                </a:lnTo>
                <a:close/>
              </a:path>
              <a:path w="10812145" h="1739900">
                <a:moveTo>
                  <a:pt x="29718" y="1536700"/>
                </a:moveTo>
                <a:lnTo>
                  <a:pt x="15367" y="1536700"/>
                </a:lnTo>
                <a:lnTo>
                  <a:pt x="13131" y="1524000"/>
                </a:lnTo>
                <a:lnTo>
                  <a:pt x="27368" y="1524000"/>
                </a:lnTo>
                <a:lnTo>
                  <a:pt x="29718" y="1536700"/>
                </a:lnTo>
                <a:close/>
              </a:path>
              <a:path w="10812145" h="1739900">
                <a:moveTo>
                  <a:pt x="10796651" y="1536700"/>
                </a:moveTo>
                <a:lnTo>
                  <a:pt x="10782312" y="1536700"/>
                </a:lnTo>
                <a:lnTo>
                  <a:pt x="10784649" y="1524000"/>
                </a:lnTo>
                <a:lnTo>
                  <a:pt x="10798886" y="1524000"/>
                </a:lnTo>
                <a:lnTo>
                  <a:pt x="10796651" y="1536700"/>
                </a:lnTo>
                <a:close/>
              </a:path>
              <a:path w="10812145" h="1739900">
                <a:moveTo>
                  <a:pt x="32156" y="1549400"/>
                </a:moveTo>
                <a:lnTo>
                  <a:pt x="20320" y="1549400"/>
                </a:lnTo>
                <a:lnTo>
                  <a:pt x="17767" y="1536700"/>
                </a:lnTo>
                <a:lnTo>
                  <a:pt x="29667" y="1536700"/>
                </a:lnTo>
                <a:lnTo>
                  <a:pt x="32156" y="1549400"/>
                </a:lnTo>
                <a:close/>
              </a:path>
              <a:path w="10812145" h="1739900">
                <a:moveTo>
                  <a:pt x="10791710" y="1549400"/>
                </a:moveTo>
                <a:lnTo>
                  <a:pt x="10779861" y="1549400"/>
                </a:lnTo>
                <a:lnTo>
                  <a:pt x="10782363" y="1536700"/>
                </a:lnTo>
                <a:lnTo>
                  <a:pt x="10794263" y="1536700"/>
                </a:lnTo>
                <a:lnTo>
                  <a:pt x="10791710" y="1549400"/>
                </a:lnTo>
                <a:close/>
              </a:path>
              <a:path w="10812145" h="1739900">
                <a:moveTo>
                  <a:pt x="37503" y="1562100"/>
                </a:moveTo>
                <a:lnTo>
                  <a:pt x="25907" y="1562100"/>
                </a:lnTo>
                <a:lnTo>
                  <a:pt x="23037" y="1549400"/>
                </a:lnTo>
                <a:lnTo>
                  <a:pt x="34696" y="1549400"/>
                </a:lnTo>
                <a:lnTo>
                  <a:pt x="37503" y="1562100"/>
                </a:lnTo>
                <a:close/>
              </a:path>
              <a:path w="10812145" h="1739900">
                <a:moveTo>
                  <a:pt x="40398" y="1562100"/>
                </a:moveTo>
                <a:lnTo>
                  <a:pt x="37503" y="1562100"/>
                </a:lnTo>
                <a:lnTo>
                  <a:pt x="37439" y="1549400"/>
                </a:lnTo>
                <a:lnTo>
                  <a:pt x="40398" y="1562100"/>
                </a:lnTo>
                <a:close/>
              </a:path>
              <a:path w="10812145" h="1739900">
                <a:moveTo>
                  <a:pt x="10774514" y="1562100"/>
                </a:moveTo>
                <a:lnTo>
                  <a:pt x="10771619" y="1562100"/>
                </a:lnTo>
                <a:lnTo>
                  <a:pt x="10774578" y="1549400"/>
                </a:lnTo>
                <a:lnTo>
                  <a:pt x="10774514" y="1562100"/>
                </a:lnTo>
                <a:close/>
              </a:path>
              <a:path w="10812145" h="1739900">
                <a:moveTo>
                  <a:pt x="10786122" y="1562100"/>
                </a:moveTo>
                <a:lnTo>
                  <a:pt x="10774514" y="1562100"/>
                </a:lnTo>
                <a:lnTo>
                  <a:pt x="10777321" y="1549400"/>
                </a:lnTo>
                <a:lnTo>
                  <a:pt x="10788992" y="1549400"/>
                </a:lnTo>
                <a:lnTo>
                  <a:pt x="10786122" y="1562100"/>
                </a:lnTo>
                <a:close/>
              </a:path>
              <a:path w="10812145" h="1739900">
                <a:moveTo>
                  <a:pt x="46621" y="1574800"/>
                </a:moveTo>
                <a:lnTo>
                  <a:pt x="32105" y="1574800"/>
                </a:lnTo>
                <a:lnTo>
                  <a:pt x="28930" y="1562100"/>
                </a:lnTo>
                <a:lnTo>
                  <a:pt x="43370" y="1562100"/>
                </a:lnTo>
                <a:lnTo>
                  <a:pt x="46621" y="1574800"/>
                </a:lnTo>
                <a:close/>
              </a:path>
              <a:path w="10812145" h="1739900">
                <a:moveTo>
                  <a:pt x="10779912" y="1574800"/>
                </a:moveTo>
                <a:lnTo>
                  <a:pt x="10765396" y="1574800"/>
                </a:lnTo>
                <a:lnTo>
                  <a:pt x="10768647" y="1562100"/>
                </a:lnTo>
                <a:lnTo>
                  <a:pt x="10783100" y="1562100"/>
                </a:lnTo>
                <a:lnTo>
                  <a:pt x="10779912" y="1574800"/>
                </a:lnTo>
                <a:close/>
              </a:path>
              <a:path w="10812145" h="1739900">
                <a:moveTo>
                  <a:pt x="53403" y="1587500"/>
                </a:moveTo>
                <a:lnTo>
                  <a:pt x="38900" y="1587500"/>
                </a:lnTo>
                <a:lnTo>
                  <a:pt x="35432" y="1574800"/>
                </a:lnTo>
                <a:lnTo>
                  <a:pt x="49872" y="1574800"/>
                </a:lnTo>
                <a:lnTo>
                  <a:pt x="53403" y="1587500"/>
                </a:lnTo>
                <a:close/>
              </a:path>
              <a:path w="10812145" h="1739900">
                <a:moveTo>
                  <a:pt x="10773117" y="1587500"/>
                </a:moveTo>
                <a:lnTo>
                  <a:pt x="10758614" y="1587500"/>
                </a:lnTo>
                <a:lnTo>
                  <a:pt x="10762157" y="1574800"/>
                </a:lnTo>
                <a:lnTo>
                  <a:pt x="10776597" y="1574800"/>
                </a:lnTo>
                <a:lnTo>
                  <a:pt x="10773117" y="1587500"/>
                </a:lnTo>
                <a:close/>
              </a:path>
              <a:path w="10812145" h="1739900">
                <a:moveTo>
                  <a:pt x="60731" y="1600200"/>
                </a:moveTo>
                <a:lnTo>
                  <a:pt x="46278" y="1600200"/>
                </a:lnTo>
                <a:lnTo>
                  <a:pt x="42519" y="1587500"/>
                </a:lnTo>
                <a:lnTo>
                  <a:pt x="56921" y="1587500"/>
                </a:lnTo>
                <a:lnTo>
                  <a:pt x="60731" y="1600200"/>
                </a:lnTo>
                <a:close/>
              </a:path>
              <a:path w="10812145" h="1739900">
                <a:moveTo>
                  <a:pt x="10765751" y="1600200"/>
                </a:moveTo>
                <a:lnTo>
                  <a:pt x="10751286" y="1600200"/>
                </a:lnTo>
                <a:lnTo>
                  <a:pt x="10755096" y="1587500"/>
                </a:lnTo>
                <a:lnTo>
                  <a:pt x="10769511" y="1587500"/>
                </a:lnTo>
                <a:lnTo>
                  <a:pt x="10765751" y="1600200"/>
                </a:lnTo>
                <a:close/>
              </a:path>
              <a:path w="10812145" h="1739900">
                <a:moveTo>
                  <a:pt x="68592" y="1612900"/>
                </a:moveTo>
                <a:lnTo>
                  <a:pt x="54203" y="1612900"/>
                </a:lnTo>
                <a:lnTo>
                  <a:pt x="50177" y="1600200"/>
                </a:lnTo>
                <a:lnTo>
                  <a:pt x="64515" y="1600200"/>
                </a:lnTo>
                <a:lnTo>
                  <a:pt x="68592" y="1612900"/>
                </a:lnTo>
                <a:close/>
              </a:path>
              <a:path w="10812145" h="1739900">
                <a:moveTo>
                  <a:pt x="10757814" y="1612900"/>
                </a:moveTo>
                <a:lnTo>
                  <a:pt x="10743425" y="1612900"/>
                </a:lnTo>
                <a:lnTo>
                  <a:pt x="10747514" y="1600200"/>
                </a:lnTo>
                <a:lnTo>
                  <a:pt x="10761853" y="1600200"/>
                </a:lnTo>
                <a:lnTo>
                  <a:pt x="10757814" y="1612900"/>
                </a:lnTo>
                <a:close/>
              </a:path>
              <a:path w="10812145" h="1739900">
                <a:moveTo>
                  <a:pt x="125857" y="1663700"/>
                </a:moveTo>
                <a:lnTo>
                  <a:pt x="96329" y="1663700"/>
                </a:lnTo>
                <a:lnTo>
                  <a:pt x="86106" y="1651000"/>
                </a:lnTo>
                <a:lnTo>
                  <a:pt x="76365" y="1638300"/>
                </a:lnTo>
                <a:lnTo>
                  <a:pt x="67106" y="1625600"/>
                </a:lnTo>
                <a:lnTo>
                  <a:pt x="58394" y="1612900"/>
                </a:lnTo>
                <a:lnTo>
                  <a:pt x="76809" y="1612900"/>
                </a:lnTo>
                <a:lnTo>
                  <a:pt x="85864" y="1625600"/>
                </a:lnTo>
                <a:lnTo>
                  <a:pt x="85661" y="1625600"/>
                </a:lnTo>
                <a:lnTo>
                  <a:pt x="95199" y="1638300"/>
                </a:lnTo>
                <a:lnTo>
                  <a:pt x="94983" y="1638300"/>
                </a:lnTo>
                <a:lnTo>
                  <a:pt x="104978" y="1651000"/>
                </a:lnTo>
                <a:lnTo>
                  <a:pt x="114973" y="1651000"/>
                </a:lnTo>
                <a:lnTo>
                  <a:pt x="125857" y="1663700"/>
                </a:lnTo>
                <a:close/>
              </a:path>
              <a:path w="10812145" h="1739900">
                <a:moveTo>
                  <a:pt x="10715701" y="1663700"/>
                </a:moveTo>
                <a:lnTo>
                  <a:pt x="10686173" y="1663700"/>
                </a:lnTo>
                <a:lnTo>
                  <a:pt x="10697057" y="1651000"/>
                </a:lnTo>
                <a:lnTo>
                  <a:pt x="10707039" y="1651000"/>
                </a:lnTo>
                <a:lnTo>
                  <a:pt x="10717047" y="1638300"/>
                </a:lnTo>
                <a:lnTo>
                  <a:pt x="10716831" y="1638300"/>
                </a:lnTo>
                <a:lnTo>
                  <a:pt x="10726369" y="1625600"/>
                </a:lnTo>
                <a:lnTo>
                  <a:pt x="10726166" y="1625600"/>
                </a:lnTo>
                <a:lnTo>
                  <a:pt x="10735208" y="1612900"/>
                </a:lnTo>
                <a:lnTo>
                  <a:pt x="10753623" y="1612900"/>
                </a:lnTo>
                <a:lnTo>
                  <a:pt x="10744911" y="1625600"/>
                </a:lnTo>
                <a:lnTo>
                  <a:pt x="10735665" y="1638300"/>
                </a:lnTo>
                <a:lnTo>
                  <a:pt x="10725912" y="1651000"/>
                </a:lnTo>
                <a:lnTo>
                  <a:pt x="10715701" y="1663700"/>
                </a:lnTo>
                <a:close/>
              </a:path>
              <a:path w="10812145" h="1739900">
                <a:moveTo>
                  <a:pt x="136829" y="1676400"/>
                </a:moveTo>
                <a:lnTo>
                  <a:pt x="118097" y="1676400"/>
                </a:lnTo>
                <a:lnTo>
                  <a:pt x="107010" y="1663700"/>
                </a:lnTo>
                <a:lnTo>
                  <a:pt x="131140" y="1663700"/>
                </a:lnTo>
                <a:lnTo>
                  <a:pt x="136829" y="1676400"/>
                </a:lnTo>
                <a:close/>
              </a:path>
              <a:path w="10812145" h="1739900">
                <a:moveTo>
                  <a:pt x="10693933" y="1676400"/>
                </a:moveTo>
                <a:lnTo>
                  <a:pt x="10675188" y="1676400"/>
                </a:lnTo>
                <a:lnTo>
                  <a:pt x="10680877" y="1663700"/>
                </a:lnTo>
                <a:lnTo>
                  <a:pt x="10705020" y="1663700"/>
                </a:lnTo>
                <a:lnTo>
                  <a:pt x="10693933" y="1676400"/>
                </a:lnTo>
                <a:close/>
              </a:path>
              <a:path w="10812145" h="1739900">
                <a:moveTo>
                  <a:pt x="154114" y="1689100"/>
                </a:moveTo>
                <a:lnTo>
                  <a:pt x="129667" y="1689100"/>
                </a:lnTo>
                <a:lnTo>
                  <a:pt x="123837" y="1676400"/>
                </a:lnTo>
                <a:lnTo>
                  <a:pt x="148132" y="1676400"/>
                </a:lnTo>
                <a:lnTo>
                  <a:pt x="154114" y="1689100"/>
                </a:lnTo>
                <a:close/>
              </a:path>
              <a:path w="10812145" h="1739900">
                <a:moveTo>
                  <a:pt x="10682363" y="1689100"/>
                </a:moveTo>
                <a:lnTo>
                  <a:pt x="10657903" y="1689100"/>
                </a:lnTo>
                <a:lnTo>
                  <a:pt x="10663885" y="1676400"/>
                </a:lnTo>
                <a:lnTo>
                  <a:pt x="10688180" y="1676400"/>
                </a:lnTo>
                <a:lnTo>
                  <a:pt x="10682363" y="1689100"/>
                </a:lnTo>
                <a:close/>
              </a:path>
              <a:path w="10812145" h="1739900">
                <a:moveTo>
                  <a:pt x="178396" y="1701800"/>
                </a:moveTo>
                <a:lnTo>
                  <a:pt x="153936" y="1701800"/>
                </a:lnTo>
                <a:lnTo>
                  <a:pt x="147726" y="1689100"/>
                </a:lnTo>
                <a:lnTo>
                  <a:pt x="172059" y="1689100"/>
                </a:lnTo>
                <a:lnTo>
                  <a:pt x="178396" y="1701800"/>
                </a:lnTo>
                <a:close/>
              </a:path>
              <a:path w="10812145" h="1739900">
                <a:moveTo>
                  <a:pt x="10658094" y="1701800"/>
                </a:moveTo>
                <a:lnTo>
                  <a:pt x="10633621" y="1701800"/>
                </a:lnTo>
                <a:lnTo>
                  <a:pt x="10639958" y="1689100"/>
                </a:lnTo>
                <a:lnTo>
                  <a:pt x="10664304" y="1689100"/>
                </a:lnTo>
                <a:lnTo>
                  <a:pt x="10658094" y="1701800"/>
                </a:lnTo>
                <a:close/>
              </a:path>
              <a:path w="10812145" h="1739900">
                <a:moveTo>
                  <a:pt x="210553" y="1714500"/>
                </a:moveTo>
                <a:lnTo>
                  <a:pt x="173101" y="1714500"/>
                </a:lnTo>
                <a:lnTo>
                  <a:pt x="166623" y="1701800"/>
                </a:lnTo>
                <a:lnTo>
                  <a:pt x="203822" y="1701800"/>
                </a:lnTo>
                <a:lnTo>
                  <a:pt x="210553" y="1714500"/>
                </a:lnTo>
                <a:close/>
              </a:path>
              <a:path w="10812145" h="1739900">
                <a:moveTo>
                  <a:pt x="10638917" y="1714500"/>
                </a:moveTo>
                <a:lnTo>
                  <a:pt x="10601464" y="1714500"/>
                </a:lnTo>
                <a:lnTo>
                  <a:pt x="10608195" y="1701800"/>
                </a:lnTo>
                <a:lnTo>
                  <a:pt x="10645394" y="1701800"/>
                </a:lnTo>
                <a:lnTo>
                  <a:pt x="10638917" y="1714500"/>
                </a:lnTo>
                <a:close/>
              </a:path>
              <a:path w="10812145" h="1739900">
                <a:moveTo>
                  <a:pt x="279806" y="1727200"/>
                </a:moveTo>
                <a:lnTo>
                  <a:pt x="206705" y="1727200"/>
                </a:lnTo>
                <a:lnTo>
                  <a:pt x="199834" y="1714500"/>
                </a:lnTo>
                <a:lnTo>
                  <a:pt x="272478" y="1714500"/>
                </a:lnTo>
                <a:lnTo>
                  <a:pt x="279806" y="1727200"/>
                </a:lnTo>
                <a:close/>
              </a:path>
              <a:path w="10812145" h="1739900">
                <a:moveTo>
                  <a:pt x="10605312" y="1727200"/>
                </a:moveTo>
                <a:lnTo>
                  <a:pt x="10532211" y="1727200"/>
                </a:lnTo>
                <a:lnTo>
                  <a:pt x="10539552" y="1714500"/>
                </a:lnTo>
                <a:lnTo>
                  <a:pt x="10612196" y="1714500"/>
                </a:lnTo>
                <a:lnTo>
                  <a:pt x="10605312" y="1727200"/>
                </a:lnTo>
                <a:close/>
              </a:path>
              <a:path w="10812145" h="1739900">
                <a:moveTo>
                  <a:pt x="10532935" y="1739900"/>
                </a:moveTo>
                <a:lnTo>
                  <a:pt x="279095" y="1739900"/>
                </a:lnTo>
                <a:lnTo>
                  <a:pt x="271589" y="1727200"/>
                </a:lnTo>
                <a:lnTo>
                  <a:pt x="10540428" y="1727200"/>
                </a:lnTo>
                <a:lnTo>
                  <a:pt x="10532935" y="17399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4656" y="3192906"/>
            <a:ext cx="995235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宋体"/>
                <a:cs typeface="宋体"/>
              </a:rPr>
              <a:t>列表</a:t>
            </a:r>
            <a:r>
              <a:rPr dirty="0" sz="2000" spc="-5" b="1">
                <a:latin typeface="宋体"/>
                <a:cs typeface="宋体"/>
              </a:rPr>
              <a:t>(list)</a:t>
            </a:r>
            <a:r>
              <a:rPr dirty="0" sz="2000" b="1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将多个数据打包，存储成一种数据类型。用</a:t>
            </a:r>
            <a:r>
              <a:rPr dirty="0" sz="2000" spc="-5" b="1">
                <a:latin typeface="宋体"/>
                <a:cs typeface="宋体"/>
              </a:rPr>
              <a:t>[]</a:t>
            </a:r>
            <a:r>
              <a:rPr dirty="0" sz="2000">
                <a:latin typeface="宋体"/>
                <a:cs typeface="宋体"/>
              </a:rPr>
              <a:t>标识，支持</a:t>
            </a:r>
            <a:r>
              <a:rPr dirty="0" sz="2000" b="1">
                <a:latin typeface="宋体"/>
                <a:cs typeface="宋体"/>
              </a:rPr>
              <a:t>数字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b="1">
                <a:latin typeface="宋体"/>
                <a:cs typeface="宋体"/>
              </a:rPr>
              <a:t>字符串</a:t>
            </a:r>
            <a:r>
              <a:rPr dirty="0" sz="2000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并 </a:t>
            </a:r>
            <a:r>
              <a:rPr dirty="0" sz="2000">
                <a:latin typeface="宋体"/>
                <a:cs typeface="宋体"/>
              </a:rPr>
              <a:t>且可以</a:t>
            </a:r>
            <a:r>
              <a:rPr dirty="0" sz="2000" b="1">
                <a:latin typeface="宋体"/>
                <a:cs typeface="宋体"/>
              </a:rPr>
              <a:t>包含列表</a:t>
            </a:r>
            <a:r>
              <a:rPr dirty="0" sz="2000">
                <a:latin typeface="宋体"/>
                <a:cs typeface="宋体"/>
              </a:rPr>
              <a:t>（即</a:t>
            </a:r>
            <a:r>
              <a:rPr dirty="0" sz="2000" b="1">
                <a:latin typeface="宋体"/>
                <a:cs typeface="宋体"/>
              </a:rPr>
              <a:t>嵌套</a:t>
            </a:r>
            <a:r>
              <a:rPr dirty="0" sz="2000">
                <a:latin typeface="宋体"/>
                <a:cs typeface="宋体"/>
              </a:rPr>
              <a:t>），同一个列表中也可以出现</a:t>
            </a:r>
            <a:r>
              <a:rPr dirty="0" sz="2000" b="1">
                <a:latin typeface="宋体"/>
                <a:cs typeface="宋体"/>
              </a:rPr>
              <a:t>不同类型</a:t>
            </a:r>
            <a:r>
              <a:rPr dirty="0" sz="2000" spc="-5">
                <a:latin typeface="宋体"/>
                <a:cs typeface="宋体"/>
              </a:rPr>
              <a:t>的数据项，列表是Pytho</a:t>
            </a:r>
            <a:r>
              <a:rPr dirty="0" sz="2000">
                <a:latin typeface="宋体"/>
                <a:cs typeface="宋体"/>
              </a:rPr>
              <a:t>n </a:t>
            </a:r>
            <a:r>
              <a:rPr dirty="0" sz="2000">
                <a:latin typeface="宋体"/>
                <a:cs typeface="宋体"/>
              </a:rPr>
              <a:t>中最通用的复合数据类型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9223" y="5239511"/>
            <a:ext cx="10799445" cy="841375"/>
          </a:xfrm>
          <a:custGeom>
            <a:avLst/>
            <a:gdLst/>
            <a:ahLst/>
            <a:cxnLst/>
            <a:rect l="l" t="t" r="r" b="b"/>
            <a:pathLst>
              <a:path w="10799445" h="841375">
                <a:moveTo>
                  <a:pt x="10658856" y="841248"/>
                </a:moveTo>
                <a:lnTo>
                  <a:pt x="140208" y="841248"/>
                </a:lnTo>
                <a:lnTo>
                  <a:pt x="95775" y="833793"/>
                </a:lnTo>
                <a:lnTo>
                  <a:pt x="57226" y="813734"/>
                </a:lnTo>
                <a:lnTo>
                  <a:pt x="26873" y="783381"/>
                </a:lnTo>
                <a:lnTo>
                  <a:pt x="7027" y="745045"/>
                </a:lnTo>
                <a:lnTo>
                  <a:pt x="0" y="701039"/>
                </a:lnTo>
                <a:lnTo>
                  <a:pt x="0" y="140208"/>
                </a:lnTo>
                <a:lnTo>
                  <a:pt x="7027" y="95531"/>
                </a:lnTo>
                <a:lnTo>
                  <a:pt x="26873" y="56861"/>
                </a:lnTo>
                <a:lnTo>
                  <a:pt x="57226" y="26507"/>
                </a:lnTo>
                <a:lnTo>
                  <a:pt x="95775" y="6783"/>
                </a:lnTo>
                <a:lnTo>
                  <a:pt x="140208" y="0"/>
                </a:lnTo>
                <a:lnTo>
                  <a:pt x="10658856" y="0"/>
                </a:lnTo>
                <a:lnTo>
                  <a:pt x="10703264" y="6783"/>
                </a:lnTo>
                <a:lnTo>
                  <a:pt x="10741800" y="26507"/>
                </a:lnTo>
                <a:lnTo>
                  <a:pt x="10772153" y="56861"/>
                </a:lnTo>
                <a:lnTo>
                  <a:pt x="10792012" y="95531"/>
                </a:lnTo>
                <a:lnTo>
                  <a:pt x="10799064" y="140208"/>
                </a:lnTo>
                <a:lnTo>
                  <a:pt x="10799064" y="701039"/>
                </a:lnTo>
                <a:lnTo>
                  <a:pt x="10792012" y="745045"/>
                </a:lnTo>
                <a:lnTo>
                  <a:pt x="10772153" y="783381"/>
                </a:lnTo>
                <a:lnTo>
                  <a:pt x="10741800" y="813734"/>
                </a:lnTo>
                <a:lnTo>
                  <a:pt x="10703264" y="833793"/>
                </a:lnTo>
                <a:lnTo>
                  <a:pt x="10658856" y="8412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2619" y="5232400"/>
            <a:ext cx="10812780" cy="853440"/>
          </a:xfrm>
          <a:custGeom>
            <a:avLst/>
            <a:gdLst/>
            <a:ahLst/>
            <a:cxnLst/>
            <a:rect l="l" t="t" r="r" b="b"/>
            <a:pathLst>
              <a:path w="10812780" h="853439">
                <a:moveTo>
                  <a:pt x="10687951" y="852170"/>
                </a:moveTo>
                <a:lnTo>
                  <a:pt x="124269" y="852170"/>
                </a:lnTo>
                <a:lnTo>
                  <a:pt x="117043" y="850900"/>
                </a:lnTo>
                <a:lnTo>
                  <a:pt x="109956" y="848360"/>
                </a:lnTo>
                <a:lnTo>
                  <a:pt x="102997" y="847089"/>
                </a:lnTo>
                <a:lnTo>
                  <a:pt x="64617" y="828039"/>
                </a:lnTo>
                <a:lnTo>
                  <a:pt x="33477" y="800100"/>
                </a:lnTo>
                <a:lnTo>
                  <a:pt x="21221" y="782320"/>
                </a:lnTo>
                <a:lnTo>
                  <a:pt x="17691" y="777239"/>
                </a:lnTo>
                <a:lnTo>
                  <a:pt x="14452" y="770889"/>
                </a:lnTo>
                <a:lnTo>
                  <a:pt x="11518" y="764539"/>
                </a:lnTo>
                <a:lnTo>
                  <a:pt x="8889" y="756920"/>
                </a:lnTo>
                <a:lnTo>
                  <a:pt x="6591" y="750570"/>
                </a:lnTo>
                <a:lnTo>
                  <a:pt x="0" y="707389"/>
                </a:lnTo>
                <a:lnTo>
                  <a:pt x="0" y="146050"/>
                </a:lnTo>
                <a:lnTo>
                  <a:pt x="6591" y="102870"/>
                </a:lnTo>
                <a:lnTo>
                  <a:pt x="8889" y="95250"/>
                </a:lnTo>
                <a:lnTo>
                  <a:pt x="29121" y="58420"/>
                </a:lnTo>
                <a:lnTo>
                  <a:pt x="33477" y="52070"/>
                </a:lnTo>
                <a:lnTo>
                  <a:pt x="38074" y="46989"/>
                </a:lnTo>
                <a:lnTo>
                  <a:pt x="42925" y="41910"/>
                </a:lnTo>
                <a:lnTo>
                  <a:pt x="48018" y="36829"/>
                </a:lnTo>
                <a:lnTo>
                  <a:pt x="53339" y="33020"/>
                </a:lnTo>
                <a:lnTo>
                  <a:pt x="58877" y="27939"/>
                </a:lnTo>
                <a:lnTo>
                  <a:pt x="89522" y="11429"/>
                </a:lnTo>
                <a:lnTo>
                  <a:pt x="96177" y="7620"/>
                </a:lnTo>
                <a:lnTo>
                  <a:pt x="102997" y="6350"/>
                </a:lnTo>
                <a:lnTo>
                  <a:pt x="109956" y="3810"/>
                </a:lnTo>
                <a:lnTo>
                  <a:pt x="131597" y="0"/>
                </a:lnTo>
                <a:lnTo>
                  <a:pt x="10680623" y="0"/>
                </a:lnTo>
                <a:lnTo>
                  <a:pt x="10702264" y="3810"/>
                </a:lnTo>
                <a:lnTo>
                  <a:pt x="10709224" y="6350"/>
                </a:lnTo>
                <a:lnTo>
                  <a:pt x="10716044" y="7620"/>
                </a:lnTo>
                <a:lnTo>
                  <a:pt x="10722698" y="11429"/>
                </a:lnTo>
                <a:lnTo>
                  <a:pt x="10725943" y="12700"/>
                </a:lnTo>
                <a:lnTo>
                  <a:pt x="133045" y="12700"/>
                </a:lnTo>
                <a:lnTo>
                  <a:pt x="126022" y="13970"/>
                </a:lnTo>
                <a:lnTo>
                  <a:pt x="126339" y="13970"/>
                </a:lnTo>
                <a:lnTo>
                  <a:pt x="119430" y="15239"/>
                </a:lnTo>
                <a:lnTo>
                  <a:pt x="119748" y="15239"/>
                </a:lnTo>
                <a:lnTo>
                  <a:pt x="112966" y="16510"/>
                </a:lnTo>
                <a:lnTo>
                  <a:pt x="113271" y="16510"/>
                </a:lnTo>
                <a:lnTo>
                  <a:pt x="106616" y="17779"/>
                </a:lnTo>
                <a:lnTo>
                  <a:pt x="106921" y="17779"/>
                </a:lnTo>
                <a:lnTo>
                  <a:pt x="100406" y="20320"/>
                </a:lnTo>
                <a:lnTo>
                  <a:pt x="100698" y="20320"/>
                </a:lnTo>
                <a:lnTo>
                  <a:pt x="94322" y="22860"/>
                </a:lnTo>
                <a:lnTo>
                  <a:pt x="94614" y="22860"/>
                </a:lnTo>
                <a:lnTo>
                  <a:pt x="88404" y="25400"/>
                </a:lnTo>
                <a:lnTo>
                  <a:pt x="88684" y="25400"/>
                </a:lnTo>
                <a:lnTo>
                  <a:pt x="82638" y="27939"/>
                </a:lnTo>
                <a:lnTo>
                  <a:pt x="82905" y="27939"/>
                </a:lnTo>
                <a:lnTo>
                  <a:pt x="77025" y="31750"/>
                </a:lnTo>
                <a:lnTo>
                  <a:pt x="77292" y="31750"/>
                </a:lnTo>
                <a:lnTo>
                  <a:pt x="73499" y="34289"/>
                </a:lnTo>
                <a:lnTo>
                  <a:pt x="71856" y="34289"/>
                </a:lnTo>
                <a:lnTo>
                  <a:pt x="67732" y="38100"/>
                </a:lnTo>
                <a:lnTo>
                  <a:pt x="66598" y="38100"/>
                </a:lnTo>
                <a:lnTo>
                  <a:pt x="62626" y="41910"/>
                </a:lnTo>
                <a:lnTo>
                  <a:pt x="61544" y="41910"/>
                </a:lnTo>
                <a:lnTo>
                  <a:pt x="56451" y="46989"/>
                </a:lnTo>
                <a:lnTo>
                  <a:pt x="56680" y="46989"/>
                </a:lnTo>
                <a:lnTo>
                  <a:pt x="51803" y="50800"/>
                </a:lnTo>
                <a:lnTo>
                  <a:pt x="52019" y="50800"/>
                </a:lnTo>
                <a:lnTo>
                  <a:pt x="47370" y="55879"/>
                </a:lnTo>
                <a:lnTo>
                  <a:pt x="47574" y="55879"/>
                </a:lnTo>
                <a:lnTo>
                  <a:pt x="43167" y="60960"/>
                </a:lnTo>
                <a:lnTo>
                  <a:pt x="43370" y="60960"/>
                </a:lnTo>
                <a:lnTo>
                  <a:pt x="39204" y="66039"/>
                </a:lnTo>
                <a:lnTo>
                  <a:pt x="39382" y="66039"/>
                </a:lnTo>
                <a:lnTo>
                  <a:pt x="35471" y="71120"/>
                </a:lnTo>
                <a:lnTo>
                  <a:pt x="35648" y="71120"/>
                </a:lnTo>
                <a:lnTo>
                  <a:pt x="31991" y="76200"/>
                </a:lnTo>
                <a:lnTo>
                  <a:pt x="32156" y="76200"/>
                </a:lnTo>
                <a:lnTo>
                  <a:pt x="28778" y="82550"/>
                </a:lnTo>
                <a:lnTo>
                  <a:pt x="28930" y="82550"/>
                </a:lnTo>
                <a:lnTo>
                  <a:pt x="25831" y="87629"/>
                </a:lnTo>
                <a:lnTo>
                  <a:pt x="23152" y="93979"/>
                </a:lnTo>
                <a:lnTo>
                  <a:pt x="20764" y="100329"/>
                </a:lnTo>
                <a:lnTo>
                  <a:pt x="19110" y="105410"/>
                </a:lnTo>
                <a:lnTo>
                  <a:pt x="18757" y="105410"/>
                </a:lnTo>
                <a:lnTo>
                  <a:pt x="17191" y="111760"/>
                </a:lnTo>
                <a:lnTo>
                  <a:pt x="16954" y="111760"/>
                </a:lnTo>
                <a:lnTo>
                  <a:pt x="15392" y="119379"/>
                </a:lnTo>
                <a:lnTo>
                  <a:pt x="14211" y="125729"/>
                </a:lnTo>
                <a:lnTo>
                  <a:pt x="13373" y="132079"/>
                </a:lnTo>
                <a:lnTo>
                  <a:pt x="12956" y="138429"/>
                </a:lnTo>
                <a:lnTo>
                  <a:pt x="12700" y="146050"/>
                </a:lnTo>
                <a:lnTo>
                  <a:pt x="12729" y="707389"/>
                </a:lnTo>
                <a:lnTo>
                  <a:pt x="12877" y="713739"/>
                </a:lnTo>
                <a:lnTo>
                  <a:pt x="13411" y="720089"/>
                </a:lnTo>
                <a:lnTo>
                  <a:pt x="14262" y="727710"/>
                </a:lnTo>
                <a:lnTo>
                  <a:pt x="15455" y="734060"/>
                </a:lnTo>
                <a:lnTo>
                  <a:pt x="16954" y="740410"/>
                </a:lnTo>
                <a:lnTo>
                  <a:pt x="18757" y="746760"/>
                </a:lnTo>
                <a:lnTo>
                  <a:pt x="20878" y="753110"/>
                </a:lnTo>
                <a:lnTo>
                  <a:pt x="23279" y="759460"/>
                </a:lnTo>
                <a:lnTo>
                  <a:pt x="25958" y="764539"/>
                </a:lnTo>
                <a:lnTo>
                  <a:pt x="28930" y="770889"/>
                </a:lnTo>
                <a:lnTo>
                  <a:pt x="28778" y="770889"/>
                </a:lnTo>
                <a:lnTo>
                  <a:pt x="32156" y="775970"/>
                </a:lnTo>
                <a:lnTo>
                  <a:pt x="31991" y="775970"/>
                </a:lnTo>
                <a:lnTo>
                  <a:pt x="35648" y="782320"/>
                </a:lnTo>
                <a:lnTo>
                  <a:pt x="36253" y="782320"/>
                </a:lnTo>
                <a:lnTo>
                  <a:pt x="39382" y="787400"/>
                </a:lnTo>
                <a:lnTo>
                  <a:pt x="39204" y="787400"/>
                </a:lnTo>
                <a:lnTo>
                  <a:pt x="43370" y="792479"/>
                </a:lnTo>
                <a:lnTo>
                  <a:pt x="43167" y="792479"/>
                </a:lnTo>
                <a:lnTo>
                  <a:pt x="47574" y="797560"/>
                </a:lnTo>
                <a:lnTo>
                  <a:pt x="48533" y="797560"/>
                </a:lnTo>
                <a:lnTo>
                  <a:pt x="52019" y="801370"/>
                </a:lnTo>
                <a:lnTo>
                  <a:pt x="51803" y="801370"/>
                </a:lnTo>
                <a:lnTo>
                  <a:pt x="56680" y="806450"/>
                </a:lnTo>
                <a:lnTo>
                  <a:pt x="56451" y="806450"/>
                </a:lnTo>
                <a:lnTo>
                  <a:pt x="61544" y="810260"/>
                </a:lnTo>
                <a:lnTo>
                  <a:pt x="61302" y="810260"/>
                </a:lnTo>
                <a:lnTo>
                  <a:pt x="66598" y="814070"/>
                </a:lnTo>
                <a:lnTo>
                  <a:pt x="66357" y="814070"/>
                </a:lnTo>
                <a:lnTo>
                  <a:pt x="71856" y="817879"/>
                </a:lnTo>
                <a:lnTo>
                  <a:pt x="71602" y="817879"/>
                </a:lnTo>
                <a:lnTo>
                  <a:pt x="77292" y="821689"/>
                </a:lnTo>
                <a:lnTo>
                  <a:pt x="77025" y="821689"/>
                </a:lnTo>
                <a:lnTo>
                  <a:pt x="82905" y="824229"/>
                </a:lnTo>
                <a:lnTo>
                  <a:pt x="82638" y="824229"/>
                </a:lnTo>
                <a:lnTo>
                  <a:pt x="88684" y="828039"/>
                </a:lnTo>
                <a:lnTo>
                  <a:pt x="88404" y="828039"/>
                </a:lnTo>
                <a:lnTo>
                  <a:pt x="94614" y="830579"/>
                </a:lnTo>
                <a:lnTo>
                  <a:pt x="94322" y="830579"/>
                </a:lnTo>
                <a:lnTo>
                  <a:pt x="100698" y="833120"/>
                </a:lnTo>
                <a:lnTo>
                  <a:pt x="100406" y="833120"/>
                </a:lnTo>
                <a:lnTo>
                  <a:pt x="106921" y="834389"/>
                </a:lnTo>
                <a:lnTo>
                  <a:pt x="106616" y="834389"/>
                </a:lnTo>
                <a:lnTo>
                  <a:pt x="113271" y="836929"/>
                </a:lnTo>
                <a:lnTo>
                  <a:pt x="112966" y="836929"/>
                </a:lnTo>
                <a:lnTo>
                  <a:pt x="119748" y="838200"/>
                </a:lnTo>
                <a:lnTo>
                  <a:pt x="119430" y="838200"/>
                </a:lnTo>
                <a:lnTo>
                  <a:pt x="126339" y="839470"/>
                </a:lnTo>
                <a:lnTo>
                  <a:pt x="132727" y="839470"/>
                </a:lnTo>
                <a:lnTo>
                  <a:pt x="139852" y="840739"/>
                </a:lnTo>
                <a:lnTo>
                  <a:pt x="10725943" y="840739"/>
                </a:lnTo>
                <a:lnTo>
                  <a:pt x="10716044" y="844550"/>
                </a:lnTo>
                <a:lnTo>
                  <a:pt x="10709224" y="847089"/>
                </a:lnTo>
                <a:lnTo>
                  <a:pt x="10702264" y="848360"/>
                </a:lnTo>
                <a:lnTo>
                  <a:pt x="10695178" y="850900"/>
                </a:lnTo>
                <a:lnTo>
                  <a:pt x="10687951" y="852170"/>
                </a:lnTo>
                <a:close/>
              </a:path>
              <a:path w="10812780" h="853439">
                <a:moveTo>
                  <a:pt x="10740618" y="35560"/>
                </a:moveTo>
                <a:lnTo>
                  <a:pt x="10734929" y="31750"/>
                </a:lnTo>
                <a:lnTo>
                  <a:pt x="10735195" y="31750"/>
                </a:lnTo>
                <a:lnTo>
                  <a:pt x="10729315" y="27939"/>
                </a:lnTo>
                <a:lnTo>
                  <a:pt x="10729582" y="27939"/>
                </a:lnTo>
                <a:lnTo>
                  <a:pt x="10723537" y="25400"/>
                </a:lnTo>
                <a:lnTo>
                  <a:pt x="10723816" y="25400"/>
                </a:lnTo>
                <a:lnTo>
                  <a:pt x="10717606" y="22860"/>
                </a:lnTo>
                <a:lnTo>
                  <a:pt x="10717898" y="22860"/>
                </a:lnTo>
                <a:lnTo>
                  <a:pt x="10711522" y="20320"/>
                </a:lnTo>
                <a:lnTo>
                  <a:pt x="10711815" y="20320"/>
                </a:lnTo>
                <a:lnTo>
                  <a:pt x="10705299" y="17779"/>
                </a:lnTo>
                <a:lnTo>
                  <a:pt x="10705604" y="17779"/>
                </a:lnTo>
                <a:lnTo>
                  <a:pt x="10698949" y="16510"/>
                </a:lnTo>
                <a:lnTo>
                  <a:pt x="10699254" y="16510"/>
                </a:lnTo>
                <a:lnTo>
                  <a:pt x="10692472" y="15239"/>
                </a:lnTo>
                <a:lnTo>
                  <a:pt x="10692790" y="15239"/>
                </a:lnTo>
                <a:lnTo>
                  <a:pt x="10685881" y="13970"/>
                </a:lnTo>
                <a:lnTo>
                  <a:pt x="10686199" y="13970"/>
                </a:lnTo>
                <a:lnTo>
                  <a:pt x="10679176" y="12700"/>
                </a:lnTo>
                <a:lnTo>
                  <a:pt x="10725943" y="12700"/>
                </a:lnTo>
                <a:lnTo>
                  <a:pt x="10758881" y="33020"/>
                </a:lnTo>
                <a:lnTo>
                  <a:pt x="10760654" y="34289"/>
                </a:lnTo>
                <a:lnTo>
                  <a:pt x="10740364" y="34289"/>
                </a:lnTo>
                <a:lnTo>
                  <a:pt x="10740618" y="35560"/>
                </a:lnTo>
                <a:close/>
              </a:path>
              <a:path w="10812780" h="853439">
                <a:moveTo>
                  <a:pt x="71602" y="35560"/>
                </a:moveTo>
                <a:lnTo>
                  <a:pt x="71856" y="34289"/>
                </a:lnTo>
                <a:lnTo>
                  <a:pt x="73499" y="34289"/>
                </a:lnTo>
                <a:lnTo>
                  <a:pt x="71602" y="35560"/>
                </a:lnTo>
                <a:close/>
              </a:path>
              <a:path w="10812780" h="853439">
                <a:moveTo>
                  <a:pt x="10745863" y="39370"/>
                </a:moveTo>
                <a:lnTo>
                  <a:pt x="10740364" y="34289"/>
                </a:lnTo>
                <a:lnTo>
                  <a:pt x="10760654" y="34289"/>
                </a:lnTo>
                <a:lnTo>
                  <a:pt x="10764202" y="36829"/>
                </a:lnTo>
                <a:lnTo>
                  <a:pt x="10765475" y="38100"/>
                </a:lnTo>
                <a:lnTo>
                  <a:pt x="10745622" y="38100"/>
                </a:lnTo>
                <a:lnTo>
                  <a:pt x="10745863" y="39370"/>
                </a:lnTo>
                <a:close/>
              </a:path>
              <a:path w="10812780" h="853439">
                <a:moveTo>
                  <a:pt x="66357" y="39370"/>
                </a:moveTo>
                <a:lnTo>
                  <a:pt x="66598" y="38100"/>
                </a:lnTo>
                <a:lnTo>
                  <a:pt x="67732" y="38100"/>
                </a:lnTo>
                <a:lnTo>
                  <a:pt x="66357" y="39370"/>
                </a:lnTo>
                <a:close/>
              </a:path>
              <a:path w="10812780" h="853439">
                <a:moveTo>
                  <a:pt x="10750918" y="43179"/>
                </a:moveTo>
                <a:lnTo>
                  <a:pt x="10745622" y="38100"/>
                </a:lnTo>
                <a:lnTo>
                  <a:pt x="10765475" y="38100"/>
                </a:lnTo>
                <a:lnTo>
                  <a:pt x="10769295" y="41910"/>
                </a:lnTo>
                <a:lnTo>
                  <a:pt x="10750677" y="41910"/>
                </a:lnTo>
                <a:lnTo>
                  <a:pt x="10750918" y="43179"/>
                </a:lnTo>
                <a:close/>
              </a:path>
              <a:path w="10812780" h="853439">
                <a:moveTo>
                  <a:pt x="61302" y="43179"/>
                </a:moveTo>
                <a:lnTo>
                  <a:pt x="61544" y="41910"/>
                </a:lnTo>
                <a:lnTo>
                  <a:pt x="62626" y="41910"/>
                </a:lnTo>
                <a:lnTo>
                  <a:pt x="61302" y="43179"/>
                </a:lnTo>
                <a:close/>
              </a:path>
              <a:path w="10812780" h="853439">
                <a:moveTo>
                  <a:pt x="10793552" y="106679"/>
                </a:moveTo>
                <a:lnTo>
                  <a:pt x="10791342" y="100329"/>
                </a:lnTo>
                <a:lnTo>
                  <a:pt x="10788942" y="93979"/>
                </a:lnTo>
                <a:lnTo>
                  <a:pt x="10786249" y="87629"/>
                </a:lnTo>
                <a:lnTo>
                  <a:pt x="10786389" y="87629"/>
                </a:lnTo>
                <a:lnTo>
                  <a:pt x="10783290" y="82550"/>
                </a:lnTo>
                <a:lnTo>
                  <a:pt x="10783443" y="82550"/>
                </a:lnTo>
                <a:lnTo>
                  <a:pt x="10780064" y="76200"/>
                </a:lnTo>
                <a:lnTo>
                  <a:pt x="10780217" y="76200"/>
                </a:lnTo>
                <a:lnTo>
                  <a:pt x="10776572" y="71120"/>
                </a:lnTo>
                <a:lnTo>
                  <a:pt x="10776750" y="71120"/>
                </a:lnTo>
                <a:lnTo>
                  <a:pt x="10772838" y="66039"/>
                </a:lnTo>
                <a:lnTo>
                  <a:pt x="10773016" y="66039"/>
                </a:lnTo>
                <a:lnTo>
                  <a:pt x="10768850" y="60960"/>
                </a:lnTo>
                <a:lnTo>
                  <a:pt x="10769053" y="60960"/>
                </a:lnTo>
                <a:lnTo>
                  <a:pt x="10764647" y="55879"/>
                </a:lnTo>
                <a:lnTo>
                  <a:pt x="10764850" y="55879"/>
                </a:lnTo>
                <a:lnTo>
                  <a:pt x="10760202" y="50800"/>
                </a:lnTo>
                <a:lnTo>
                  <a:pt x="10760417" y="50800"/>
                </a:lnTo>
                <a:lnTo>
                  <a:pt x="10755541" y="46989"/>
                </a:lnTo>
                <a:lnTo>
                  <a:pt x="10755769" y="46989"/>
                </a:lnTo>
                <a:lnTo>
                  <a:pt x="10750677" y="41910"/>
                </a:lnTo>
                <a:lnTo>
                  <a:pt x="10769295" y="41910"/>
                </a:lnTo>
                <a:lnTo>
                  <a:pt x="10774146" y="46989"/>
                </a:lnTo>
                <a:lnTo>
                  <a:pt x="10778744" y="52070"/>
                </a:lnTo>
                <a:lnTo>
                  <a:pt x="10783100" y="58420"/>
                </a:lnTo>
                <a:lnTo>
                  <a:pt x="10787189" y="63500"/>
                </a:lnTo>
                <a:lnTo>
                  <a:pt x="10805629" y="102870"/>
                </a:lnTo>
                <a:lnTo>
                  <a:pt x="10806422" y="105410"/>
                </a:lnTo>
                <a:lnTo>
                  <a:pt x="10793463" y="105410"/>
                </a:lnTo>
                <a:lnTo>
                  <a:pt x="10793552" y="106679"/>
                </a:lnTo>
                <a:close/>
              </a:path>
              <a:path w="10812780" h="853439">
                <a:moveTo>
                  <a:pt x="18668" y="106679"/>
                </a:moveTo>
                <a:lnTo>
                  <a:pt x="18757" y="105410"/>
                </a:lnTo>
                <a:lnTo>
                  <a:pt x="19110" y="105410"/>
                </a:lnTo>
                <a:lnTo>
                  <a:pt x="18668" y="106679"/>
                </a:lnTo>
                <a:close/>
              </a:path>
              <a:path w="10812780" h="853439">
                <a:moveTo>
                  <a:pt x="10795342" y="113029"/>
                </a:moveTo>
                <a:lnTo>
                  <a:pt x="10793463" y="105410"/>
                </a:lnTo>
                <a:lnTo>
                  <a:pt x="10806422" y="105410"/>
                </a:lnTo>
                <a:lnTo>
                  <a:pt x="10807611" y="109220"/>
                </a:lnTo>
                <a:lnTo>
                  <a:pt x="10808157" y="111760"/>
                </a:lnTo>
                <a:lnTo>
                  <a:pt x="10795266" y="111760"/>
                </a:lnTo>
                <a:lnTo>
                  <a:pt x="10795342" y="113029"/>
                </a:lnTo>
                <a:close/>
              </a:path>
              <a:path w="10812780" h="853439">
                <a:moveTo>
                  <a:pt x="16878" y="113029"/>
                </a:moveTo>
                <a:lnTo>
                  <a:pt x="16954" y="111760"/>
                </a:lnTo>
                <a:lnTo>
                  <a:pt x="17191" y="111760"/>
                </a:lnTo>
                <a:lnTo>
                  <a:pt x="16878" y="113029"/>
                </a:lnTo>
                <a:close/>
              </a:path>
              <a:path w="10812780" h="853439">
                <a:moveTo>
                  <a:pt x="10812221" y="707389"/>
                </a:moveTo>
                <a:lnTo>
                  <a:pt x="10799521" y="707389"/>
                </a:lnTo>
                <a:lnTo>
                  <a:pt x="10799521" y="146050"/>
                </a:lnTo>
                <a:lnTo>
                  <a:pt x="10799343" y="138429"/>
                </a:lnTo>
                <a:lnTo>
                  <a:pt x="10798810" y="132079"/>
                </a:lnTo>
                <a:lnTo>
                  <a:pt x="10797959" y="125729"/>
                </a:lnTo>
                <a:lnTo>
                  <a:pt x="10796765" y="119379"/>
                </a:lnTo>
                <a:lnTo>
                  <a:pt x="10795266" y="111760"/>
                </a:lnTo>
                <a:lnTo>
                  <a:pt x="10808157" y="111760"/>
                </a:lnTo>
                <a:lnTo>
                  <a:pt x="10812221" y="146050"/>
                </a:lnTo>
                <a:lnTo>
                  <a:pt x="10812221" y="707389"/>
                </a:lnTo>
                <a:close/>
              </a:path>
              <a:path w="10812780" h="853439">
                <a:moveTo>
                  <a:pt x="12865" y="139700"/>
                </a:moveTo>
                <a:lnTo>
                  <a:pt x="12877" y="138429"/>
                </a:lnTo>
                <a:lnTo>
                  <a:pt x="12865" y="139700"/>
                </a:lnTo>
                <a:close/>
              </a:path>
              <a:path w="10812780" h="853439">
                <a:moveTo>
                  <a:pt x="10799356" y="139700"/>
                </a:moveTo>
                <a:lnTo>
                  <a:pt x="10799265" y="138429"/>
                </a:lnTo>
                <a:lnTo>
                  <a:pt x="10799356" y="139700"/>
                </a:lnTo>
                <a:close/>
              </a:path>
              <a:path w="10812780" h="853439">
                <a:moveTo>
                  <a:pt x="12729" y="707389"/>
                </a:moveTo>
                <a:lnTo>
                  <a:pt x="12700" y="706120"/>
                </a:lnTo>
                <a:lnTo>
                  <a:pt x="12729" y="707389"/>
                </a:lnTo>
                <a:close/>
              </a:path>
              <a:path w="10812780" h="853439">
                <a:moveTo>
                  <a:pt x="10790999" y="782320"/>
                </a:moveTo>
                <a:lnTo>
                  <a:pt x="10776572" y="782320"/>
                </a:lnTo>
                <a:lnTo>
                  <a:pt x="10780217" y="775970"/>
                </a:lnTo>
                <a:lnTo>
                  <a:pt x="10780064" y="775970"/>
                </a:lnTo>
                <a:lnTo>
                  <a:pt x="10783443" y="770889"/>
                </a:lnTo>
                <a:lnTo>
                  <a:pt x="10783290" y="770889"/>
                </a:lnTo>
                <a:lnTo>
                  <a:pt x="10786389" y="764539"/>
                </a:lnTo>
                <a:lnTo>
                  <a:pt x="10786249" y="764539"/>
                </a:lnTo>
                <a:lnTo>
                  <a:pt x="10789069" y="759460"/>
                </a:lnTo>
                <a:lnTo>
                  <a:pt x="10791456" y="753110"/>
                </a:lnTo>
                <a:lnTo>
                  <a:pt x="10793552" y="746760"/>
                </a:lnTo>
                <a:lnTo>
                  <a:pt x="10795342" y="740410"/>
                </a:lnTo>
                <a:lnTo>
                  <a:pt x="10796828" y="734060"/>
                </a:lnTo>
                <a:lnTo>
                  <a:pt x="10797997" y="727710"/>
                </a:lnTo>
                <a:lnTo>
                  <a:pt x="10798848" y="720089"/>
                </a:lnTo>
                <a:lnTo>
                  <a:pt x="10799356" y="713739"/>
                </a:lnTo>
                <a:lnTo>
                  <a:pt x="10799521" y="706120"/>
                </a:lnTo>
                <a:lnTo>
                  <a:pt x="10799521" y="707389"/>
                </a:lnTo>
                <a:lnTo>
                  <a:pt x="10812221" y="707389"/>
                </a:lnTo>
                <a:lnTo>
                  <a:pt x="10812030" y="715010"/>
                </a:lnTo>
                <a:lnTo>
                  <a:pt x="10803331" y="756920"/>
                </a:lnTo>
                <a:lnTo>
                  <a:pt x="10800702" y="764539"/>
                </a:lnTo>
                <a:lnTo>
                  <a:pt x="10797768" y="770889"/>
                </a:lnTo>
                <a:lnTo>
                  <a:pt x="10794530" y="777239"/>
                </a:lnTo>
                <a:lnTo>
                  <a:pt x="10790999" y="782320"/>
                </a:lnTo>
                <a:close/>
              </a:path>
              <a:path w="10812780" h="853439">
                <a:moveTo>
                  <a:pt x="36253" y="782320"/>
                </a:moveTo>
                <a:lnTo>
                  <a:pt x="35648" y="782320"/>
                </a:lnTo>
                <a:lnTo>
                  <a:pt x="35471" y="781050"/>
                </a:lnTo>
                <a:lnTo>
                  <a:pt x="36253" y="782320"/>
                </a:lnTo>
                <a:close/>
              </a:path>
              <a:path w="10812780" h="853439">
                <a:moveTo>
                  <a:pt x="10780922" y="797560"/>
                </a:moveTo>
                <a:lnTo>
                  <a:pt x="10764647" y="797560"/>
                </a:lnTo>
                <a:lnTo>
                  <a:pt x="10769053" y="792479"/>
                </a:lnTo>
                <a:lnTo>
                  <a:pt x="10768850" y="792479"/>
                </a:lnTo>
                <a:lnTo>
                  <a:pt x="10773016" y="787400"/>
                </a:lnTo>
                <a:lnTo>
                  <a:pt x="10772838" y="787400"/>
                </a:lnTo>
                <a:lnTo>
                  <a:pt x="10776750" y="781050"/>
                </a:lnTo>
                <a:lnTo>
                  <a:pt x="10776572" y="782320"/>
                </a:lnTo>
                <a:lnTo>
                  <a:pt x="10790999" y="782320"/>
                </a:lnTo>
                <a:lnTo>
                  <a:pt x="10787189" y="788670"/>
                </a:lnTo>
                <a:lnTo>
                  <a:pt x="10783100" y="795020"/>
                </a:lnTo>
                <a:lnTo>
                  <a:pt x="10780922" y="797560"/>
                </a:lnTo>
                <a:close/>
              </a:path>
              <a:path w="10812780" h="853439">
                <a:moveTo>
                  <a:pt x="48533" y="797560"/>
                </a:moveTo>
                <a:lnTo>
                  <a:pt x="47574" y="797560"/>
                </a:lnTo>
                <a:lnTo>
                  <a:pt x="47370" y="796289"/>
                </a:lnTo>
                <a:lnTo>
                  <a:pt x="48533" y="797560"/>
                </a:lnTo>
                <a:close/>
              </a:path>
              <a:path w="10812780" h="853439">
                <a:moveTo>
                  <a:pt x="10725943" y="840739"/>
                </a:moveTo>
                <a:lnTo>
                  <a:pt x="10672368" y="840739"/>
                </a:lnTo>
                <a:lnTo>
                  <a:pt x="10679493" y="839470"/>
                </a:lnTo>
                <a:lnTo>
                  <a:pt x="10685881" y="839470"/>
                </a:lnTo>
                <a:lnTo>
                  <a:pt x="10692790" y="838200"/>
                </a:lnTo>
                <a:lnTo>
                  <a:pt x="10692472" y="838200"/>
                </a:lnTo>
                <a:lnTo>
                  <a:pt x="10699254" y="836929"/>
                </a:lnTo>
                <a:lnTo>
                  <a:pt x="10698949" y="836929"/>
                </a:lnTo>
                <a:lnTo>
                  <a:pt x="10705604" y="834389"/>
                </a:lnTo>
                <a:lnTo>
                  <a:pt x="10705299" y="834389"/>
                </a:lnTo>
                <a:lnTo>
                  <a:pt x="10711815" y="833120"/>
                </a:lnTo>
                <a:lnTo>
                  <a:pt x="10711522" y="833120"/>
                </a:lnTo>
                <a:lnTo>
                  <a:pt x="10717898" y="830579"/>
                </a:lnTo>
                <a:lnTo>
                  <a:pt x="10717606" y="830579"/>
                </a:lnTo>
                <a:lnTo>
                  <a:pt x="10723816" y="828039"/>
                </a:lnTo>
                <a:lnTo>
                  <a:pt x="10723537" y="828039"/>
                </a:lnTo>
                <a:lnTo>
                  <a:pt x="10729582" y="824229"/>
                </a:lnTo>
                <a:lnTo>
                  <a:pt x="10729315" y="824229"/>
                </a:lnTo>
                <a:lnTo>
                  <a:pt x="10735195" y="821689"/>
                </a:lnTo>
                <a:lnTo>
                  <a:pt x="10734929" y="821689"/>
                </a:lnTo>
                <a:lnTo>
                  <a:pt x="10740618" y="817879"/>
                </a:lnTo>
                <a:lnTo>
                  <a:pt x="10740364" y="817879"/>
                </a:lnTo>
                <a:lnTo>
                  <a:pt x="10745863" y="814070"/>
                </a:lnTo>
                <a:lnTo>
                  <a:pt x="10745622" y="814070"/>
                </a:lnTo>
                <a:lnTo>
                  <a:pt x="10750918" y="810260"/>
                </a:lnTo>
                <a:lnTo>
                  <a:pt x="10750677" y="810260"/>
                </a:lnTo>
                <a:lnTo>
                  <a:pt x="10755769" y="806450"/>
                </a:lnTo>
                <a:lnTo>
                  <a:pt x="10755541" y="806450"/>
                </a:lnTo>
                <a:lnTo>
                  <a:pt x="10760417" y="801370"/>
                </a:lnTo>
                <a:lnTo>
                  <a:pt x="10760202" y="801370"/>
                </a:lnTo>
                <a:lnTo>
                  <a:pt x="10764850" y="796289"/>
                </a:lnTo>
                <a:lnTo>
                  <a:pt x="10764647" y="797560"/>
                </a:lnTo>
                <a:lnTo>
                  <a:pt x="10780922" y="797560"/>
                </a:lnTo>
                <a:lnTo>
                  <a:pt x="10753344" y="824229"/>
                </a:lnTo>
                <a:lnTo>
                  <a:pt x="10729188" y="839470"/>
                </a:lnTo>
                <a:lnTo>
                  <a:pt x="10725943" y="840739"/>
                </a:lnTo>
                <a:close/>
              </a:path>
              <a:path w="10812780" h="853439">
                <a:moveTo>
                  <a:pt x="10673181" y="853439"/>
                </a:moveTo>
                <a:lnTo>
                  <a:pt x="139039" y="853439"/>
                </a:lnTo>
                <a:lnTo>
                  <a:pt x="131597" y="852170"/>
                </a:lnTo>
                <a:lnTo>
                  <a:pt x="10680623" y="852170"/>
                </a:lnTo>
                <a:lnTo>
                  <a:pt x="10673181" y="853439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75766" y="5528309"/>
            <a:ext cx="6632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列表是一种</a:t>
            </a:r>
            <a:r>
              <a:rPr dirty="0" sz="2000" b="1">
                <a:latin typeface="宋体"/>
                <a:cs typeface="宋体"/>
              </a:rPr>
              <a:t>有序</a:t>
            </a:r>
            <a:r>
              <a:rPr dirty="0" sz="2000">
                <a:latin typeface="宋体"/>
                <a:cs typeface="宋体"/>
              </a:rPr>
              <a:t>的集合，可以随时添加和删除其中的元素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列表创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43583"/>
            <a:ext cx="10846435" cy="756285"/>
          </a:xfrm>
          <a:custGeom>
            <a:avLst/>
            <a:gdLst/>
            <a:ahLst/>
            <a:cxnLst/>
            <a:rect l="l" t="t" r="r" b="b"/>
            <a:pathLst>
              <a:path w="10846435" h="756285">
                <a:moveTo>
                  <a:pt x="10721340" y="755903"/>
                </a:moveTo>
                <a:lnTo>
                  <a:pt x="124968" y="755903"/>
                </a:lnTo>
                <a:lnTo>
                  <a:pt x="76229" y="746205"/>
                </a:lnTo>
                <a:lnTo>
                  <a:pt x="36390" y="719380"/>
                </a:lnTo>
                <a:lnTo>
                  <a:pt x="9598" y="679574"/>
                </a:lnTo>
                <a:lnTo>
                  <a:pt x="0" y="630935"/>
                </a:lnTo>
                <a:lnTo>
                  <a:pt x="0" y="126491"/>
                </a:lnTo>
                <a:lnTo>
                  <a:pt x="9598" y="77372"/>
                </a:lnTo>
                <a:lnTo>
                  <a:pt x="36390" y="37247"/>
                </a:lnTo>
                <a:lnTo>
                  <a:pt x="76229" y="10122"/>
                </a:lnTo>
                <a:lnTo>
                  <a:pt x="124968" y="0"/>
                </a:lnTo>
                <a:lnTo>
                  <a:pt x="10721340" y="0"/>
                </a:lnTo>
                <a:lnTo>
                  <a:pt x="10769935" y="10122"/>
                </a:lnTo>
                <a:lnTo>
                  <a:pt x="10809727" y="37247"/>
                </a:lnTo>
                <a:lnTo>
                  <a:pt x="10836566" y="77372"/>
                </a:lnTo>
                <a:lnTo>
                  <a:pt x="10846308" y="126491"/>
                </a:lnTo>
                <a:lnTo>
                  <a:pt x="10846308" y="630935"/>
                </a:lnTo>
                <a:lnTo>
                  <a:pt x="10836566" y="679574"/>
                </a:lnTo>
                <a:lnTo>
                  <a:pt x="10809727" y="719380"/>
                </a:lnTo>
                <a:lnTo>
                  <a:pt x="10769935" y="746205"/>
                </a:lnTo>
                <a:lnTo>
                  <a:pt x="10721340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10614" y="1490103"/>
            <a:ext cx="3076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列表中的元素用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逗号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分隔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6468" y="2520695"/>
            <a:ext cx="10846435" cy="3598545"/>
          </a:xfrm>
          <a:custGeom>
            <a:avLst/>
            <a:gdLst/>
            <a:ahLst/>
            <a:cxnLst/>
            <a:rect l="l" t="t" r="r" b="b"/>
            <a:pathLst>
              <a:path w="10846435" h="3598545">
                <a:moveTo>
                  <a:pt x="10245852" y="3598164"/>
                </a:moveTo>
                <a:lnTo>
                  <a:pt x="598932" y="3598164"/>
                </a:lnTo>
                <a:lnTo>
                  <a:pt x="552112" y="3596445"/>
                </a:lnTo>
                <a:lnTo>
                  <a:pt x="506273" y="3591198"/>
                </a:lnTo>
                <a:lnTo>
                  <a:pt x="461550" y="3582556"/>
                </a:lnTo>
                <a:lnTo>
                  <a:pt x="418076" y="3570653"/>
                </a:lnTo>
                <a:lnTo>
                  <a:pt x="375986" y="3555624"/>
                </a:lnTo>
                <a:lnTo>
                  <a:pt x="335413" y="3537601"/>
                </a:lnTo>
                <a:lnTo>
                  <a:pt x="296491" y="3516720"/>
                </a:lnTo>
                <a:lnTo>
                  <a:pt x="259354" y="3493114"/>
                </a:lnTo>
                <a:lnTo>
                  <a:pt x="224137" y="3466916"/>
                </a:lnTo>
                <a:lnTo>
                  <a:pt x="190973" y="3438262"/>
                </a:lnTo>
                <a:lnTo>
                  <a:pt x="159996" y="3407285"/>
                </a:lnTo>
                <a:lnTo>
                  <a:pt x="131340" y="3374120"/>
                </a:lnTo>
                <a:lnTo>
                  <a:pt x="105139" y="3338899"/>
                </a:lnTo>
                <a:lnTo>
                  <a:pt x="81528" y="3301757"/>
                </a:lnTo>
                <a:lnTo>
                  <a:pt x="60640" y="3262828"/>
                </a:lnTo>
                <a:lnTo>
                  <a:pt x="42608" y="3222246"/>
                </a:lnTo>
                <a:lnTo>
                  <a:pt x="27568" y="3180145"/>
                </a:lnTo>
                <a:lnTo>
                  <a:pt x="15654" y="3136659"/>
                </a:lnTo>
                <a:lnTo>
                  <a:pt x="6998" y="3091923"/>
                </a:lnTo>
                <a:lnTo>
                  <a:pt x="1735" y="3046069"/>
                </a:lnTo>
                <a:lnTo>
                  <a:pt x="0" y="2999231"/>
                </a:lnTo>
                <a:lnTo>
                  <a:pt x="0" y="598931"/>
                </a:lnTo>
                <a:lnTo>
                  <a:pt x="1735" y="552129"/>
                </a:lnTo>
                <a:lnTo>
                  <a:pt x="6998" y="506306"/>
                </a:lnTo>
                <a:lnTo>
                  <a:pt x="15654" y="461597"/>
                </a:lnTo>
                <a:lnTo>
                  <a:pt x="27568" y="418135"/>
                </a:lnTo>
                <a:lnTo>
                  <a:pt x="42608" y="376055"/>
                </a:lnTo>
                <a:lnTo>
                  <a:pt x="60640" y="335491"/>
                </a:lnTo>
                <a:lnTo>
                  <a:pt x="81528" y="296576"/>
                </a:lnTo>
                <a:lnTo>
                  <a:pt x="105139" y="259444"/>
                </a:lnTo>
                <a:lnTo>
                  <a:pt x="131340" y="224230"/>
                </a:lnTo>
                <a:lnTo>
                  <a:pt x="159996" y="191068"/>
                </a:lnTo>
                <a:lnTo>
                  <a:pt x="190973" y="160091"/>
                </a:lnTo>
                <a:lnTo>
                  <a:pt x="224137" y="131433"/>
                </a:lnTo>
                <a:lnTo>
                  <a:pt x="259354" y="105229"/>
                </a:lnTo>
                <a:lnTo>
                  <a:pt x="296491" y="81613"/>
                </a:lnTo>
                <a:lnTo>
                  <a:pt x="335413" y="60717"/>
                </a:lnTo>
                <a:lnTo>
                  <a:pt x="375986" y="42678"/>
                </a:lnTo>
                <a:lnTo>
                  <a:pt x="418076" y="27627"/>
                </a:lnTo>
                <a:lnTo>
                  <a:pt x="461550" y="15700"/>
                </a:lnTo>
                <a:lnTo>
                  <a:pt x="506273" y="7031"/>
                </a:lnTo>
                <a:lnTo>
                  <a:pt x="552112" y="1752"/>
                </a:lnTo>
                <a:lnTo>
                  <a:pt x="598932" y="0"/>
                </a:lnTo>
                <a:lnTo>
                  <a:pt x="10245852" y="0"/>
                </a:lnTo>
                <a:lnTo>
                  <a:pt x="10292759" y="1752"/>
                </a:lnTo>
                <a:lnTo>
                  <a:pt x="10338678" y="7031"/>
                </a:lnTo>
                <a:lnTo>
                  <a:pt x="10383474" y="15700"/>
                </a:lnTo>
                <a:lnTo>
                  <a:pt x="10427016" y="27627"/>
                </a:lnTo>
                <a:lnTo>
                  <a:pt x="10469168" y="42678"/>
                </a:lnTo>
                <a:lnTo>
                  <a:pt x="10509800" y="60717"/>
                </a:lnTo>
                <a:lnTo>
                  <a:pt x="10548778" y="81613"/>
                </a:lnTo>
                <a:lnTo>
                  <a:pt x="10585968" y="105229"/>
                </a:lnTo>
                <a:lnTo>
                  <a:pt x="10621238" y="131433"/>
                </a:lnTo>
                <a:lnTo>
                  <a:pt x="10654455" y="160091"/>
                </a:lnTo>
                <a:lnTo>
                  <a:pt x="10685486" y="191068"/>
                </a:lnTo>
                <a:lnTo>
                  <a:pt x="10714198" y="224230"/>
                </a:lnTo>
                <a:lnTo>
                  <a:pt x="10740458" y="259444"/>
                </a:lnTo>
                <a:lnTo>
                  <a:pt x="10764133" y="296576"/>
                </a:lnTo>
                <a:lnTo>
                  <a:pt x="10785090" y="335491"/>
                </a:lnTo>
                <a:lnTo>
                  <a:pt x="10803196" y="376055"/>
                </a:lnTo>
                <a:lnTo>
                  <a:pt x="10818318" y="418135"/>
                </a:lnTo>
                <a:lnTo>
                  <a:pt x="10830323" y="461597"/>
                </a:lnTo>
                <a:lnTo>
                  <a:pt x="10839078" y="506306"/>
                </a:lnTo>
                <a:lnTo>
                  <a:pt x="10844451" y="552129"/>
                </a:lnTo>
                <a:lnTo>
                  <a:pt x="10846308" y="598931"/>
                </a:lnTo>
                <a:lnTo>
                  <a:pt x="10846308" y="2999231"/>
                </a:lnTo>
                <a:lnTo>
                  <a:pt x="10844451" y="3046069"/>
                </a:lnTo>
                <a:lnTo>
                  <a:pt x="10839078" y="3091923"/>
                </a:lnTo>
                <a:lnTo>
                  <a:pt x="10830323" y="3136659"/>
                </a:lnTo>
                <a:lnTo>
                  <a:pt x="10818318" y="3180145"/>
                </a:lnTo>
                <a:lnTo>
                  <a:pt x="10803196" y="3222246"/>
                </a:lnTo>
                <a:lnTo>
                  <a:pt x="10785090" y="3262828"/>
                </a:lnTo>
                <a:lnTo>
                  <a:pt x="10764133" y="3301757"/>
                </a:lnTo>
                <a:lnTo>
                  <a:pt x="10740458" y="3338899"/>
                </a:lnTo>
                <a:lnTo>
                  <a:pt x="10714198" y="3374120"/>
                </a:lnTo>
                <a:lnTo>
                  <a:pt x="10685486" y="3407285"/>
                </a:lnTo>
                <a:lnTo>
                  <a:pt x="10654455" y="3438262"/>
                </a:lnTo>
                <a:lnTo>
                  <a:pt x="10621238" y="3466916"/>
                </a:lnTo>
                <a:lnTo>
                  <a:pt x="10585968" y="3493114"/>
                </a:lnTo>
                <a:lnTo>
                  <a:pt x="10548778" y="3516720"/>
                </a:lnTo>
                <a:lnTo>
                  <a:pt x="10509800" y="3537601"/>
                </a:lnTo>
                <a:lnTo>
                  <a:pt x="10469168" y="3555624"/>
                </a:lnTo>
                <a:lnTo>
                  <a:pt x="10427016" y="3570653"/>
                </a:lnTo>
                <a:lnTo>
                  <a:pt x="10383474" y="3582556"/>
                </a:lnTo>
                <a:lnTo>
                  <a:pt x="10338678" y="3591198"/>
                </a:lnTo>
                <a:lnTo>
                  <a:pt x="10292759" y="3596445"/>
                </a:lnTo>
                <a:lnTo>
                  <a:pt x="10245852" y="3598164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8451" y="2458211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7511" y="379475"/>
                </a:moveTo>
                <a:lnTo>
                  <a:pt x="62484" y="379475"/>
                </a:lnTo>
                <a:lnTo>
                  <a:pt x="38220" y="374593"/>
                </a:lnTo>
                <a:lnTo>
                  <a:pt x="18321" y="361154"/>
                </a:lnTo>
                <a:lnTo>
                  <a:pt x="4882" y="341255"/>
                </a:lnTo>
                <a:lnTo>
                  <a:pt x="0" y="316992"/>
                </a:lnTo>
                <a:lnTo>
                  <a:pt x="0" y="64007"/>
                </a:lnTo>
                <a:lnTo>
                  <a:pt x="4882" y="39220"/>
                </a:lnTo>
                <a:lnTo>
                  <a:pt x="18321" y="18988"/>
                </a:lnTo>
                <a:lnTo>
                  <a:pt x="38220" y="5263"/>
                </a:lnTo>
                <a:lnTo>
                  <a:pt x="62484" y="0"/>
                </a:lnTo>
                <a:lnTo>
                  <a:pt x="667511" y="0"/>
                </a:lnTo>
                <a:lnTo>
                  <a:pt x="692513" y="5263"/>
                </a:lnTo>
                <a:lnTo>
                  <a:pt x="712817" y="18988"/>
                </a:lnTo>
                <a:lnTo>
                  <a:pt x="726471" y="39220"/>
                </a:lnTo>
                <a:lnTo>
                  <a:pt x="731520" y="64007"/>
                </a:lnTo>
                <a:lnTo>
                  <a:pt x="731520" y="316992"/>
                </a:lnTo>
                <a:lnTo>
                  <a:pt x="726471" y="341255"/>
                </a:lnTo>
                <a:lnTo>
                  <a:pt x="712817" y="361154"/>
                </a:lnTo>
                <a:lnTo>
                  <a:pt x="692513" y="374593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2238" y="2486113"/>
            <a:ext cx="7414259" cy="32785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695325">
              <a:lnSpc>
                <a:spcPct val="100000"/>
              </a:lnSpc>
              <a:spcBef>
                <a:spcPts val="153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创建一个列表存储会计科</a:t>
            </a:r>
            <a:r>
              <a:rPr dirty="0" sz="1600" spc="-5">
                <a:latin typeface="宋体"/>
                <a:cs typeface="宋体"/>
              </a:rPr>
              <a:t>目</a:t>
            </a:r>
            <a:endParaRPr sz="1600">
              <a:latin typeface="宋体"/>
              <a:cs typeface="宋体"/>
            </a:endParaRPr>
          </a:p>
          <a:p>
            <a:pPr marL="695325">
              <a:lnSpc>
                <a:spcPct val="100000"/>
              </a:lnSpc>
              <a:spcBef>
                <a:spcPts val="800"/>
              </a:spcBef>
            </a:pPr>
            <a:r>
              <a:rPr dirty="0" sz="1600" spc="-5">
                <a:latin typeface="宋体"/>
                <a:cs typeface="宋体"/>
              </a:rPr>
              <a:t>account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['</a:t>
            </a:r>
            <a:r>
              <a:rPr dirty="0" sz="1600">
                <a:latin typeface="宋体"/>
                <a:cs typeface="宋体"/>
              </a:rPr>
              <a:t>现金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银行存款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其他货币资金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应收票据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应收账款</a:t>
            </a:r>
            <a:r>
              <a:rPr dirty="0" sz="1600" spc="-5">
                <a:latin typeface="宋体"/>
                <a:cs typeface="宋体"/>
              </a:rPr>
              <a:t>']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imes New Roman"/>
              <a:cs typeface="Times New Roman"/>
            </a:endParaRPr>
          </a:p>
          <a:p>
            <a:pPr marL="695325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创建一个列表存储金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  <a:p>
            <a:pPr marL="695325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amount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[2000,3000,4000,20000,30000]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695325" marR="2849880">
              <a:lnSpc>
                <a:spcPct val="150000"/>
              </a:lnSpc>
              <a:spcBef>
                <a:spcPts val="104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括号中什么也不写，代表创建一个空列</a:t>
            </a:r>
            <a:r>
              <a:rPr dirty="0" sz="1600" spc="-5">
                <a:latin typeface="宋体"/>
                <a:cs typeface="宋体"/>
              </a:rPr>
              <a:t>表 list3 = []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6655" y="1278636"/>
            <a:ext cx="10799445" cy="1656714"/>
          </a:xfrm>
          <a:custGeom>
            <a:avLst/>
            <a:gdLst/>
            <a:ahLst/>
            <a:cxnLst/>
            <a:rect l="l" t="t" r="r" b="b"/>
            <a:pathLst>
              <a:path w="10799445" h="1656714">
                <a:moveTo>
                  <a:pt x="10523220" y="1656588"/>
                </a:moveTo>
                <a:lnTo>
                  <a:pt x="275844" y="1656588"/>
                </a:lnTo>
                <a:lnTo>
                  <a:pt x="226173" y="1652283"/>
                </a:lnTo>
                <a:lnTo>
                  <a:pt x="179434" y="1639569"/>
                </a:lnTo>
                <a:lnTo>
                  <a:pt x="136409" y="1619227"/>
                </a:lnTo>
                <a:lnTo>
                  <a:pt x="97878" y="1592038"/>
                </a:lnTo>
                <a:lnTo>
                  <a:pt x="64624" y="1558784"/>
                </a:lnTo>
                <a:lnTo>
                  <a:pt x="37428" y="1520246"/>
                </a:lnTo>
                <a:lnTo>
                  <a:pt x="17071" y="1477206"/>
                </a:lnTo>
                <a:lnTo>
                  <a:pt x="4334" y="1430444"/>
                </a:lnTo>
                <a:lnTo>
                  <a:pt x="0" y="1380744"/>
                </a:lnTo>
                <a:lnTo>
                  <a:pt x="0" y="277367"/>
                </a:lnTo>
                <a:lnTo>
                  <a:pt x="4334" y="227574"/>
                </a:lnTo>
                <a:lnTo>
                  <a:pt x="17071" y="180731"/>
                </a:lnTo>
                <a:lnTo>
                  <a:pt x="37428" y="137605"/>
                </a:lnTo>
                <a:lnTo>
                  <a:pt x="64624" y="98968"/>
                </a:lnTo>
                <a:lnTo>
                  <a:pt x="97878" y="65586"/>
                </a:lnTo>
                <a:lnTo>
                  <a:pt x="136409" y="38229"/>
                </a:lnTo>
                <a:lnTo>
                  <a:pt x="179434" y="17667"/>
                </a:lnTo>
                <a:lnTo>
                  <a:pt x="226173" y="4667"/>
                </a:lnTo>
                <a:lnTo>
                  <a:pt x="275844" y="0"/>
                </a:lnTo>
                <a:lnTo>
                  <a:pt x="10523220" y="0"/>
                </a:lnTo>
                <a:lnTo>
                  <a:pt x="10572965" y="4667"/>
                </a:lnTo>
                <a:lnTo>
                  <a:pt x="10619761" y="17667"/>
                </a:lnTo>
                <a:lnTo>
                  <a:pt x="10662824" y="38229"/>
                </a:lnTo>
                <a:lnTo>
                  <a:pt x="10701373" y="65586"/>
                </a:lnTo>
                <a:lnTo>
                  <a:pt x="10734627" y="98968"/>
                </a:lnTo>
                <a:lnTo>
                  <a:pt x="10761805" y="137605"/>
                </a:lnTo>
                <a:lnTo>
                  <a:pt x="10782124" y="180731"/>
                </a:lnTo>
                <a:lnTo>
                  <a:pt x="10794804" y="227574"/>
                </a:lnTo>
                <a:lnTo>
                  <a:pt x="10799064" y="277367"/>
                </a:lnTo>
                <a:lnTo>
                  <a:pt x="10799064" y="1380744"/>
                </a:lnTo>
                <a:lnTo>
                  <a:pt x="10794804" y="1430444"/>
                </a:lnTo>
                <a:lnTo>
                  <a:pt x="10782124" y="1477206"/>
                </a:lnTo>
                <a:lnTo>
                  <a:pt x="10761805" y="1520246"/>
                </a:lnTo>
                <a:lnTo>
                  <a:pt x="10734627" y="1558784"/>
                </a:lnTo>
                <a:lnTo>
                  <a:pt x="10701373" y="1592038"/>
                </a:lnTo>
                <a:lnTo>
                  <a:pt x="10662824" y="1619227"/>
                </a:lnTo>
                <a:lnTo>
                  <a:pt x="10619761" y="1639569"/>
                </a:lnTo>
                <a:lnTo>
                  <a:pt x="10572965" y="1652283"/>
                </a:lnTo>
                <a:lnTo>
                  <a:pt x="10523220" y="1656588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15060" y="1273149"/>
            <a:ext cx="993203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与字符串一样，列表中的每个元素都对应一个索引号，可以对列表进行拼接、重复输出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、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获取、截取操作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2933065" algn="l"/>
              </a:tabLst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假设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：list1=[1,2,3,4]	list2=[5,6,7]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2305" y="3355975"/>
          <a:ext cx="10819130" cy="3037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70"/>
                <a:gridCol w="2879725"/>
                <a:gridCol w="2879725"/>
                <a:gridCol w="2880360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操作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+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接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list1+list2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[1,2,3,4,5,6,7]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*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重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复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list1*2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[1,2,3,4,1,2,3,4]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[]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获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取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list1[3]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4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[:]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截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取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list1[0:3]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[1,2,3]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成员运算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1 in</a:t>
                      </a:r>
                      <a:r>
                        <a:rPr dirty="0" sz="17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list1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成员运算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5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r>
                        <a:rPr dirty="0" sz="1700" spc="-3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list1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6655" y="1278636"/>
            <a:ext cx="10799445" cy="2018030"/>
          </a:xfrm>
          <a:custGeom>
            <a:avLst/>
            <a:gdLst/>
            <a:ahLst/>
            <a:cxnLst/>
            <a:rect l="l" t="t" r="r" b="b"/>
            <a:pathLst>
              <a:path w="10799445" h="2018029">
                <a:moveTo>
                  <a:pt x="10463784" y="2017776"/>
                </a:moveTo>
                <a:lnTo>
                  <a:pt x="335280" y="2017776"/>
                </a:lnTo>
                <a:lnTo>
                  <a:pt x="285718" y="2013958"/>
                </a:lnTo>
                <a:lnTo>
                  <a:pt x="238403" y="2003231"/>
                </a:lnTo>
                <a:lnTo>
                  <a:pt x="193857" y="1986111"/>
                </a:lnTo>
                <a:lnTo>
                  <a:pt x="152605" y="1963114"/>
                </a:lnTo>
                <a:lnTo>
                  <a:pt x="115169" y="1934757"/>
                </a:lnTo>
                <a:lnTo>
                  <a:pt x="82072" y="1901556"/>
                </a:lnTo>
                <a:lnTo>
                  <a:pt x="53838" y="1864028"/>
                </a:lnTo>
                <a:lnTo>
                  <a:pt x="30991" y="1822689"/>
                </a:lnTo>
                <a:lnTo>
                  <a:pt x="14053" y="1778056"/>
                </a:lnTo>
                <a:lnTo>
                  <a:pt x="3548" y="1730644"/>
                </a:lnTo>
                <a:lnTo>
                  <a:pt x="0" y="1680971"/>
                </a:lnTo>
                <a:lnTo>
                  <a:pt x="0" y="336803"/>
                </a:lnTo>
                <a:lnTo>
                  <a:pt x="3548" y="287140"/>
                </a:lnTo>
                <a:lnTo>
                  <a:pt x="14053" y="239736"/>
                </a:lnTo>
                <a:lnTo>
                  <a:pt x="30991" y="195109"/>
                </a:lnTo>
                <a:lnTo>
                  <a:pt x="53838" y="153773"/>
                </a:lnTo>
                <a:lnTo>
                  <a:pt x="82072" y="116247"/>
                </a:lnTo>
                <a:lnTo>
                  <a:pt x="115169" y="83046"/>
                </a:lnTo>
                <a:lnTo>
                  <a:pt x="152605" y="54687"/>
                </a:lnTo>
                <a:lnTo>
                  <a:pt x="193857" y="31687"/>
                </a:lnTo>
                <a:lnTo>
                  <a:pt x="238403" y="14561"/>
                </a:lnTo>
                <a:lnTo>
                  <a:pt x="285718" y="3826"/>
                </a:lnTo>
                <a:lnTo>
                  <a:pt x="335280" y="0"/>
                </a:lnTo>
                <a:lnTo>
                  <a:pt x="10463784" y="0"/>
                </a:lnTo>
                <a:lnTo>
                  <a:pt x="10513408" y="3826"/>
                </a:lnTo>
                <a:lnTo>
                  <a:pt x="10560774" y="14561"/>
                </a:lnTo>
                <a:lnTo>
                  <a:pt x="10605357" y="31687"/>
                </a:lnTo>
                <a:lnTo>
                  <a:pt x="10646635" y="54687"/>
                </a:lnTo>
                <a:lnTo>
                  <a:pt x="10684083" y="83046"/>
                </a:lnTo>
                <a:lnTo>
                  <a:pt x="10717180" y="116247"/>
                </a:lnTo>
                <a:lnTo>
                  <a:pt x="10745401" y="153773"/>
                </a:lnTo>
                <a:lnTo>
                  <a:pt x="10768223" y="195109"/>
                </a:lnTo>
                <a:lnTo>
                  <a:pt x="10785123" y="239736"/>
                </a:lnTo>
                <a:lnTo>
                  <a:pt x="10795578" y="287140"/>
                </a:lnTo>
                <a:lnTo>
                  <a:pt x="10799064" y="336803"/>
                </a:lnTo>
                <a:lnTo>
                  <a:pt x="10799064" y="1680971"/>
                </a:lnTo>
                <a:lnTo>
                  <a:pt x="10795578" y="1730644"/>
                </a:lnTo>
                <a:lnTo>
                  <a:pt x="10785123" y="1778056"/>
                </a:lnTo>
                <a:lnTo>
                  <a:pt x="10768223" y="1822689"/>
                </a:lnTo>
                <a:lnTo>
                  <a:pt x="10745401" y="1864028"/>
                </a:lnTo>
                <a:lnTo>
                  <a:pt x="10717180" y="1901556"/>
                </a:lnTo>
                <a:lnTo>
                  <a:pt x="10684083" y="1934757"/>
                </a:lnTo>
                <a:lnTo>
                  <a:pt x="10646635" y="1963114"/>
                </a:lnTo>
                <a:lnTo>
                  <a:pt x="10605357" y="1986111"/>
                </a:lnTo>
                <a:lnTo>
                  <a:pt x="10560774" y="2003231"/>
                </a:lnTo>
                <a:lnTo>
                  <a:pt x="10513408" y="2013958"/>
                </a:lnTo>
                <a:lnTo>
                  <a:pt x="10463784" y="2017776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15060" y="1273149"/>
            <a:ext cx="968057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：在现行会计准则下，存货发出计价方法有：先进先出法、移动加权平均法、月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末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一次加权平均法和个别计价法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：1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、创建一个列表存储存货发出计价方法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spcBef>
                <a:spcPts val="12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、使用成员运算符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“in”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判断在在现行会计准则下是否允许使用后进先出法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0183" y="3762755"/>
            <a:ext cx="5358765" cy="2682240"/>
          </a:xfrm>
          <a:custGeom>
            <a:avLst/>
            <a:gdLst/>
            <a:ahLst/>
            <a:cxnLst/>
            <a:rect l="l" t="t" r="r" b="b"/>
            <a:pathLst>
              <a:path w="5358765" h="2682240">
                <a:moveTo>
                  <a:pt x="4910328" y="2682240"/>
                </a:moveTo>
                <a:lnTo>
                  <a:pt x="446531" y="2682240"/>
                </a:lnTo>
                <a:lnTo>
                  <a:pt x="397870" y="2679545"/>
                </a:lnTo>
                <a:lnTo>
                  <a:pt x="350722" y="2671794"/>
                </a:lnTo>
                <a:lnTo>
                  <a:pt x="305360" y="2659258"/>
                </a:lnTo>
                <a:lnTo>
                  <a:pt x="262059" y="2642207"/>
                </a:lnTo>
                <a:lnTo>
                  <a:pt x="221092" y="2620913"/>
                </a:lnTo>
                <a:lnTo>
                  <a:pt x="182733" y="2595646"/>
                </a:lnTo>
                <a:lnTo>
                  <a:pt x="147255" y="2566677"/>
                </a:lnTo>
                <a:lnTo>
                  <a:pt x="114933" y="2534278"/>
                </a:lnTo>
                <a:lnTo>
                  <a:pt x="86038" y="2498719"/>
                </a:lnTo>
                <a:lnTo>
                  <a:pt x="60847" y="2460272"/>
                </a:lnTo>
                <a:lnTo>
                  <a:pt x="39631" y="2419206"/>
                </a:lnTo>
                <a:lnTo>
                  <a:pt x="22664" y="2375794"/>
                </a:lnTo>
                <a:lnTo>
                  <a:pt x="10221" y="2330305"/>
                </a:lnTo>
                <a:lnTo>
                  <a:pt x="2575" y="2283011"/>
                </a:lnTo>
                <a:lnTo>
                  <a:pt x="0" y="2234184"/>
                </a:lnTo>
                <a:lnTo>
                  <a:pt x="0" y="446532"/>
                </a:lnTo>
                <a:lnTo>
                  <a:pt x="2575" y="397846"/>
                </a:lnTo>
                <a:lnTo>
                  <a:pt x="10221" y="350678"/>
                </a:lnTo>
                <a:lnTo>
                  <a:pt x="22664" y="305299"/>
                </a:lnTo>
                <a:lnTo>
                  <a:pt x="39631" y="261985"/>
                </a:lnTo>
                <a:lnTo>
                  <a:pt x="60847" y="221008"/>
                </a:lnTo>
                <a:lnTo>
                  <a:pt x="86038" y="182642"/>
                </a:lnTo>
                <a:lnTo>
                  <a:pt x="114933" y="147161"/>
                </a:lnTo>
                <a:lnTo>
                  <a:pt x="147255" y="114838"/>
                </a:lnTo>
                <a:lnTo>
                  <a:pt x="182733" y="85947"/>
                </a:lnTo>
                <a:lnTo>
                  <a:pt x="221092" y="60762"/>
                </a:lnTo>
                <a:lnTo>
                  <a:pt x="262059" y="39556"/>
                </a:lnTo>
                <a:lnTo>
                  <a:pt x="305360" y="22603"/>
                </a:lnTo>
                <a:lnTo>
                  <a:pt x="350722" y="10177"/>
                </a:lnTo>
                <a:lnTo>
                  <a:pt x="397870" y="2551"/>
                </a:lnTo>
                <a:lnTo>
                  <a:pt x="446531" y="0"/>
                </a:lnTo>
                <a:lnTo>
                  <a:pt x="4910328" y="0"/>
                </a:lnTo>
                <a:lnTo>
                  <a:pt x="4959132" y="2551"/>
                </a:lnTo>
                <a:lnTo>
                  <a:pt x="5006405" y="10177"/>
                </a:lnTo>
                <a:lnTo>
                  <a:pt x="5051877" y="22603"/>
                </a:lnTo>
                <a:lnTo>
                  <a:pt x="5095276" y="39556"/>
                </a:lnTo>
                <a:lnTo>
                  <a:pt x="5136331" y="60762"/>
                </a:lnTo>
                <a:lnTo>
                  <a:pt x="5174772" y="85947"/>
                </a:lnTo>
                <a:lnTo>
                  <a:pt x="5210327" y="114838"/>
                </a:lnTo>
                <a:lnTo>
                  <a:pt x="5242727" y="147161"/>
                </a:lnTo>
                <a:lnTo>
                  <a:pt x="5271698" y="182642"/>
                </a:lnTo>
                <a:lnTo>
                  <a:pt x="5296972" y="221008"/>
                </a:lnTo>
                <a:lnTo>
                  <a:pt x="5318276" y="261985"/>
                </a:lnTo>
                <a:lnTo>
                  <a:pt x="5335341" y="305299"/>
                </a:lnTo>
                <a:lnTo>
                  <a:pt x="5347894" y="350678"/>
                </a:lnTo>
                <a:lnTo>
                  <a:pt x="5355665" y="397846"/>
                </a:lnTo>
                <a:lnTo>
                  <a:pt x="5358383" y="446532"/>
                </a:lnTo>
                <a:lnTo>
                  <a:pt x="5358383" y="2234184"/>
                </a:lnTo>
                <a:lnTo>
                  <a:pt x="5355665" y="2283011"/>
                </a:lnTo>
                <a:lnTo>
                  <a:pt x="5347894" y="2330305"/>
                </a:lnTo>
                <a:lnTo>
                  <a:pt x="5335341" y="2375794"/>
                </a:lnTo>
                <a:lnTo>
                  <a:pt x="5318276" y="2419206"/>
                </a:lnTo>
                <a:lnTo>
                  <a:pt x="5296972" y="2460272"/>
                </a:lnTo>
                <a:lnTo>
                  <a:pt x="5271698" y="2498719"/>
                </a:lnTo>
                <a:lnTo>
                  <a:pt x="5242727" y="2534278"/>
                </a:lnTo>
                <a:lnTo>
                  <a:pt x="5210327" y="2566677"/>
                </a:lnTo>
                <a:lnTo>
                  <a:pt x="5174772" y="2595646"/>
                </a:lnTo>
                <a:lnTo>
                  <a:pt x="5136331" y="2620913"/>
                </a:lnTo>
                <a:lnTo>
                  <a:pt x="5095276" y="2642207"/>
                </a:lnTo>
                <a:lnTo>
                  <a:pt x="5051877" y="2659258"/>
                </a:lnTo>
                <a:lnTo>
                  <a:pt x="5006405" y="2671794"/>
                </a:lnTo>
                <a:lnTo>
                  <a:pt x="4959132" y="2679545"/>
                </a:lnTo>
                <a:lnTo>
                  <a:pt x="4910328" y="2682240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6927" y="3639311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20"/>
                </a:moveTo>
                <a:lnTo>
                  <a:pt x="77723" y="464820"/>
                </a:lnTo>
                <a:lnTo>
                  <a:pt x="47472" y="458306"/>
                </a:lnTo>
                <a:lnTo>
                  <a:pt x="22798" y="441545"/>
                </a:lnTo>
                <a:lnTo>
                  <a:pt x="6156" y="416990"/>
                </a:lnTo>
                <a:lnTo>
                  <a:pt x="0" y="387096"/>
                </a:lnTo>
                <a:lnTo>
                  <a:pt x="0" y="77724"/>
                </a:lnTo>
                <a:lnTo>
                  <a:pt x="6156" y="47329"/>
                </a:lnTo>
                <a:lnTo>
                  <a:pt x="22798" y="22607"/>
                </a:lnTo>
                <a:lnTo>
                  <a:pt x="47472" y="6013"/>
                </a:lnTo>
                <a:lnTo>
                  <a:pt x="77723" y="0"/>
                </a:lnTo>
                <a:lnTo>
                  <a:pt x="1085088" y="0"/>
                </a:lnTo>
                <a:lnTo>
                  <a:pt x="1115411" y="6013"/>
                </a:lnTo>
                <a:lnTo>
                  <a:pt x="1140109" y="22607"/>
                </a:lnTo>
                <a:lnTo>
                  <a:pt x="1156727" y="47329"/>
                </a:lnTo>
                <a:lnTo>
                  <a:pt x="1162811" y="77724"/>
                </a:lnTo>
                <a:lnTo>
                  <a:pt x="1162811" y="387096"/>
                </a:lnTo>
                <a:lnTo>
                  <a:pt x="1156727" y="416990"/>
                </a:lnTo>
                <a:lnTo>
                  <a:pt x="1140109" y="441545"/>
                </a:lnTo>
                <a:lnTo>
                  <a:pt x="1115411" y="458306"/>
                </a:lnTo>
                <a:lnTo>
                  <a:pt x="1085088" y="46482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7976" y="3725341"/>
            <a:ext cx="4946650" cy="1014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61950">
              <a:lnSpc>
                <a:spcPct val="100000"/>
              </a:lnSpc>
              <a:spcBef>
                <a:spcPts val="123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创建一个列表存储存货发出计价方</a:t>
            </a:r>
            <a:r>
              <a:rPr dirty="0" sz="1600" spc="-5">
                <a:latin typeface="宋体"/>
                <a:cs typeface="宋体"/>
              </a:rPr>
              <a:t>法</a:t>
            </a:r>
            <a:endParaRPr sz="1600">
              <a:latin typeface="宋体"/>
              <a:cs typeface="宋体"/>
            </a:endParaRPr>
          </a:p>
          <a:p>
            <a:pPr marL="361950">
              <a:lnSpc>
                <a:spcPct val="100000"/>
              </a:lnSpc>
              <a:spcBef>
                <a:spcPts val="800"/>
              </a:spcBef>
            </a:pPr>
            <a:r>
              <a:rPr dirty="0" sz="1600" spc="-5">
                <a:latin typeface="宋体"/>
                <a:cs typeface="宋体"/>
              </a:rPr>
              <a:t>method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['</a:t>
            </a:r>
            <a:r>
              <a:rPr dirty="0" sz="1600">
                <a:latin typeface="宋体"/>
                <a:cs typeface="宋体"/>
              </a:rPr>
              <a:t>先进先出法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移动加权平均法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末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30" y="4836795"/>
            <a:ext cx="29718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一次加权平均法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个别计价法</a:t>
            </a:r>
            <a:r>
              <a:rPr dirty="0" sz="1600" spc="-5">
                <a:latin typeface="宋体"/>
                <a:cs typeface="宋体"/>
              </a:rPr>
              <a:t>']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7430" y="5445633"/>
            <a:ext cx="22606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成员运算</a:t>
            </a:r>
            <a:r>
              <a:rPr dirty="0" sz="1600" spc="-5">
                <a:latin typeface="宋体"/>
                <a:cs typeface="宋体"/>
              </a:rPr>
              <a:t>符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后进先出法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method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18831" y="4175759"/>
            <a:ext cx="3538854" cy="1676400"/>
          </a:xfrm>
          <a:custGeom>
            <a:avLst/>
            <a:gdLst/>
            <a:ahLst/>
            <a:cxnLst/>
            <a:rect l="l" t="t" r="r" b="b"/>
            <a:pathLst>
              <a:path w="3538854" h="1676400">
                <a:moveTo>
                  <a:pt x="3259836" y="1676400"/>
                </a:moveTo>
                <a:lnTo>
                  <a:pt x="278892" y="1676400"/>
                </a:lnTo>
                <a:lnTo>
                  <a:pt x="233504" y="1672743"/>
                </a:lnTo>
                <a:lnTo>
                  <a:pt x="190463" y="1662159"/>
                </a:lnTo>
                <a:lnTo>
                  <a:pt x="150346" y="1645226"/>
                </a:lnTo>
                <a:lnTo>
                  <a:pt x="113733" y="1622523"/>
                </a:lnTo>
                <a:lnTo>
                  <a:pt x="81200" y="1594627"/>
                </a:lnTo>
                <a:lnTo>
                  <a:pt x="53327" y="1562118"/>
                </a:lnTo>
                <a:lnTo>
                  <a:pt x="30692" y="1525573"/>
                </a:lnTo>
                <a:lnTo>
                  <a:pt x="13874" y="1485570"/>
                </a:lnTo>
                <a:lnTo>
                  <a:pt x="3450" y="1442689"/>
                </a:lnTo>
                <a:lnTo>
                  <a:pt x="0" y="1397507"/>
                </a:lnTo>
                <a:lnTo>
                  <a:pt x="0" y="278891"/>
                </a:lnTo>
                <a:lnTo>
                  <a:pt x="3450" y="233710"/>
                </a:lnTo>
                <a:lnTo>
                  <a:pt x="13874" y="190829"/>
                </a:lnTo>
                <a:lnTo>
                  <a:pt x="30692" y="150826"/>
                </a:lnTo>
                <a:lnTo>
                  <a:pt x="53327" y="114281"/>
                </a:lnTo>
                <a:lnTo>
                  <a:pt x="81200" y="81772"/>
                </a:lnTo>
                <a:lnTo>
                  <a:pt x="113733" y="53876"/>
                </a:lnTo>
                <a:lnTo>
                  <a:pt x="150346" y="31173"/>
                </a:lnTo>
                <a:lnTo>
                  <a:pt x="190463" y="14240"/>
                </a:lnTo>
                <a:lnTo>
                  <a:pt x="233504" y="3656"/>
                </a:lnTo>
                <a:lnTo>
                  <a:pt x="278892" y="0"/>
                </a:lnTo>
                <a:lnTo>
                  <a:pt x="3259836" y="0"/>
                </a:lnTo>
                <a:lnTo>
                  <a:pt x="3305189" y="3656"/>
                </a:lnTo>
                <a:lnTo>
                  <a:pt x="3348203" y="14240"/>
                </a:lnTo>
                <a:lnTo>
                  <a:pt x="3388301" y="31173"/>
                </a:lnTo>
                <a:lnTo>
                  <a:pt x="3424903" y="53876"/>
                </a:lnTo>
                <a:lnTo>
                  <a:pt x="3457432" y="81772"/>
                </a:lnTo>
                <a:lnTo>
                  <a:pt x="3485308" y="114281"/>
                </a:lnTo>
                <a:lnTo>
                  <a:pt x="3507955" y="150826"/>
                </a:lnTo>
                <a:lnTo>
                  <a:pt x="3524792" y="190829"/>
                </a:lnTo>
                <a:lnTo>
                  <a:pt x="3535242" y="233710"/>
                </a:lnTo>
                <a:lnTo>
                  <a:pt x="3538728" y="278891"/>
                </a:lnTo>
                <a:lnTo>
                  <a:pt x="3538728" y="1397507"/>
                </a:lnTo>
                <a:lnTo>
                  <a:pt x="3535242" y="1442689"/>
                </a:lnTo>
                <a:lnTo>
                  <a:pt x="3524792" y="1485570"/>
                </a:lnTo>
                <a:lnTo>
                  <a:pt x="3507955" y="1525573"/>
                </a:lnTo>
                <a:lnTo>
                  <a:pt x="3485308" y="1562118"/>
                </a:lnTo>
                <a:lnTo>
                  <a:pt x="3457432" y="1594627"/>
                </a:lnTo>
                <a:lnTo>
                  <a:pt x="3424903" y="1622523"/>
                </a:lnTo>
                <a:lnTo>
                  <a:pt x="3388301" y="1645226"/>
                </a:lnTo>
                <a:lnTo>
                  <a:pt x="3348203" y="1662159"/>
                </a:lnTo>
                <a:lnTo>
                  <a:pt x="3305189" y="1672743"/>
                </a:lnTo>
                <a:lnTo>
                  <a:pt x="3259836" y="1676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462644" y="4919345"/>
            <a:ext cx="15494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输出结果：</a:t>
            </a:r>
            <a:r>
              <a:rPr dirty="0" sz="1600" spc="-5">
                <a:latin typeface="宋体"/>
                <a:cs typeface="宋体"/>
              </a:rPr>
              <a:t>False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22719" y="4538471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列表常用函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6655" y="1278636"/>
            <a:ext cx="10799445" cy="1262380"/>
          </a:xfrm>
          <a:custGeom>
            <a:avLst/>
            <a:gdLst/>
            <a:ahLst/>
            <a:cxnLst/>
            <a:rect l="l" t="t" r="r" b="b"/>
            <a:pathLst>
              <a:path w="10799445" h="1262380">
                <a:moveTo>
                  <a:pt x="10590276" y="1261871"/>
                </a:moveTo>
                <a:lnTo>
                  <a:pt x="210312" y="1261871"/>
                </a:lnTo>
                <a:lnTo>
                  <a:pt x="161916" y="1256061"/>
                </a:lnTo>
                <a:lnTo>
                  <a:pt x="117543" y="1240078"/>
                </a:lnTo>
                <a:lnTo>
                  <a:pt x="78449" y="1215178"/>
                </a:lnTo>
                <a:lnTo>
                  <a:pt x="45890" y="1182620"/>
                </a:lnTo>
                <a:lnTo>
                  <a:pt x="21124" y="1143659"/>
                </a:lnTo>
                <a:lnTo>
                  <a:pt x="5409" y="1099554"/>
                </a:lnTo>
                <a:lnTo>
                  <a:pt x="0" y="1051559"/>
                </a:lnTo>
                <a:lnTo>
                  <a:pt x="0" y="210311"/>
                </a:lnTo>
                <a:lnTo>
                  <a:pt x="5409" y="162327"/>
                </a:lnTo>
                <a:lnTo>
                  <a:pt x="21124" y="118227"/>
                </a:lnTo>
                <a:lnTo>
                  <a:pt x="45890" y="79270"/>
                </a:lnTo>
                <a:lnTo>
                  <a:pt x="78449" y="46711"/>
                </a:lnTo>
                <a:lnTo>
                  <a:pt x="117543" y="21809"/>
                </a:lnTo>
                <a:lnTo>
                  <a:pt x="161916" y="5819"/>
                </a:lnTo>
                <a:lnTo>
                  <a:pt x="210312" y="0"/>
                </a:lnTo>
                <a:lnTo>
                  <a:pt x="10590276" y="0"/>
                </a:lnTo>
                <a:lnTo>
                  <a:pt x="10638200" y="5819"/>
                </a:lnTo>
                <a:lnTo>
                  <a:pt x="10682231" y="21809"/>
                </a:lnTo>
                <a:lnTo>
                  <a:pt x="10721085" y="46711"/>
                </a:lnTo>
                <a:lnTo>
                  <a:pt x="10753479" y="79270"/>
                </a:lnTo>
                <a:lnTo>
                  <a:pt x="10778130" y="118227"/>
                </a:lnTo>
                <a:lnTo>
                  <a:pt x="10793752" y="162327"/>
                </a:lnTo>
                <a:lnTo>
                  <a:pt x="10799064" y="210311"/>
                </a:lnTo>
                <a:lnTo>
                  <a:pt x="10799064" y="1051559"/>
                </a:lnTo>
                <a:lnTo>
                  <a:pt x="10793752" y="1099554"/>
                </a:lnTo>
                <a:lnTo>
                  <a:pt x="10778130" y="1143659"/>
                </a:lnTo>
                <a:lnTo>
                  <a:pt x="10753479" y="1182620"/>
                </a:lnTo>
                <a:lnTo>
                  <a:pt x="10721085" y="1215178"/>
                </a:lnTo>
                <a:lnTo>
                  <a:pt x="10682231" y="1240078"/>
                </a:lnTo>
                <a:lnTo>
                  <a:pt x="10638200" y="1256061"/>
                </a:lnTo>
                <a:lnTo>
                  <a:pt x="10590276" y="126187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4744" y="1374051"/>
            <a:ext cx="6630034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0" marR="5080" indent="-127000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创建列表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：list1</a:t>
            </a:r>
            <a:r>
              <a:rPr dirty="0" sz="20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['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销售费用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','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管理费用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','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财务费用'] 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list2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[12000,15000,2000]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5155" y="2789554"/>
          <a:ext cx="10855325" cy="3396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70"/>
                <a:gridCol w="3455670"/>
                <a:gridCol w="2339975"/>
                <a:gridCol w="2880359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操作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len(list)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获取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list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中元素的个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len(list1)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3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list.index(obj)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获取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list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中指定元素索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引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list2.index(2000)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list.append(obj)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在列表末尾添加新的元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素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845819" marR="191135" indent="-6477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list1.append('投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资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收益')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252095" marR="136525" indent="-1079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['销售费用','管理费用',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'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财务费用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',’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投资收益']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864235" marR="100330" indent="-7556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list.insert(index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, 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obj)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将元素插入列表中指定的位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置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list2.insert(1,1000)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[12000,1000,15000,2000]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list.extend(seq)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0" marR="1009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在列表末尾一次性追加另一个序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列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中的多个值（用新列表扩展原来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的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列表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list1.extend(list2)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4145" marR="1365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['销售费用','管理费用',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'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财 务 费 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用 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',12000,15000,2000]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列表常用函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6275" y="3005454"/>
          <a:ext cx="10821670" cy="3324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7925"/>
                <a:gridCol w="3647440"/>
                <a:gridCol w="2176780"/>
                <a:gridCol w="2530475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操作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list.pop([index=-1])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312420" marR="88900" indent="-2159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移除列表中的一个元素（默认最后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一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个元素），并且返回该元素的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值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list1.pop(0)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销售费用'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list.remove(obj)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移除列表中某个元素的第一个匹配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项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list2.remove(15000)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[12000,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2000]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list.reverse()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反向列表中元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素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list1.reverse()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财务费用',</a:t>
                      </a:r>
                      <a:r>
                        <a:rPr dirty="0" sz="1700" spc="-4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费</a:t>
                      </a:r>
                      <a:endParaRPr sz="17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用',</a:t>
                      </a:r>
                      <a:r>
                        <a:rPr dirty="0" sz="17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销售费用']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720089">
                <a:tc>
                  <a:txBody>
                    <a:bodyPr/>
                    <a:lstStyle/>
                    <a:p>
                      <a:pPr marL="467359" marR="190500" indent="-2698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list.sort(key=None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, 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reverse=False)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420370" marR="88900" indent="-32385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对原列表进行排序（只能对相同类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型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的元素进行排序，默认升序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list2.sort()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[2000, 12000,</a:t>
                      </a:r>
                      <a:r>
                        <a:rPr dirty="0" sz="17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15000]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76655" y="1278636"/>
            <a:ext cx="10799445" cy="1262380"/>
          </a:xfrm>
          <a:custGeom>
            <a:avLst/>
            <a:gdLst/>
            <a:ahLst/>
            <a:cxnLst/>
            <a:rect l="l" t="t" r="r" b="b"/>
            <a:pathLst>
              <a:path w="10799445" h="1262380">
                <a:moveTo>
                  <a:pt x="10590276" y="1261871"/>
                </a:moveTo>
                <a:lnTo>
                  <a:pt x="210312" y="1261871"/>
                </a:lnTo>
                <a:lnTo>
                  <a:pt x="161916" y="1256061"/>
                </a:lnTo>
                <a:lnTo>
                  <a:pt x="117543" y="1240078"/>
                </a:lnTo>
                <a:lnTo>
                  <a:pt x="78449" y="1215178"/>
                </a:lnTo>
                <a:lnTo>
                  <a:pt x="45890" y="1182620"/>
                </a:lnTo>
                <a:lnTo>
                  <a:pt x="21124" y="1143659"/>
                </a:lnTo>
                <a:lnTo>
                  <a:pt x="5409" y="1099554"/>
                </a:lnTo>
                <a:lnTo>
                  <a:pt x="0" y="1051559"/>
                </a:lnTo>
                <a:lnTo>
                  <a:pt x="0" y="210311"/>
                </a:lnTo>
                <a:lnTo>
                  <a:pt x="5409" y="162327"/>
                </a:lnTo>
                <a:lnTo>
                  <a:pt x="21124" y="118227"/>
                </a:lnTo>
                <a:lnTo>
                  <a:pt x="45890" y="79270"/>
                </a:lnTo>
                <a:lnTo>
                  <a:pt x="78449" y="46711"/>
                </a:lnTo>
                <a:lnTo>
                  <a:pt x="117543" y="21809"/>
                </a:lnTo>
                <a:lnTo>
                  <a:pt x="161916" y="5819"/>
                </a:lnTo>
                <a:lnTo>
                  <a:pt x="210312" y="0"/>
                </a:lnTo>
                <a:lnTo>
                  <a:pt x="10590276" y="0"/>
                </a:lnTo>
                <a:lnTo>
                  <a:pt x="10638200" y="5819"/>
                </a:lnTo>
                <a:lnTo>
                  <a:pt x="10682231" y="21809"/>
                </a:lnTo>
                <a:lnTo>
                  <a:pt x="10721085" y="46711"/>
                </a:lnTo>
                <a:lnTo>
                  <a:pt x="10753479" y="79270"/>
                </a:lnTo>
                <a:lnTo>
                  <a:pt x="10778130" y="118227"/>
                </a:lnTo>
                <a:lnTo>
                  <a:pt x="10793752" y="162327"/>
                </a:lnTo>
                <a:lnTo>
                  <a:pt x="10799064" y="210311"/>
                </a:lnTo>
                <a:lnTo>
                  <a:pt x="10799064" y="1051559"/>
                </a:lnTo>
                <a:lnTo>
                  <a:pt x="10793752" y="1099554"/>
                </a:lnTo>
                <a:lnTo>
                  <a:pt x="10778130" y="1143659"/>
                </a:lnTo>
                <a:lnTo>
                  <a:pt x="10753479" y="1182620"/>
                </a:lnTo>
                <a:lnTo>
                  <a:pt x="10721085" y="1215178"/>
                </a:lnTo>
                <a:lnTo>
                  <a:pt x="10682231" y="1240078"/>
                </a:lnTo>
                <a:lnTo>
                  <a:pt x="10638200" y="1256061"/>
                </a:lnTo>
                <a:lnTo>
                  <a:pt x="10590276" y="126187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4744" y="1374051"/>
            <a:ext cx="6630034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0" marR="5080" indent="-127000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创建列表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：list1</a:t>
            </a:r>
            <a:r>
              <a:rPr dirty="0" sz="20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['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销售费用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','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管理费用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','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财务费用'] 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list2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[12000,15000,2000]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02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3663" y="2909912"/>
            <a:ext cx="1552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元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组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217411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元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0183" y="1258824"/>
            <a:ext cx="10800715" cy="1259205"/>
          </a:xfrm>
          <a:custGeom>
            <a:avLst/>
            <a:gdLst/>
            <a:ahLst/>
            <a:cxnLst/>
            <a:rect l="l" t="t" r="r" b="b"/>
            <a:pathLst>
              <a:path w="10800715" h="1259205">
                <a:moveTo>
                  <a:pt x="10590276" y="1258824"/>
                </a:moveTo>
                <a:lnTo>
                  <a:pt x="210312" y="1258824"/>
                </a:lnTo>
                <a:lnTo>
                  <a:pt x="161947" y="1253552"/>
                </a:lnTo>
                <a:lnTo>
                  <a:pt x="117599" y="1237961"/>
                </a:lnTo>
                <a:lnTo>
                  <a:pt x="78521" y="1213330"/>
                </a:lnTo>
                <a:lnTo>
                  <a:pt x="45967" y="1180941"/>
                </a:lnTo>
                <a:lnTo>
                  <a:pt x="21193" y="1142075"/>
                </a:lnTo>
                <a:lnTo>
                  <a:pt x="5453" y="1098013"/>
                </a:lnTo>
                <a:lnTo>
                  <a:pt x="0" y="1050036"/>
                </a:lnTo>
                <a:lnTo>
                  <a:pt x="0" y="210312"/>
                </a:lnTo>
                <a:lnTo>
                  <a:pt x="5453" y="161947"/>
                </a:lnTo>
                <a:lnTo>
                  <a:pt x="21193" y="117599"/>
                </a:lnTo>
                <a:lnTo>
                  <a:pt x="45967" y="78521"/>
                </a:lnTo>
                <a:lnTo>
                  <a:pt x="78521" y="45967"/>
                </a:lnTo>
                <a:lnTo>
                  <a:pt x="117599" y="21193"/>
                </a:lnTo>
                <a:lnTo>
                  <a:pt x="161947" y="5453"/>
                </a:lnTo>
                <a:lnTo>
                  <a:pt x="210312" y="0"/>
                </a:lnTo>
                <a:lnTo>
                  <a:pt x="10590276" y="0"/>
                </a:lnTo>
                <a:lnTo>
                  <a:pt x="10638262" y="5453"/>
                </a:lnTo>
                <a:lnTo>
                  <a:pt x="10682331" y="21193"/>
                </a:lnTo>
                <a:lnTo>
                  <a:pt x="10721200" y="45967"/>
                </a:lnTo>
                <a:lnTo>
                  <a:pt x="10753589" y="78521"/>
                </a:lnTo>
                <a:lnTo>
                  <a:pt x="10778216" y="117599"/>
                </a:lnTo>
                <a:lnTo>
                  <a:pt x="10793801" y="161947"/>
                </a:lnTo>
                <a:lnTo>
                  <a:pt x="10799064" y="210312"/>
                </a:lnTo>
                <a:lnTo>
                  <a:pt x="10800588" y="1050036"/>
                </a:lnTo>
                <a:lnTo>
                  <a:pt x="10794761" y="1098013"/>
                </a:lnTo>
                <a:lnTo>
                  <a:pt x="10778772" y="1142075"/>
                </a:lnTo>
                <a:lnTo>
                  <a:pt x="10753873" y="1180941"/>
                </a:lnTo>
                <a:lnTo>
                  <a:pt x="10721320" y="1213330"/>
                </a:lnTo>
                <a:lnTo>
                  <a:pt x="10682366" y="1237961"/>
                </a:lnTo>
                <a:lnTo>
                  <a:pt x="10638267" y="1253552"/>
                </a:lnTo>
                <a:lnTo>
                  <a:pt x="10590276" y="125882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39825" y="1335671"/>
            <a:ext cx="855154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元组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(tuple)</a:t>
            </a:r>
            <a:r>
              <a:rPr dirty="0" sz="2000">
                <a:solidFill>
                  <a:srgbClr val="FFFFFF"/>
                </a:solidFill>
              </a:rPr>
              <a:t>：有序集合，与列表类似，不同之处在于元组的元素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不能修改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； </a:t>
            </a:r>
            <a:r>
              <a:rPr dirty="0" sz="2000">
                <a:solidFill>
                  <a:srgbClr val="FFFFFF"/>
                </a:solidFill>
              </a:rPr>
              <a:t>元组使用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()</a:t>
            </a:r>
            <a:r>
              <a:rPr dirty="0" sz="2000">
                <a:solidFill>
                  <a:srgbClr val="FFFFFF"/>
                </a:solidFill>
              </a:rPr>
              <a:t>标识</a:t>
            </a:r>
            <a:r>
              <a:rPr dirty="0" sz="2000" spc="5">
                <a:solidFill>
                  <a:srgbClr val="FFFFFF"/>
                </a:solidFill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0851" y="3012948"/>
            <a:ext cx="5358765" cy="2542540"/>
          </a:xfrm>
          <a:custGeom>
            <a:avLst/>
            <a:gdLst/>
            <a:ahLst/>
            <a:cxnLst/>
            <a:rect l="l" t="t" r="r" b="b"/>
            <a:pathLst>
              <a:path w="5358765" h="2542540">
                <a:moveTo>
                  <a:pt x="4934712" y="2542031"/>
                </a:moveTo>
                <a:lnTo>
                  <a:pt x="423672" y="2542031"/>
                </a:lnTo>
                <a:lnTo>
                  <a:pt x="374355" y="2539055"/>
                </a:lnTo>
                <a:lnTo>
                  <a:pt x="326699" y="2530611"/>
                </a:lnTo>
                <a:lnTo>
                  <a:pt x="281022" y="2517016"/>
                </a:lnTo>
                <a:lnTo>
                  <a:pt x="237641" y="2498589"/>
                </a:lnTo>
                <a:lnTo>
                  <a:pt x="196875" y="2475645"/>
                </a:lnTo>
                <a:lnTo>
                  <a:pt x="159039" y="2448504"/>
                </a:lnTo>
                <a:lnTo>
                  <a:pt x="124453" y="2417483"/>
                </a:lnTo>
                <a:lnTo>
                  <a:pt x="93434" y="2382898"/>
                </a:lnTo>
                <a:lnTo>
                  <a:pt x="66298" y="2345069"/>
                </a:lnTo>
                <a:lnTo>
                  <a:pt x="43365" y="2304312"/>
                </a:lnTo>
                <a:lnTo>
                  <a:pt x="24950" y="2260945"/>
                </a:lnTo>
                <a:lnTo>
                  <a:pt x="11373" y="2215285"/>
                </a:lnTo>
                <a:lnTo>
                  <a:pt x="2950" y="2167651"/>
                </a:lnTo>
                <a:lnTo>
                  <a:pt x="0" y="2118360"/>
                </a:lnTo>
                <a:lnTo>
                  <a:pt x="0" y="423672"/>
                </a:lnTo>
                <a:lnTo>
                  <a:pt x="2950" y="374279"/>
                </a:lnTo>
                <a:lnTo>
                  <a:pt x="11373" y="326559"/>
                </a:lnTo>
                <a:lnTo>
                  <a:pt x="24950" y="280829"/>
                </a:lnTo>
                <a:lnTo>
                  <a:pt x="43365" y="237408"/>
                </a:lnTo>
                <a:lnTo>
                  <a:pt x="66298" y="196612"/>
                </a:lnTo>
                <a:lnTo>
                  <a:pt x="93434" y="158759"/>
                </a:lnTo>
                <a:lnTo>
                  <a:pt x="124453" y="124167"/>
                </a:lnTo>
                <a:lnTo>
                  <a:pt x="159039" y="93154"/>
                </a:lnTo>
                <a:lnTo>
                  <a:pt x="196875" y="66036"/>
                </a:lnTo>
                <a:lnTo>
                  <a:pt x="237641" y="43131"/>
                </a:lnTo>
                <a:lnTo>
                  <a:pt x="281022" y="24758"/>
                </a:lnTo>
                <a:lnTo>
                  <a:pt x="326699" y="11233"/>
                </a:lnTo>
                <a:lnTo>
                  <a:pt x="374355" y="2874"/>
                </a:lnTo>
                <a:lnTo>
                  <a:pt x="423672" y="0"/>
                </a:lnTo>
                <a:lnTo>
                  <a:pt x="4934712" y="0"/>
                </a:lnTo>
                <a:lnTo>
                  <a:pt x="4984180" y="2874"/>
                </a:lnTo>
                <a:lnTo>
                  <a:pt x="5031964" y="11233"/>
                </a:lnTo>
                <a:lnTo>
                  <a:pt x="5077746" y="24758"/>
                </a:lnTo>
                <a:lnTo>
                  <a:pt x="5121208" y="43131"/>
                </a:lnTo>
                <a:lnTo>
                  <a:pt x="5162033" y="66036"/>
                </a:lnTo>
                <a:lnTo>
                  <a:pt x="5199903" y="93154"/>
                </a:lnTo>
                <a:lnTo>
                  <a:pt x="5234501" y="124167"/>
                </a:lnTo>
                <a:lnTo>
                  <a:pt x="5265509" y="158759"/>
                </a:lnTo>
                <a:lnTo>
                  <a:pt x="5292610" y="196612"/>
                </a:lnTo>
                <a:lnTo>
                  <a:pt x="5315485" y="237408"/>
                </a:lnTo>
                <a:lnTo>
                  <a:pt x="5333817" y="280829"/>
                </a:lnTo>
                <a:lnTo>
                  <a:pt x="5347290" y="326559"/>
                </a:lnTo>
                <a:lnTo>
                  <a:pt x="5355584" y="374279"/>
                </a:lnTo>
                <a:lnTo>
                  <a:pt x="5358384" y="423672"/>
                </a:lnTo>
                <a:lnTo>
                  <a:pt x="5358384" y="2118360"/>
                </a:lnTo>
                <a:lnTo>
                  <a:pt x="5355584" y="2167651"/>
                </a:lnTo>
                <a:lnTo>
                  <a:pt x="5347290" y="2215285"/>
                </a:lnTo>
                <a:lnTo>
                  <a:pt x="5333817" y="2260945"/>
                </a:lnTo>
                <a:lnTo>
                  <a:pt x="5315485" y="2304312"/>
                </a:lnTo>
                <a:lnTo>
                  <a:pt x="5292610" y="2345069"/>
                </a:lnTo>
                <a:lnTo>
                  <a:pt x="5265509" y="2382898"/>
                </a:lnTo>
                <a:lnTo>
                  <a:pt x="5234501" y="2417483"/>
                </a:lnTo>
                <a:lnTo>
                  <a:pt x="5199903" y="2448504"/>
                </a:lnTo>
                <a:lnTo>
                  <a:pt x="5162033" y="2475645"/>
                </a:lnTo>
                <a:lnTo>
                  <a:pt x="5121208" y="2498589"/>
                </a:lnTo>
                <a:lnTo>
                  <a:pt x="5077746" y="2517016"/>
                </a:lnTo>
                <a:lnTo>
                  <a:pt x="5031964" y="2530611"/>
                </a:lnTo>
                <a:lnTo>
                  <a:pt x="4984180" y="2539055"/>
                </a:lnTo>
                <a:lnTo>
                  <a:pt x="4934712" y="2542031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5695" y="2869692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7724" y="463295"/>
                </a:lnTo>
                <a:lnTo>
                  <a:pt x="47186" y="457282"/>
                </a:lnTo>
                <a:lnTo>
                  <a:pt x="22417" y="440688"/>
                </a:lnTo>
                <a:lnTo>
                  <a:pt x="5870" y="415966"/>
                </a:lnTo>
                <a:lnTo>
                  <a:pt x="0" y="385571"/>
                </a:lnTo>
                <a:lnTo>
                  <a:pt x="0" y="76199"/>
                </a:lnTo>
                <a:lnTo>
                  <a:pt x="5870" y="46329"/>
                </a:lnTo>
                <a:lnTo>
                  <a:pt x="22417" y="21940"/>
                </a:lnTo>
                <a:lnTo>
                  <a:pt x="47186" y="5632"/>
                </a:lnTo>
                <a:lnTo>
                  <a:pt x="77724" y="0"/>
                </a:lnTo>
                <a:lnTo>
                  <a:pt x="1085088" y="0"/>
                </a:lnTo>
                <a:lnTo>
                  <a:pt x="1115125" y="5632"/>
                </a:lnTo>
                <a:lnTo>
                  <a:pt x="1139728" y="21940"/>
                </a:lnTo>
                <a:lnTo>
                  <a:pt x="1156441" y="46329"/>
                </a:lnTo>
                <a:lnTo>
                  <a:pt x="1162812" y="76199"/>
                </a:lnTo>
                <a:lnTo>
                  <a:pt x="1162812" y="385571"/>
                </a:lnTo>
                <a:lnTo>
                  <a:pt x="1156441" y="415966"/>
                </a:lnTo>
                <a:lnTo>
                  <a:pt x="1139728" y="440688"/>
                </a:lnTo>
                <a:lnTo>
                  <a:pt x="1115125" y="457282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6236" y="2955086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860" y="3558539"/>
            <a:ext cx="46983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创建一个元组，在括号中添加元素，并用逗号隔</a:t>
            </a:r>
            <a:r>
              <a:rPr dirty="0" sz="1600" spc="-5">
                <a:latin typeface="宋体"/>
                <a:cs typeface="宋体"/>
              </a:rPr>
              <a:t>开 tup1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(8,9)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860" y="4390898"/>
            <a:ext cx="26663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修改元组元素操作是非法</a:t>
            </a:r>
            <a:r>
              <a:rPr dirty="0" sz="1600" spc="-5">
                <a:latin typeface="宋体"/>
                <a:cs typeface="宋体"/>
              </a:rPr>
              <a:t>的 tup1[1] = 90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06640" y="3124200"/>
            <a:ext cx="4231005" cy="1676400"/>
          </a:xfrm>
          <a:custGeom>
            <a:avLst/>
            <a:gdLst/>
            <a:ahLst/>
            <a:cxnLst/>
            <a:rect l="l" t="t" r="r" b="b"/>
            <a:pathLst>
              <a:path w="4231005" h="1676400">
                <a:moveTo>
                  <a:pt x="3950207" y="1676400"/>
                </a:moveTo>
                <a:lnTo>
                  <a:pt x="278891" y="1676400"/>
                </a:lnTo>
                <a:lnTo>
                  <a:pt x="233710" y="1672570"/>
                </a:lnTo>
                <a:lnTo>
                  <a:pt x="190829" y="1661842"/>
                </a:lnTo>
                <a:lnTo>
                  <a:pt x="150826" y="1644785"/>
                </a:lnTo>
                <a:lnTo>
                  <a:pt x="114281" y="1621968"/>
                </a:lnTo>
                <a:lnTo>
                  <a:pt x="81772" y="1593961"/>
                </a:lnTo>
                <a:lnTo>
                  <a:pt x="53876" y="1561331"/>
                </a:lnTo>
                <a:lnTo>
                  <a:pt x="31173" y="1524650"/>
                </a:lnTo>
                <a:lnTo>
                  <a:pt x="14240" y="1484485"/>
                </a:lnTo>
                <a:lnTo>
                  <a:pt x="3656" y="1441407"/>
                </a:lnTo>
                <a:lnTo>
                  <a:pt x="0" y="1395984"/>
                </a:lnTo>
                <a:lnTo>
                  <a:pt x="0" y="278891"/>
                </a:lnTo>
                <a:lnTo>
                  <a:pt x="3656" y="233538"/>
                </a:lnTo>
                <a:lnTo>
                  <a:pt x="14240" y="190524"/>
                </a:lnTo>
                <a:lnTo>
                  <a:pt x="31173" y="150426"/>
                </a:lnTo>
                <a:lnTo>
                  <a:pt x="53876" y="113824"/>
                </a:lnTo>
                <a:lnTo>
                  <a:pt x="81772" y="81295"/>
                </a:lnTo>
                <a:lnTo>
                  <a:pt x="114281" y="53419"/>
                </a:lnTo>
                <a:lnTo>
                  <a:pt x="150826" y="30772"/>
                </a:lnTo>
                <a:lnTo>
                  <a:pt x="190829" y="13935"/>
                </a:lnTo>
                <a:lnTo>
                  <a:pt x="233710" y="3485"/>
                </a:lnTo>
                <a:lnTo>
                  <a:pt x="278891" y="0"/>
                </a:lnTo>
                <a:lnTo>
                  <a:pt x="3950207" y="0"/>
                </a:lnTo>
                <a:lnTo>
                  <a:pt x="3995734" y="3485"/>
                </a:lnTo>
                <a:lnTo>
                  <a:pt x="4038892" y="13935"/>
                </a:lnTo>
                <a:lnTo>
                  <a:pt x="4079114" y="30772"/>
                </a:lnTo>
                <a:lnTo>
                  <a:pt x="4115830" y="53419"/>
                </a:lnTo>
                <a:lnTo>
                  <a:pt x="4148470" y="81295"/>
                </a:lnTo>
                <a:lnTo>
                  <a:pt x="4176467" y="113824"/>
                </a:lnTo>
                <a:lnTo>
                  <a:pt x="4199249" y="150426"/>
                </a:lnTo>
                <a:lnTo>
                  <a:pt x="4216249" y="190524"/>
                </a:lnTo>
                <a:lnTo>
                  <a:pt x="4226897" y="233538"/>
                </a:lnTo>
                <a:lnTo>
                  <a:pt x="4230624" y="278891"/>
                </a:lnTo>
                <a:lnTo>
                  <a:pt x="4230624" y="1395984"/>
                </a:lnTo>
                <a:lnTo>
                  <a:pt x="4226897" y="1441407"/>
                </a:lnTo>
                <a:lnTo>
                  <a:pt x="4216249" y="1484485"/>
                </a:lnTo>
                <a:lnTo>
                  <a:pt x="4199249" y="1524650"/>
                </a:lnTo>
                <a:lnTo>
                  <a:pt x="4176467" y="1561331"/>
                </a:lnTo>
                <a:lnTo>
                  <a:pt x="4148470" y="1593961"/>
                </a:lnTo>
                <a:lnTo>
                  <a:pt x="4115830" y="1621968"/>
                </a:lnTo>
                <a:lnTo>
                  <a:pt x="4079114" y="1644785"/>
                </a:lnTo>
                <a:lnTo>
                  <a:pt x="4038892" y="1661842"/>
                </a:lnTo>
                <a:lnTo>
                  <a:pt x="3995734" y="1672570"/>
                </a:lnTo>
                <a:lnTo>
                  <a:pt x="3950207" y="1676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543925" y="3867150"/>
            <a:ext cx="19558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：TypeError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12052" y="3486911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48867" y="5780532"/>
            <a:ext cx="10513060" cy="756285"/>
          </a:xfrm>
          <a:custGeom>
            <a:avLst/>
            <a:gdLst/>
            <a:ahLst/>
            <a:cxnLst/>
            <a:rect l="l" t="t" r="r" b="b"/>
            <a:pathLst>
              <a:path w="10513060" h="756284">
                <a:moveTo>
                  <a:pt x="10387584" y="755903"/>
                </a:moveTo>
                <a:lnTo>
                  <a:pt x="126491" y="755903"/>
                </a:lnTo>
                <a:lnTo>
                  <a:pt x="77245" y="746133"/>
                </a:lnTo>
                <a:lnTo>
                  <a:pt x="37071" y="719118"/>
                </a:lnTo>
                <a:lnTo>
                  <a:pt x="9984" y="678872"/>
                </a:lnTo>
                <a:lnTo>
                  <a:pt x="0" y="629412"/>
                </a:lnTo>
                <a:lnTo>
                  <a:pt x="0" y="126491"/>
                </a:lnTo>
                <a:lnTo>
                  <a:pt x="9984" y="77102"/>
                </a:lnTo>
                <a:lnTo>
                  <a:pt x="37071" y="36880"/>
                </a:lnTo>
                <a:lnTo>
                  <a:pt x="77245" y="9841"/>
                </a:lnTo>
                <a:lnTo>
                  <a:pt x="126491" y="0"/>
                </a:lnTo>
                <a:lnTo>
                  <a:pt x="10387584" y="0"/>
                </a:lnTo>
                <a:lnTo>
                  <a:pt x="10436378" y="9841"/>
                </a:lnTo>
                <a:lnTo>
                  <a:pt x="10476242" y="36880"/>
                </a:lnTo>
                <a:lnTo>
                  <a:pt x="10503019" y="77102"/>
                </a:lnTo>
                <a:lnTo>
                  <a:pt x="10512552" y="126491"/>
                </a:lnTo>
                <a:lnTo>
                  <a:pt x="10512552" y="629412"/>
                </a:lnTo>
                <a:lnTo>
                  <a:pt x="10503019" y="678872"/>
                </a:lnTo>
                <a:lnTo>
                  <a:pt x="10476242" y="719118"/>
                </a:lnTo>
                <a:lnTo>
                  <a:pt x="10436378" y="746133"/>
                </a:lnTo>
                <a:lnTo>
                  <a:pt x="10387584" y="7559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0851" y="5719571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9036" y="377951"/>
                </a:moveTo>
                <a:lnTo>
                  <a:pt x="64007" y="377951"/>
                </a:lnTo>
                <a:lnTo>
                  <a:pt x="39220" y="373212"/>
                </a:lnTo>
                <a:lnTo>
                  <a:pt x="18988" y="359821"/>
                </a:lnTo>
                <a:lnTo>
                  <a:pt x="5263" y="339874"/>
                </a:lnTo>
                <a:lnTo>
                  <a:pt x="0" y="315467"/>
                </a:lnTo>
                <a:lnTo>
                  <a:pt x="0" y="62483"/>
                </a:lnTo>
                <a:lnTo>
                  <a:pt x="5263" y="37863"/>
                </a:lnTo>
                <a:lnTo>
                  <a:pt x="18988" y="17845"/>
                </a:lnTo>
                <a:lnTo>
                  <a:pt x="39220" y="4524"/>
                </a:lnTo>
                <a:lnTo>
                  <a:pt x="64007" y="0"/>
                </a:lnTo>
                <a:lnTo>
                  <a:pt x="669036" y="0"/>
                </a:lnTo>
                <a:lnTo>
                  <a:pt x="693513" y="4524"/>
                </a:lnTo>
                <a:lnTo>
                  <a:pt x="713484" y="17845"/>
                </a:lnTo>
                <a:lnTo>
                  <a:pt x="726852" y="37863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852" y="339874"/>
                </a:lnTo>
                <a:lnTo>
                  <a:pt x="713484" y="359821"/>
                </a:lnTo>
                <a:lnTo>
                  <a:pt x="693513" y="373212"/>
                </a:lnTo>
                <a:lnTo>
                  <a:pt x="669036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45273" y="5710473"/>
            <a:ext cx="10043795" cy="61023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marL="887094">
              <a:lnSpc>
                <a:spcPct val="100000"/>
              </a:lnSpc>
              <a:spcBef>
                <a:spcPts val="245"/>
              </a:spcBef>
            </a:pPr>
            <a:r>
              <a:rPr dirty="0" sz="1600">
                <a:latin typeface="宋体"/>
                <a:cs typeface="宋体"/>
              </a:rPr>
              <a:t>在定义时，元组中的元素即被确定，后续无法追加、插入、修改元素，使用元组可以是代码更加安全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元组创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71388" y="1722120"/>
            <a:ext cx="5386070" cy="4049395"/>
          </a:xfrm>
          <a:custGeom>
            <a:avLst/>
            <a:gdLst/>
            <a:ahLst/>
            <a:cxnLst/>
            <a:rect l="l" t="t" r="r" b="b"/>
            <a:pathLst>
              <a:path w="5386070" h="4049395">
                <a:moveTo>
                  <a:pt x="4710684" y="4049267"/>
                </a:moveTo>
                <a:lnTo>
                  <a:pt x="675132" y="4049267"/>
                </a:lnTo>
                <a:lnTo>
                  <a:pt x="626842" y="4047510"/>
                </a:lnTo>
                <a:lnTo>
                  <a:pt x="579474" y="4042444"/>
                </a:lnTo>
                <a:lnTo>
                  <a:pt x="533144" y="4034185"/>
                </a:lnTo>
                <a:lnTo>
                  <a:pt x="487965" y="4022847"/>
                </a:lnTo>
                <a:lnTo>
                  <a:pt x="444050" y="4008544"/>
                </a:lnTo>
                <a:lnTo>
                  <a:pt x="401515" y="3991390"/>
                </a:lnTo>
                <a:lnTo>
                  <a:pt x="360473" y="3971500"/>
                </a:lnTo>
                <a:lnTo>
                  <a:pt x="321039" y="3948986"/>
                </a:lnTo>
                <a:lnTo>
                  <a:pt x="283326" y="3923963"/>
                </a:lnTo>
                <a:lnTo>
                  <a:pt x="247449" y="3896547"/>
                </a:lnTo>
                <a:lnTo>
                  <a:pt x="213521" y="3866849"/>
                </a:lnTo>
                <a:lnTo>
                  <a:pt x="181657" y="3834985"/>
                </a:lnTo>
                <a:lnTo>
                  <a:pt x="151971" y="3801069"/>
                </a:lnTo>
                <a:lnTo>
                  <a:pt x="124578" y="3765215"/>
                </a:lnTo>
                <a:lnTo>
                  <a:pt x="99590" y="3727537"/>
                </a:lnTo>
                <a:lnTo>
                  <a:pt x="77122" y="3688148"/>
                </a:lnTo>
                <a:lnTo>
                  <a:pt x="57289" y="3647164"/>
                </a:lnTo>
                <a:lnTo>
                  <a:pt x="40204" y="3604698"/>
                </a:lnTo>
                <a:lnTo>
                  <a:pt x="25982" y="3560864"/>
                </a:lnTo>
                <a:lnTo>
                  <a:pt x="14736" y="3515777"/>
                </a:lnTo>
                <a:lnTo>
                  <a:pt x="6581" y="3469551"/>
                </a:lnTo>
                <a:lnTo>
                  <a:pt x="1631" y="3422299"/>
                </a:lnTo>
                <a:lnTo>
                  <a:pt x="0" y="3374135"/>
                </a:lnTo>
                <a:lnTo>
                  <a:pt x="0" y="673607"/>
                </a:lnTo>
                <a:lnTo>
                  <a:pt x="1631" y="625492"/>
                </a:lnTo>
                <a:lnTo>
                  <a:pt x="6581" y="578284"/>
                </a:lnTo>
                <a:lnTo>
                  <a:pt x="14736" y="532099"/>
                </a:lnTo>
                <a:lnTo>
                  <a:pt x="25982" y="487051"/>
                </a:lnTo>
                <a:lnTo>
                  <a:pt x="40204" y="443255"/>
                </a:lnTo>
                <a:lnTo>
                  <a:pt x="57289" y="400826"/>
                </a:lnTo>
                <a:lnTo>
                  <a:pt x="77122" y="359880"/>
                </a:lnTo>
                <a:lnTo>
                  <a:pt x="99590" y="320530"/>
                </a:lnTo>
                <a:lnTo>
                  <a:pt x="124578" y="282892"/>
                </a:lnTo>
                <a:lnTo>
                  <a:pt x="151971" y="247080"/>
                </a:lnTo>
                <a:lnTo>
                  <a:pt x="181657" y="213210"/>
                </a:lnTo>
                <a:lnTo>
                  <a:pt x="213521" y="181396"/>
                </a:lnTo>
                <a:lnTo>
                  <a:pt x="247449" y="151753"/>
                </a:lnTo>
                <a:lnTo>
                  <a:pt x="283326" y="124395"/>
                </a:lnTo>
                <a:lnTo>
                  <a:pt x="321039" y="99439"/>
                </a:lnTo>
                <a:lnTo>
                  <a:pt x="360473" y="76998"/>
                </a:lnTo>
                <a:lnTo>
                  <a:pt x="401515" y="57188"/>
                </a:lnTo>
                <a:lnTo>
                  <a:pt x="444050" y="40123"/>
                </a:lnTo>
                <a:lnTo>
                  <a:pt x="487965" y="25919"/>
                </a:lnTo>
                <a:lnTo>
                  <a:pt x="533144" y="14689"/>
                </a:lnTo>
                <a:lnTo>
                  <a:pt x="579474" y="6550"/>
                </a:lnTo>
                <a:lnTo>
                  <a:pt x="626842" y="1615"/>
                </a:lnTo>
                <a:lnTo>
                  <a:pt x="675132" y="0"/>
                </a:lnTo>
                <a:lnTo>
                  <a:pt x="4710684" y="0"/>
                </a:lnTo>
                <a:lnTo>
                  <a:pt x="4758878" y="1615"/>
                </a:lnTo>
                <a:lnTo>
                  <a:pt x="4806159" y="6550"/>
                </a:lnTo>
                <a:lnTo>
                  <a:pt x="4852412" y="14689"/>
                </a:lnTo>
                <a:lnTo>
                  <a:pt x="4897522" y="25919"/>
                </a:lnTo>
                <a:lnTo>
                  <a:pt x="4941376" y="40123"/>
                </a:lnTo>
                <a:lnTo>
                  <a:pt x="4983859" y="57188"/>
                </a:lnTo>
                <a:lnTo>
                  <a:pt x="5024858" y="76998"/>
                </a:lnTo>
                <a:lnTo>
                  <a:pt x="5064257" y="99439"/>
                </a:lnTo>
                <a:lnTo>
                  <a:pt x="5101944" y="124395"/>
                </a:lnTo>
                <a:lnTo>
                  <a:pt x="5137804" y="151753"/>
                </a:lnTo>
                <a:lnTo>
                  <a:pt x="5171723" y="181396"/>
                </a:lnTo>
                <a:lnTo>
                  <a:pt x="5203587" y="213210"/>
                </a:lnTo>
                <a:lnTo>
                  <a:pt x="5233282" y="247080"/>
                </a:lnTo>
                <a:lnTo>
                  <a:pt x="5260693" y="282892"/>
                </a:lnTo>
                <a:lnTo>
                  <a:pt x="5285707" y="320530"/>
                </a:lnTo>
                <a:lnTo>
                  <a:pt x="5308209" y="359880"/>
                </a:lnTo>
                <a:lnTo>
                  <a:pt x="5328085" y="400826"/>
                </a:lnTo>
                <a:lnTo>
                  <a:pt x="5345222" y="443255"/>
                </a:lnTo>
                <a:lnTo>
                  <a:pt x="5359505" y="487051"/>
                </a:lnTo>
                <a:lnTo>
                  <a:pt x="5370820" y="532099"/>
                </a:lnTo>
                <a:lnTo>
                  <a:pt x="5379053" y="578284"/>
                </a:lnTo>
                <a:lnTo>
                  <a:pt x="5384089" y="625492"/>
                </a:lnTo>
                <a:lnTo>
                  <a:pt x="5385816" y="673607"/>
                </a:lnTo>
                <a:lnTo>
                  <a:pt x="5385816" y="3374135"/>
                </a:lnTo>
                <a:lnTo>
                  <a:pt x="5384089" y="3422299"/>
                </a:lnTo>
                <a:lnTo>
                  <a:pt x="5379053" y="3469551"/>
                </a:lnTo>
                <a:lnTo>
                  <a:pt x="5370820" y="3515777"/>
                </a:lnTo>
                <a:lnTo>
                  <a:pt x="5359505" y="3560864"/>
                </a:lnTo>
                <a:lnTo>
                  <a:pt x="5345222" y="3604698"/>
                </a:lnTo>
                <a:lnTo>
                  <a:pt x="5328085" y="3647164"/>
                </a:lnTo>
                <a:lnTo>
                  <a:pt x="5308209" y="3688148"/>
                </a:lnTo>
                <a:lnTo>
                  <a:pt x="5285707" y="3727537"/>
                </a:lnTo>
                <a:lnTo>
                  <a:pt x="5260693" y="3765215"/>
                </a:lnTo>
                <a:lnTo>
                  <a:pt x="5233282" y="3801069"/>
                </a:lnTo>
                <a:lnTo>
                  <a:pt x="5203587" y="3834985"/>
                </a:lnTo>
                <a:lnTo>
                  <a:pt x="5171723" y="3866849"/>
                </a:lnTo>
                <a:lnTo>
                  <a:pt x="5137804" y="3896547"/>
                </a:lnTo>
                <a:lnTo>
                  <a:pt x="5101944" y="3923963"/>
                </a:lnTo>
                <a:lnTo>
                  <a:pt x="5064257" y="3948986"/>
                </a:lnTo>
                <a:lnTo>
                  <a:pt x="5024858" y="3971500"/>
                </a:lnTo>
                <a:lnTo>
                  <a:pt x="4983859" y="3991390"/>
                </a:lnTo>
                <a:lnTo>
                  <a:pt x="4941376" y="4008544"/>
                </a:lnTo>
                <a:lnTo>
                  <a:pt x="4897522" y="4022847"/>
                </a:lnTo>
                <a:lnTo>
                  <a:pt x="4852412" y="4034185"/>
                </a:lnTo>
                <a:lnTo>
                  <a:pt x="4806159" y="4042444"/>
                </a:lnTo>
                <a:lnTo>
                  <a:pt x="4758878" y="4047510"/>
                </a:lnTo>
                <a:lnTo>
                  <a:pt x="4710684" y="40492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28132" y="1722120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7512" y="377951"/>
                </a:moveTo>
                <a:lnTo>
                  <a:pt x="62483" y="377951"/>
                </a:lnTo>
                <a:lnTo>
                  <a:pt x="37863" y="373284"/>
                </a:lnTo>
                <a:lnTo>
                  <a:pt x="17845" y="359916"/>
                </a:lnTo>
                <a:lnTo>
                  <a:pt x="4524" y="339945"/>
                </a:lnTo>
                <a:lnTo>
                  <a:pt x="0" y="315467"/>
                </a:lnTo>
                <a:lnTo>
                  <a:pt x="0" y="62483"/>
                </a:lnTo>
                <a:lnTo>
                  <a:pt x="4524" y="37935"/>
                </a:lnTo>
                <a:lnTo>
                  <a:pt x="17845" y="17940"/>
                </a:lnTo>
                <a:lnTo>
                  <a:pt x="37863" y="4596"/>
                </a:lnTo>
                <a:lnTo>
                  <a:pt x="62483" y="0"/>
                </a:lnTo>
                <a:lnTo>
                  <a:pt x="667512" y="0"/>
                </a:lnTo>
                <a:lnTo>
                  <a:pt x="692156" y="4596"/>
                </a:lnTo>
                <a:lnTo>
                  <a:pt x="712341" y="17940"/>
                </a:lnTo>
                <a:lnTo>
                  <a:pt x="726113" y="37935"/>
                </a:lnTo>
                <a:lnTo>
                  <a:pt x="731519" y="62483"/>
                </a:lnTo>
                <a:lnTo>
                  <a:pt x="731519" y="315467"/>
                </a:lnTo>
                <a:lnTo>
                  <a:pt x="726113" y="339945"/>
                </a:lnTo>
                <a:lnTo>
                  <a:pt x="712341" y="359916"/>
                </a:lnTo>
                <a:lnTo>
                  <a:pt x="692156" y="373284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51283" y="174887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5704" y="2282062"/>
            <a:ext cx="437451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括号</a:t>
            </a:r>
            <a:r>
              <a:rPr dirty="0" sz="1600" spc="-5">
                <a:latin typeface="宋体"/>
                <a:cs typeface="宋体"/>
              </a:rPr>
              <a:t>()</a:t>
            </a:r>
            <a:r>
              <a:rPr dirty="0" sz="1600">
                <a:latin typeface="宋体"/>
                <a:cs typeface="宋体"/>
              </a:rPr>
              <a:t>既可以表示元组，也可以表示数学公</a:t>
            </a:r>
            <a:r>
              <a:rPr dirty="0" sz="1600" spc="-5">
                <a:latin typeface="宋体"/>
                <a:cs typeface="宋体"/>
              </a:rPr>
              <a:t>式 </a:t>
            </a:r>
            <a:r>
              <a:rPr dirty="0" sz="1600">
                <a:latin typeface="宋体"/>
                <a:cs typeface="宋体"/>
              </a:rPr>
              <a:t>中的小括号，定义只有</a:t>
            </a:r>
            <a:r>
              <a:rPr dirty="0" sz="1600" spc="-5">
                <a:latin typeface="宋体"/>
                <a:cs typeface="宋体"/>
              </a:rPr>
              <a:t>1</a:t>
            </a:r>
            <a:r>
              <a:rPr dirty="0" sz="1600">
                <a:latin typeface="宋体"/>
                <a:cs typeface="宋体"/>
              </a:rPr>
              <a:t>个元素的元组时，</a:t>
            </a:r>
            <a:r>
              <a:rPr dirty="0" sz="1600" spc="-5">
                <a:latin typeface="宋体"/>
                <a:cs typeface="宋体"/>
              </a:rPr>
              <a:t>若 </a:t>
            </a:r>
            <a:r>
              <a:rPr dirty="0" sz="1600">
                <a:latin typeface="宋体"/>
                <a:cs typeface="宋体"/>
              </a:rPr>
              <a:t>直接使用</a:t>
            </a:r>
            <a:r>
              <a:rPr dirty="0" sz="1600" spc="-5">
                <a:latin typeface="宋体"/>
                <a:cs typeface="宋体"/>
              </a:rPr>
              <a:t>tup3</a:t>
            </a:r>
            <a:r>
              <a:rPr dirty="0" sz="1600" spc="-4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(1)，</a:t>
            </a:r>
            <a:r>
              <a:rPr dirty="0" sz="1600">
                <a:latin typeface="宋体"/>
                <a:cs typeface="宋体"/>
              </a:rPr>
              <a:t>将会产生歧义，计算</a:t>
            </a:r>
            <a:r>
              <a:rPr dirty="0" sz="1600" spc="-5">
                <a:latin typeface="宋体"/>
                <a:cs typeface="宋体"/>
              </a:rPr>
              <a:t>机 </a:t>
            </a:r>
            <a:r>
              <a:rPr dirty="0" sz="1600">
                <a:latin typeface="宋体"/>
                <a:cs typeface="宋体"/>
              </a:rPr>
              <a:t>将按照小括号进行计算，</a:t>
            </a:r>
            <a:r>
              <a:rPr dirty="0" sz="1600" spc="-5">
                <a:latin typeface="宋体"/>
                <a:cs typeface="宋体"/>
              </a:rPr>
              <a:t>tup3</a:t>
            </a:r>
            <a:r>
              <a:rPr dirty="0" sz="1600">
                <a:latin typeface="宋体"/>
                <a:cs typeface="宋体"/>
              </a:rPr>
              <a:t>返回的结果是</a:t>
            </a:r>
            <a:r>
              <a:rPr dirty="0" sz="1600" spc="-5">
                <a:latin typeface="宋体"/>
                <a:cs typeface="宋体"/>
              </a:rPr>
              <a:t>数 </a:t>
            </a:r>
            <a:r>
              <a:rPr dirty="0" sz="1600">
                <a:latin typeface="宋体"/>
                <a:cs typeface="宋体"/>
              </a:rPr>
              <a:t>字</a:t>
            </a:r>
            <a:r>
              <a:rPr dirty="0" sz="1600" spc="-5">
                <a:latin typeface="宋体"/>
                <a:cs typeface="宋体"/>
              </a:rPr>
              <a:t>1；</a:t>
            </a:r>
            <a:endParaRPr sz="1600">
              <a:latin typeface="宋体"/>
              <a:cs typeface="宋体"/>
            </a:endParaRPr>
          </a:p>
          <a:p>
            <a:pPr algn="just" marL="298450" marR="90170" indent="-285750">
              <a:lnSpc>
                <a:spcPct val="15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600">
                <a:latin typeface="宋体"/>
                <a:cs typeface="宋体"/>
              </a:rPr>
              <a:t>在</a:t>
            </a:r>
            <a:r>
              <a:rPr dirty="0" sz="1600" b="1">
                <a:latin typeface="宋体"/>
                <a:cs typeface="宋体"/>
              </a:rPr>
              <a:t>定义</a:t>
            </a:r>
            <a:r>
              <a:rPr dirty="0" sz="1600" b="1">
                <a:latin typeface="宋体"/>
                <a:cs typeface="宋体"/>
              </a:rPr>
              <a:t>1</a:t>
            </a:r>
            <a:r>
              <a:rPr dirty="0" sz="1600" b="1">
                <a:latin typeface="宋体"/>
                <a:cs typeface="宋体"/>
              </a:rPr>
              <a:t>个元素元组</a:t>
            </a:r>
            <a:r>
              <a:rPr dirty="0" sz="1600">
                <a:latin typeface="宋体"/>
                <a:cs typeface="宋体"/>
              </a:rPr>
              <a:t>时必须</a:t>
            </a:r>
            <a:r>
              <a:rPr dirty="0" sz="1600" b="1">
                <a:latin typeface="宋体"/>
                <a:cs typeface="宋体"/>
              </a:rPr>
              <a:t>加一个逗号</a:t>
            </a:r>
            <a:r>
              <a:rPr dirty="0" sz="1600">
                <a:latin typeface="宋体"/>
                <a:cs typeface="宋体"/>
              </a:rPr>
              <a:t>来消</a:t>
            </a:r>
            <a:r>
              <a:rPr dirty="0" sz="1600" spc="-5">
                <a:latin typeface="宋体"/>
                <a:cs typeface="宋体"/>
              </a:rPr>
              <a:t>除 </a:t>
            </a:r>
            <a:r>
              <a:rPr dirty="0" sz="1600">
                <a:latin typeface="宋体"/>
                <a:cs typeface="宋体"/>
              </a:rPr>
              <a:t>歧义，同样的</a:t>
            </a:r>
            <a:r>
              <a:rPr dirty="0" sz="1600" spc="-5">
                <a:latin typeface="宋体"/>
                <a:cs typeface="宋体"/>
              </a:rPr>
              <a:t>，python</a:t>
            </a:r>
            <a:r>
              <a:rPr dirty="0" sz="1600">
                <a:latin typeface="宋体"/>
                <a:cs typeface="宋体"/>
              </a:rPr>
              <a:t>在显示只有</a:t>
            </a:r>
            <a:r>
              <a:rPr dirty="0" sz="1600" spc="-5">
                <a:latin typeface="宋体"/>
                <a:cs typeface="宋体"/>
              </a:rPr>
              <a:t>1</a:t>
            </a:r>
            <a:r>
              <a:rPr dirty="0" sz="1600">
                <a:latin typeface="宋体"/>
                <a:cs typeface="宋体"/>
              </a:rPr>
              <a:t>个元素</a:t>
            </a:r>
            <a:r>
              <a:rPr dirty="0" sz="1600" spc="-5">
                <a:latin typeface="宋体"/>
                <a:cs typeface="宋体"/>
              </a:rPr>
              <a:t>的 </a:t>
            </a:r>
            <a:r>
              <a:rPr dirty="0" sz="1600">
                <a:latin typeface="宋体"/>
                <a:cs typeface="宋体"/>
              </a:rPr>
              <a:t>元组时也会加上一个逗号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2168" y="2342388"/>
            <a:ext cx="4338955" cy="2807335"/>
          </a:xfrm>
          <a:custGeom>
            <a:avLst/>
            <a:gdLst/>
            <a:ahLst/>
            <a:cxnLst/>
            <a:rect l="l" t="t" r="r" b="b"/>
            <a:pathLst>
              <a:path w="4338955" h="2807335">
                <a:moveTo>
                  <a:pt x="3870959" y="2807208"/>
                </a:moveTo>
                <a:lnTo>
                  <a:pt x="467868" y="2807208"/>
                </a:lnTo>
                <a:lnTo>
                  <a:pt x="420055" y="2804836"/>
                </a:lnTo>
                <a:lnTo>
                  <a:pt x="373622" y="2797785"/>
                </a:lnTo>
                <a:lnTo>
                  <a:pt x="328801" y="2786288"/>
                </a:lnTo>
                <a:lnTo>
                  <a:pt x="285830" y="2770581"/>
                </a:lnTo>
                <a:lnTo>
                  <a:pt x="244942" y="2750899"/>
                </a:lnTo>
                <a:lnTo>
                  <a:pt x="206374" y="2727478"/>
                </a:lnTo>
                <a:lnTo>
                  <a:pt x="170360" y="2700552"/>
                </a:lnTo>
                <a:lnTo>
                  <a:pt x="137136" y="2670357"/>
                </a:lnTo>
                <a:lnTo>
                  <a:pt x="106936" y="2637128"/>
                </a:lnTo>
                <a:lnTo>
                  <a:pt x="79997" y="2601101"/>
                </a:lnTo>
                <a:lnTo>
                  <a:pt x="56553" y="2562510"/>
                </a:lnTo>
                <a:lnTo>
                  <a:pt x="36840" y="2521591"/>
                </a:lnTo>
                <a:lnTo>
                  <a:pt x="21093" y="2478580"/>
                </a:lnTo>
                <a:lnTo>
                  <a:pt x="9547" y="2433710"/>
                </a:lnTo>
                <a:lnTo>
                  <a:pt x="2438" y="2387218"/>
                </a:lnTo>
                <a:lnTo>
                  <a:pt x="0" y="2339340"/>
                </a:lnTo>
                <a:lnTo>
                  <a:pt x="0" y="467868"/>
                </a:lnTo>
                <a:lnTo>
                  <a:pt x="2438" y="420055"/>
                </a:lnTo>
                <a:lnTo>
                  <a:pt x="9547" y="373622"/>
                </a:lnTo>
                <a:lnTo>
                  <a:pt x="21093" y="328801"/>
                </a:lnTo>
                <a:lnTo>
                  <a:pt x="36840" y="285830"/>
                </a:lnTo>
                <a:lnTo>
                  <a:pt x="56553" y="244942"/>
                </a:lnTo>
                <a:lnTo>
                  <a:pt x="79997" y="206374"/>
                </a:lnTo>
                <a:lnTo>
                  <a:pt x="106936" y="170360"/>
                </a:lnTo>
                <a:lnTo>
                  <a:pt x="137136" y="137136"/>
                </a:lnTo>
                <a:lnTo>
                  <a:pt x="170360" y="106936"/>
                </a:lnTo>
                <a:lnTo>
                  <a:pt x="206374" y="79997"/>
                </a:lnTo>
                <a:lnTo>
                  <a:pt x="244942" y="56553"/>
                </a:lnTo>
                <a:lnTo>
                  <a:pt x="285830" y="36840"/>
                </a:lnTo>
                <a:lnTo>
                  <a:pt x="328801" y="21093"/>
                </a:lnTo>
                <a:lnTo>
                  <a:pt x="373622" y="9547"/>
                </a:lnTo>
                <a:lnTo>
                  <a:pt x="420055" y="2438"/>
                </a:lnTo>
                <a:lnTo>
                  <a:pt x="467868" y="0"/>
                </a:lnTo>
                <a:lnTo>
                  <a:pt x="3870959" y="0"/>
                </a:lnTo>
                <a:lnTo>
                  <a:pt x="3918727" y="2438"/>
                </a:lnTo>
                <a:lnTo>
                  <a:pt x="3965122" y="9547"/>
                </a:lnTo>
                <a:lnTo>
                  <a:pt x="4009909" y="21093"/>
                </a:lnTo>
                <a:lnTo>
                  <a:pt x="4052854" y="36840"/>
                </a:lnTo>
                <a:lnTo>
                  <a:pt x="4093721" y="56553"/>
                </a:lnTo>
                <a:lnTo>
                  <a:pt x="4132275" y="79997"/>
                </a:lnTo>
                <a:lnTo>
                  <a:pt x="4168280" y="106936"/>
                </a:lnTo>
                <a:lnTo>
                  <a:pt x="4201501" y="137136"/>
                </a:lnTo>
                <a:lnTo>
                  <a:pt x="4231703" y="170360"/>
                </a:lnTo>
                <a:lnTo>
                  <a:pt x="4258651" y="206374"/>
                </a:lnTo>
                <a:lnTo>
                  <a:pt x="4282110" y="244942"/>
                </a:lnTo>
                <a:lnTo>
                  <a:pt x="4301844" y="285830"/>
                </a:lnTo>
                <a:lnTo>
                  <a:pt x="4317618" y="328801"/>
                </a:lnTo>
                <a:lnTo>
                  <a:pt x="4329196" y="373622"/>
                </a:lnTo>
                <a:lnTo>
                  <a:pt x="4336345" y="420055"/>
                </a:lnTo>
                <a:lnTo>
                  <a:pt x="4338828" y="467868"/>
                </a:lnTo>
                <a:lnTo>
                  <a:pt x="4338828" y="2339340"/>
                </a:lnTo>
                <a:lnTo>
                  <a:pt x="4336345" y="2387218"/>
                </a:lnTo>
                <a:lnTo>
                  <a:pt x="4329196" y="2433710"/>
                </a:lnTo>
                <a:lnTo>
                  <a:pt x="4317618" y="2478580"/>
                </a:lnTo>
                <a:lnTo>
                  <a:pt x="4301844" y="2521591"/>
                </a:lnTo>
                <a:lnTo>
                  <a:pt x="4282110" y="2562510"/>
                </a:lnTo>
                <a:lnTo>
                  <a:pt x="4258651" y="2601101"/>
                </a:lnTo>
                <a:lnTo>
                  <a:pt x="4231703" y="2637128"/>
                </a:lnTo>
                <a:lnTo>
                  <a:pt x="4201501" y="2670357"/>
                </a:lnTo>
                <a:lnTo>
                  <a:pt x="4168280" y="2700552"/>
                </a:lnTo>
                <a:lnTo>
                  <a:pt x="4132275" y="2727478"/>
                </a:lnTo>
                <a:lnTo>
                  <a:pt x="4093721" y="2750899"/>
                </a:lnTo>
                <a:lnTo>
                  <a:pt x="4052854" y="2770581"/>
                </a:lnTo>
                <a:lnTo>
                  <a:pt x="4009909" y="2786288"/>
                </a:lnTo>
                <a:lnTo>
                  <a:pt x="3965122" y="2797785"/>
                </a:lnTo>
                <a:lnTo>
                  <a:pt x="3918727" y="2804836"/>
                </a:lnTo>
                <a:lnTo>
                  <a:pt x="3870959" y="280720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4151" y="2281427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9036" y="377952"/>
                </a:moveTo>
                <a:lnTo>
                  <a:pt x="64007" y="377952"/>
                </a:lnTo>
                <a:lnTo>
                  <a:pt x="39220" y="373355"/>
                </a:lnTo>
                <a:lnTo>
                  <a:pt x="18988" y="360011"/>
                </a:lnTo>
                <a:lnTo>
                  <a:pt x="5263" y="340016"/>
                </a:lnTo>
                <a:lnTo>
                  <a:pt x="0" y="315468"/>
                </a:lnTo>
                <a:lnTo>
                  <a:pt x="0" y="62484"/>
                </a:lnTo>
                <a:lnTo>
                  <a:pt x="5263" y="38006"/>
                </a:lnTo>
                <a:lnTo>
                  <a:pt x="18988" y="18035"/>
                </a:lnTo>
                <a:lnTo>
                  <a:pt x="39220" y="4667"/>
                </a:lnTo>
                <a:lnTo>
                  <a:pt x="64007" y="0"/>
                </a:lnTo>
                <a:lnTo>
                  <a:pt x="669036" y="0"/>
                </a:lnTo>
                <a:lnTo>
                  <a:pt x="693513" y="4667"/>
                </a:lnTo>
                <a:lnTo>
                  <a:pt x="713484" y="18035"/>
                </a:lnTo>
                <a:lnTo>
                  <a:pt x="726852" y="38006"/>
                </a:lnTo>
                <a:lnTo>
                  <a:pt x="731520" y="62484"/>
                </a:lnTo>
                <a:lnTo>
                  <a:pt x="731520" y="315468"/>
                </a:lnTo>
                <a:lnTo>
                  <a:pt x="726852" y="340016"/>
                </a:lnTo>
                <a:lnTo>
                  <a:pt x="713484" y="360011"/>
                </a:lnTo>
                <a:lnTo>
                  <a:pt x="693513" y="373355"/>
                </a:lnTo>
                <a:lnTo>
                  <a:pt x="669036" y="377952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8573" y="230831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305" y="2707513"/>
            <a:ext cx="1243965" cy="716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创建空元</a:t>
            </a:r>
            <a:r>
              <a:rPr dirty="0" sz="1600" spc="-5">
                <a:latin typeface="宋体"/>
                <a:cs typeface="宋体"/>
              </a:rPr>
              <a:t>组 tup2 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305" y="3764152"/>
            <a:ext cx="24631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创建只有一个元素的元</a:t>
            </a:r>
            <a:r>
              <a:rPr dirty="0" sz="1600" spc="-5">
                <a:latin typeface="宋体"/>
                <a:cs typeface="宋体"/>
              </a:rPr>
              <a:t>组 tup3 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(1,)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03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8429" y="2909912"/>
            <a:ext cx="1552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05657"/>
                </a:solidFill>
                <a:latin typeface="宋体"/>
                <a:cs typeface="宋体"/>
              </a:rPr>
              <a:t>字</a:t>
            </a:r>
            <a:r>
              <a:rPr dirty="0" sz="6000" spc="-25" b="1">
                <a:solidFill>
                  <a:srgbClr val="205657"/>
                </a:solidFill>
                <a:latin typeface="宋体"/>
                <a:cs typeface="宋体"/>
              </a:rPr>
              <a:t>典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字典的定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57300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8"/>
                </a:moveTo>
                <a:lnTo>
                  <a:pt x="208787" y="1260348"/>
                </a:lnTo>
                <a:lnTo>
                  <a:pt x="160898" y="1254907"/>
                </a:lnTo>
                <a:lnTo>
                  <a:pt x="116893" y="1239173"/>
                </a:lnTo>
                <a:lnTo>
                  <a:pt x="78055" y="1214400"/>
                </a:lnTo>
                <a:lnTo>
                  <a:pt x="45665" y="1181844"/>
                </a:lnTo>
                <a:lnTo>
                  <a:pt x="21004" y="1142761"/>
                </a:lnTo>
                <a:lnTo>
                  <a:pt x="5355" y="1098406"/>
                </a:lnTo>
                <a:lnTo>
                  <a:pt x="0" y="1050036"/>
                </a:lnTo>
                <a:lnTo>
                  <a:pt x="0" y="210312"/>
                </a:lnTo>
                <a:lnTo>
                  <a:pt x="5355" y="162278"/>
                </a:lnTo>
                <a:lnTo>
                  <a:pt x="21004" y="118148"/>
                </a:lnTo>
                <a:lnTo>
                  <a:pt x="45665" y="79179"/>
                </a:lnTo>
                <a:lnTo>
                  <a:pt x="78055" y="46625"/>
                </a:lnTo>
                <a:lnTo>
                  <a:pt x="116893" y="21740"/>
                </a:lnTo>
                <a:lnTo>
                  <a:pt x="160898" y="5780"/>
                </a:lnTo>
                <a:lnTo>
                  <a:pt x="208787" y="0"/>
                </a:lnTo>
                <a:lnTo>
                  <a:pt x="10590276" y="0"/>
                </a:lnTo>
                <a:lnTo>
                  <a:pt x="10638165" y="5780"/>
                </a:lnTo>
                <a:lnTo>
                  <a:pt x="10682170" y="21740"/>
                </a:lnTo>
                <a:lnTo>
                  <a:pt x="10721008" y="46625"/>
                </a:lnTo>
                <a:lnTo>
                  <a:pt x="10753398" y="79179"/>
                </a:lnTo>
                <a:lnTo>
                  <a:pt x="10778059" y="118148"/>
                </a:lnTo>
                <a:lnTo>
                  <a:pt x="10793708" y="162278"/>
                </a:lnTo>
                <a:lnTo>
                  <a:pt x="10799064" y="210312"/>
                </a:lnTo>
                <a:lnTo>
                  <a:pt x="10799064" y="1050036"/>
                </a:lnTo>
                <a:lnTo>
                  <a:pt x="10793708" y="1098406"/>
                </a:lnTo>
                <a:lnTo>
                  <a:pt x="10778059" y="1142761"/>
                </a:lnTo>
                <a:lnTo>
                  <a:pt x="10753398" y="1181844"/>
                </a:lnTo>
                <a:lnTo>
                  <a:pt x="10721008" y="1214400"/>
                </a:lnTo>
                <a:lnTo>
                  <a:pt x="10682170" y="1239173"/>
                </a:lnTo>
                <a:lnTo>
                  <a:pt x="10638165" y="1254907"/>
                </a:lnTo>
                <a:lnTo>
                  <a:pt x="10590276" y="1260348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52525" y="1359509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在前面的列表中，我们有代表科目的列表，也有代表金额的列表，但会计科目和会计金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额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是有联系的，是否有一种数据类型能够概括这两者的关系呢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4944" y="2753867"/>
            <a:ext cx="10799445" cy="1727200"/>
          </a:xfrm>
          <a:custGeom>
            <a:avLst/>
            <a:gdLst/>
            <a:ahLst/>
            <a:cxnLst/>
            <a:rect l="l" t="t" r="r" b="b"/>
            <a:pathLst>
              <a:path w="10799445" h="1727200">
                <a:moveTo>
                  <a:pt x="10511028" y="1726691"/>
                </a:moveTo>
                <a:lnTo>
                  <a:pt x="288036" y="1726691"/>
                </a:lnTo>
                <a:lnTo>
                  <a:pt x="241270" y="1723094"/>
                </a:lnTo>
                <a:lnTo>
                  <a:pt x="196916" y="1712315"/>
                </a:lnTo>
                <a:lnTo>
                  <a:pt x="155566" y="1694947"/>
                </a:lnTo>
                <a:lnTo>
                  <a:pt x="117813" y="1671582"/>
                </a:lnTo>
                <a:lnTo>
                  <a:pt x="84248" y="1642814"/>
                </a:lnTo>
                <a:lnTo>
                  <a:pt x="55465" y="1609235"/>
                </a:lnTo>
                <a:lnTo>
                  <a:pt x="32056" y="1571437"/>
                </a:lnTo>
                <a:lnTo>
                  <a:pt x="14614" y="1530013"/>
                </a:lnTo>
                <a:lnTo>
                  <a:pt x="3731" y="1485555"/>
                </a:lnTo>
                <a:lnTo>
                  <a:pt x="0" y="1438655"/>
                </a:lnTo>
                <a:lnTo>
                  <a:pt x="0" y="288035"/>
                </a:lnTo>
                <a:lnTo>
                  <a:pt x="3731" y="241171"/>
                </a:lnTo>
                <a:lnTo>
                  <a:pt x="14614" y="196739"/>
                </a:lnTo>
                <a:lnTo>
                  <a:pt x="32056" y="155334"/>
                </a:lnTo>
                <a:lnTo>
                  <a:pt x="55465" y="117547"/>
                </a:lnTo>
                <a:lnTo>
                  <a:pt x="84248" y="83972"/>
                </a:lnTo>
                <a:lnTo>
                  <a:pt x="117813" y="55200"/>
                </a:lnTo>
                <a:lnTo>
                  <a:pt x="155566" y="31824"/>
                </a:lnTo>
                <a:lnTo>
                  <a:pt x="196916" y="14437"/>
                </a:lnTo>
                <a:lnTo>
                  <a:pt x="241270" y="3631"/>
                </a:lnTo>
                <a:lnTo>
                  <a:pt x="288036" y="0"/>
                </a:lnTo>
                <a:lnTo>
                  <a:pt x="10511028" y="0"/>
                </a:lnTo>
                <a:lnTo>
                  <a:pt x="10557838" y="3631"/>
                </a:lnTo>
                <a:lnTo>
                  <a:pt x="10602227" y="14437"/>
                </a:lnTo>
                <a:lnTo>
                  <a:pt x="10643603" y="31824"/>
                </a:lnTo>
                <a:lnTo>
                  <a:pt x="10681373" y="55200"/>
                </a:lnTo>
                <a:lnTo>
                  <a:pt x="10714943" y="83972"/>
                </a:lnTo>
                <a:lnTo>
                  <a:pt x="10743722" y="117547"/>
                </a:lnTo>
                <a:lnTo>
                  <a:pt x="10767116" y="155334"/>
                </a:lnTo>
                <a:lnTo>
                  <a:pt x="10784533" y="196739"/>
                </a:lnTo>
                <a:lnTo>
                  <a:pt x="10795380" y="241171"/>
                </a:lnTo>
                <a:lnTo>
                  <a:pt x="10799064" y="288035"/>
                </a:lnTo>
                <a:lnTo>
                  <a:pt x="10799064" y="1438655"/>
                </a:lnTo>
                <a:lnTo>
                  <a:pt x="10795380" y="1485555"/>
                </a:lnTo>
                <a:lnTo>
                  <a:pt x="10784533" y="1530013"/>
                </a:lnTo>
                <a:lnTo>
                  <a:pt x="10767116" y="1571437"/>
                </a:lnTo>
                <a:lnTo>
                  <a:pt x="10743722" y="1609235"/>
                </a:lnTo>
                <a:lnTo>
                  <a:pt x="10714943" y="1642814"/>
                </a:lnTo>
                <a:lnTo>
                  <a:pt x="10681373" y="1671582"/>
                </a:lnTo>
                <a:lnTo>
                  <a:pt x="10643603" y="1694947"/>
                </a:lnTo>
                <a:lnTo>
                  <a:pt x="10602227" y="1712315"/>
                </a:lnTo>
                <a:lnTo>
                  <a:pt x="10557838" y="1723094"/>
                </a:lnTo>
                <a:lnTo>
                  <a:pt x="10511028" y="1726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543" y="2747010"/>
            <a:ext cx="10812145" cy="1739900"/>
          </a:xfrm>
          <a:custGeom>
            <a:avLst/>
            <a:gdLst/>
            <a:ahLst/>
            <a:cxnLst/>
            <a:rect l="l" t="t" r="r" b="b"/>
            <a:pathLst>
              <a:path w="10812145" h="1739900">
                <a:moveTo>
                  <a:pt x="10605325" y="12700"/>
                </a:moveTo>
                <a:lnTo>
                  <a:pt x="206717" y="12700"/>
                </a:lnTo>
                <a:lnTo>
                  <a:pt x="213664" y="0"/>
                </a:lnTo>
                <a:lnTo>
                  <a:pt x="10598365" y="0"/>
                </a:lnTo>
                <a:lnTo>
                  <a:pt x="10605325" y="12700"/>
                </a:lnTo>
                <a:close/>
              </a:path>
              <a:path w="10812145" h="1739900">
                <a:moveTo>
                  <a:pt x="203835" y="25400"/>
                </a:moveTo>
                <a:lnTo>
                  <a:pt x="173101" y="25400"/>
                </a:lnTo>
                <a:lnTo>
                  <a:pt x="179666" y="12700"/>
                </a:lnTo>
                <a:lnTo>
                  <a:pt x="210566" y="12700"/>
                </a:lnTo>
                <a:lnTo>
                  <a:pt x="203835" y="25400"/>
                </a:lnTo>
                <a:close/>
              </a:path>
              <a:path w="10812145" h="1739900">
                <a:moveTo>
                  <a:pt x="10638929" y="25400"/>
                </a:moveTo>
                <a:lnTo>
                  <a:pt x="10608195" y="25400"/>
                </a:lnTo>
                <a:lnTo>
                  <a:pt x="10601477" y="12700"/>
                </a:lnTo>
                <a:lnTo>
                  <a:pt x="10632363" y="12700"/>
                </a:lnTo>
                <a:lnTo>
                  <a:pt x="10638929" y="25400"/>
                </a:lnTo>
                <a:close/>
              </a:path>
              <a:path w="10812145" h="1739900">
                <a:moveTo>
                  <a:pt x="172072" y="38100"/>
                </a:moveTo>
                <a:lnTo>
                  <a:pt x="147726" y="38100"/>
                </a:lnTo>
                <a:lnTo>
                  <a:pt x="153936" y="25400"/>
                </a:lnTo>
                <a:lnTo>
                  <a:pt x="178409" y="25400"/>
                </a:lnTo>
                <a:lnTo>
                  <a:pt x="172072" y="38100"/>
                </a:lnTo>
                <a:close/>
              </a:path>
              <a:path w="10812145" h="1739900">
                <a:moveTo>
                  <a:pt x="10664304" y="38100"/>
                </a:moveTo>
                <a:lnTo>
                  <a:pt x="10639958" y="38100"/>
                </a:lnTo>
                <a:lnTo>
                  <a:pt x="10633621" y="25400"/>
                </a:lnTo>
                <a:lnTo>
                  <a:pt x="10658094" y="25400"/>
                </a:lnTo>
                <a:lnTo>
                  <a:pt x="10664304" y="38100"/>
                </a:lnTo>
                <a:close/>
              </a:path>
              <a:path w="10812145" h="1739900">
                <a:moveTo>
                  <a:pt x="148145" y="50800"/>
                </a:moveTo>
                <a:lnTo>
                  <a:pt x="123850" y="50800"/>
                </a:lnTo>
                <a:lnTo>
                  <a:pt x="129667" y="38100"/>
                </a:lnTo>
                <a:lnTo>
                  <a:pt x="154127" y="38100"/>
                </a:lnTo>
                <a:lnTo>
                  <a:pt x="148145" y="50800"/>
                </a:lnTo>
                <a:close/>
              </a:path>
              <a:path w="10812145" h="1739900">
                <a:moveTo>
                  <a:pt x="10688180" y="50800"/>
                </a:moveTo>
                <a:lnTo>
                  <a:pt x="10663897" y="50800"/>
                </a:lnTo>
                <a:lnTo>
                  <a:pt x="10657916" y="38100"/>
                </a:lnTo>
                <a:lnTo>
                  <a:pt x="10682363" y="38100"/>
                </a:lnTo>
                <a:lnTo>
                  <a:pt x="10688180" y="50800"/>
                </a:lnTo>
                <a:close/>
              </a:path>
              <a:path w="10812145" h="1739900">
                <a:moveTo>
                  <a:pt x="114973" y="76200"/>
                </a:moveTo>
                <a:lnTo>
                  <a:pt x="96329" y="76200"/>
                </a:lnTo>
                <a:lnTo>
                  <a:pt x="107010" y="63500"/>
                </a:lnTo>
                <a:lnTo>
                  <a:pt x="118097" y="50800"/>
                </a:lnTo>
                <a:lnTo>
                  <a:pt x="136842" y="50800"/>
                </a:lnTo>
                <a:lnTo>
                  <a:pt x="131140" y="63500"/>
                </a:lnTo>
                <a:lnTo>
                  <a:pt x="125857" y="63500"/>
                </a:lnTo>
                <a:lnTo>
                  <a:pt x="114973" y="76200"/>
                </a:lnTo>
                <a:close/>
              </a:path>
              <a:path w="10812145" h="1739900">
                <a:moveTo>
                  <a:pt x="10715701" y="76200"/>
                </a:moveTo>
                <a:lnTo>
                  <a:pt x="10697057" y="76200"/>
                </a:lnTo>
                <a:lnTo>
                  <a:pt x="10686173" y="63500"/>
                </a:lnTo>
                <a:lnTo>
                  <a:pt x="10680890" y="63500"/>
                </a:lnTo>
                <a:lnTo>
                  <a:pt x="10675188" y="50800"/>
                </a:lnTo>
                <a:lnTo>
                  <a:pt x="10693933" y="50800"/>
                </a:lnTo>
                <a:lnTo>
                  <a:pt x="10705020" y="63500"/>
                </a:lnTo>
                <a:lnTo>
                  <a:pt x="10715701" y="76200"/>
                </a:lnTo>
                <a:close/>
              </a:path>
              <a:path w="10812145" h="1739900">
                <a:moveTo>
                  <a:pt x="76822" y="114300"/>
                </a:moveTo>
                <a:lnTo>
                  <a:pt x="58407" y="114300"/>
                </a:lnTo>
                <a:lnTo>
                  <a:pt x="67119" y="101600"/>
                </a:lnTo>
                <a:lnTo>
                  <a:pt x="76365" y="88900"/>
                </a:lnTo>
                <a:lnTo>
                  <a:pt x="86106" y="76200"/>
                </a:lnTo>
                <a:lnTo>
                  <a:pt x="104990" y="76200"/>
                </a:lnTo>
                <a:lnTo>
                  <a:pt x="94983" y="88900"/>
                </a:lnTo>
                <a:lnTo>
                  <a:pt x="95199" y="88900"/>
                </a:lnTo>
                <a:lnTo>
                  <a:pt x="85661" y="101600"/>
                </a:lnTo>
                <a:lnTo>
                  <a:pt x="85864" y="101600"/>
                </a:lnTo>
                <a:lnTo>
                  <a:pt x="76822" y="114300"/>
                </a:lnTo>
                <a:close/>
              </a:path>
              <a:path w="10812145" h="1739900">
                <a:moveTo>
                  <a:pt x="10753623" y="114300"/>
                </a:moveTo>
                <a:lnTo>
                  <a:pt x="10735221" y="114300"/>
                </a:lnTo>
                <a:lnTo>
                  <a:pt x="10726166" y="101600"/>
                </a:lnTo>
                <a:lnTo>
                  <a:pt x="10726369" y="101600"/>
                </a:lnTo>
                <a:lnTo>
                  <a:pt x="10716831" y="88900"/>
                </a:lnTo>
                <a:lnTo>
                  <a:pt x="10717047" y="88900"/>
                </a:lnTo>
                <a:lnTo>
                  <a:pt x="10707052" y="76200"/>
                </a:lnTo>
                <a:lnTo>
                  <a:pt x="10725924" y="76200"/>
                </a:lnTo>
                <a:lnTo>
                  <a:pt x="10735665" y="88900"/>
                </a:lnTo>
                <a:lnTo>
                  <a:pt x="10744911" y="101600"/>
                </a:lnTo>
                <a:lnTo>
                  <a:pt x="10753623" y="114300"/>
                </a:lnTo>
                <a:close/>
              </a:path>
              <a:path w="10812145" h="1739900">
                <a:moveTo>
                  <a:pt x="64515" y="127000"/>
                </a:moveTo>
                <a:lnTo>
                  <a:pt x="50177" y="127000"/>
                </a:lnTo>
                <a:lnTo>
                  <a:pt x="54216" y="114300"/>
                </a:lnTo>
                <a:lnTo>
                  <a:pt x="68592" y="114300"/>
                </a:lnTo>
                <a:lnTo>
                  <a:pt x="64515" y="127000"/>
                </a:lnTo>
                <a:close/>
              </a:path>
              <a:path w="10812145" h="1739900">
                <a:moveTo>
                  <a:pt x="10761853" y="127000"/>
                </a:moveTo>
                <a:lnTo>
                  <a:pt x="10747514" y="127000"/>
                </a:lnTo>
                <a:lnTo>
                  <a:pt x="10743438" y="114300"/>
                </a:lnTo>
                <a:lnTo>
                  <a:pt x="10757827" y="114300"/>
                </a:lnTo>
                <a:lnTo>
                  <a:pt x="10761853" y="127000"/>
                </a:lnTo>
                <a:close/>
              </a:path>
              <a:path w="10812145" h="1739900">
                <a:moveTo>
                  <a:pt x="56934" y="139700"/>
                </a:moveTo>
                <a:lnTo>
                  <a:pt x="42519" y="139700"/>
                </a:lnTo>
                <a:lnTo>
                  <a:pt x="46278" y="127000"/>
                </a:lnTo>
                <a:lnTo>
                  <a:pt x="60744" y="127000"/>
                </a:lnTo>
                <a:lnTo>
                  <a:pt x="56934" y="139700"/>
                </a:lnTo>
                <a:close/>
              </a:path>
              <a:path w="10812145" h="1739900">
                <a:moveTo>
                  <a:pt x="10769511" y="139700"/>
                </a:moveTo>
                <a:lnTo>
                  <a:pt x="10755109" y="139700"/>
                </a:lnTo>
                <a:lnTo>
                  <a:pt x="10751286" y="127000"/>
                </a:lnTo>
                <a:lnTo>
                  <a:pt x="10765751" y="127000"/>
                </a:lnTo>
                <a:lnTo>
                  <a:pt x="10769511" y="139700"/>
                </a:lnTo>
                <a:close/>
              </a:path>
              <a:path w="10812145" h="1739900">
                <a:moveTo>
                  <a:pt x="49872" y="152400"/>
                </a:moveTo>
                <a:lnTo>
                  <a:pt x="35432" y="152400"/>
                </a:lnTo>
                <a:lnTo>
                  <a:pt x="38900" y="139700"/>
                </a:lnTo>
                <a:lnTo>
                  <a:pt x="53416" y="139700"/>
                </a:lnTo>
                <a:lnTo>
                  <a:pt x="49872" y="152400"/>
                </a:lnTo>
                <a:close/>
              </a:path>
              <a:path w="10812145" h="1739900">
                <a:moveTo>
                  <a:pt x="10776597" y="152400"/>
                </a:moveTo>
                <a:lnTo>
                  <a:pt x="10762157" y="152400"/>
                </a:lnTo>
                <a:lnTo>
                  <a:pt x="10758614" y="139700"/>
                </a:lnTo>
                <a:lnTo>
                  <a:pt x="10773130" y="139700"/>
                </a:lnTo>
                <a:lnTo>
                  <a:pt x="10776597" y="152400"/>
                </a:lnTo>
                <a:close/>
              </a:path>
              <a:path w="10812145" h="1739900">
                <a:moveTo>
                  <a:pt x="43383" y="165100"/>
                </a:moveTo>
                <a:lnTo>
                  <a:pt x="28930" y="165100"/>
                </a:lnTo>
                <a:lnTo>
                  <a:pt x="32105" y="152400"/>
                </a:lnTo>
                <a:lnTo>
                  <a:pt x="46634" y="152400"/>
                </a:lnTo>
                <a:lnTo>
                  <a:pt x="43383" y="165100"/>
                </a:lnTo>
                <a:close/>
              </a:path>
              <a:path w="10812145" h="1739900">
                <a:moveTo>
                  <a:pt x="10783100" y="165100"/>
                </a:moveTo>
                <a:lnTo>
                  <a:pt x="10768660" y="165100"/>
                </a:lnTo>
                <a:lnTo>
                  <a:pt x="10765409" y="152400"/>
                </a:lnTo>
                <a:lnTo>
                  <a:pt x="10779925" y="152400"/>
                </a:lnTo>
                <a:lnTo>
                  <a:pt x="10783100" y="165100"/>
                </a:lnTo>
                <a:close/>
              </a:path>
              <a:path w="10812145" h="1739900">
                <a:moveTo>
                  <a:pt x="37452" y="177800"/>
                </a:moveTo>
                <a:lnTo>
                  <a:pt x="23037" y="177800"/>
                </a:lnTo>
                <a:lnTo>
                  <a:pt x="25907" y="165100"/>
                </a:lnTo>
                <a:lnTo>
                  <a:pt x="40411" y="165100"/>
                </a:lnTo>
                <a:lnTo>
                  <a:pt x="37452" y="177800"/>
                </a:lnTo>
                <a:close/>
              </a:path>
              <a:path w="10812145" h="1739900">
                <a:moveTo>
                  <a:pt x="10788992" y="177800"/>
                </a:moveTo>
                <a:lnTo>
                  <a:pt x="10774591" y="177800"/>
                </a:lnTo>
                <a:lnTo>
                  <a:pt x="10771619" y="165100"/>
                </a:lnTo>
                <a:lnTo>
                  <a:pt x="10786122" y="165100"/>
                </a:lnTo>
                <a:lnTo>
                  <a:pt x="10788992" y="177800"/>
                </a:lnTo>
                <a:close/>
              </a:path>
              <a:path w="10812145" h="1739900">
                <a:moveTo>
                  <a:pt x="32105" y="190500"/>
                </a:moveTo>
                <a:lnTo>
                  <a:pt x="17767" y="190500"/>
                </a:lnTo>
                <a:lnTo>
                  <a:pt x="20320" y="177800"/>
                </a:lnTo>
                <a:lnTo>
                  <a:pt x="34759" y="177800"/>
                </a:lnTo>
                <a:lnTo>
                  <a:pt x="32105" y="190500"/>
                </a:lnTo>
                <a:close/>
              </a:path>
              <a:path w="10812145" h="1739900">
                <a:moveTo>
                  <a:pt x="10794263" y="190500"/>
                </a:moveTo>
                <a:lnTo>
                  <a:pt x="10779925" y="190500"/>
                </a:lnTo>
                <a:lnTo>
                  <a:pt x="10777270" y="177800"/>
                </a:lnTo>
                <a:lnTo>
                  <a:pt x="10791710" y="177800"/>
                </a:lnTo>
                <a:lnTo>
                  <a:pt x="10794263" y="190500"/>
                </a:lnTo>
                <a:close/>
              </a:path>
              <a:path w="10812145" h="1739900">
                <a:moveTo>
                  <a:pt x="27381" y="203200"/>
                </a:moveTo>
                <a:lnTo>
                  <a:pt x="13144" y="203200"/>
                </a:lnTo>
                <a:lnTo>
                  <a:pt x="15367" y="190500"/>
                </a:lnTo>
                <a:lnTo>
                  <a:pt x="29717" y="190500"/>
                </a:lnTo>
                <a:lnTo>
                  <a:pt x="27381" y="203200"/>
                </a:lnTo>
                <a:close/>
              </a:path>
              <a:path w="10812145" h="1739900">
                <a:moveTo>
                  <a:pt x="10798898" y="203200"/>
                </a:moveTo>
                <a:lnTo>
                  <a:pt x="10784662" y="203200"/>
                </a:lnTo>
                <a:lnTo>
                  <a:pt x="10782312" y="190500"/>
                </a:lnTo>
                <a:lnTo>
                  <a:pt x="10796663" y="190500"/>
                </a:lnTo>
                <a:lnTo>
                  <a:pt x="10798898" y="203200"/>
                </a:lnTo>
                <a:close/>
              </a:path>
              <a:path w="10812145" h="1739900">
                <a:moveTo>
                  <a:pt x="23266" y="215900"/>
                </a:moveTo>
                <a:lnTo>
                  <a:pt x="9169" y="215900"/>
                </a:lnTo>
                <a:lnTo>
                  <a:pt x="11074" y="203200"/>
                </a:lnTo>
                <a:lnTo>
                  <a:pt x="25285" y="203200"/>
                </a:lnTo>
                <a:lnTo>
                  <a:pt x="23266" y="215900"/>
                </a:lnTo>
                <a:close/>
              </a:path>
              <a:path w="10812145" h="1739900">
                <a:moveTo>
                  <a:pt x="10802861" y="215900"/>
                </a:moveTo>
                <a:lnTo>
                  <a:pt x="10788764" y="215900"/>
                </a:lnTo>
                <a:lnTo>
                  <a:pt x="10786745" y="203200"/>
                </a:lnTo>
                <a:lnTo>
                  <a:pt x="10800956" y="203200"/>
                </a:lnTo>
                <a:lnTo>
                  <a:pt x="10802861" y="215900"/>
                </a:lnTo>
                <a:close/>
              </a:path>
              <a:path w="10812145" h="1739900">
                <a:moveTo>
                  <a:pt x="16992" y="241300"/>
                </a:moveTo>
                <a:lnTo>
                  <a:pt x="4508" y="241300"/>
                </a:lnTo>
                <a:lnTo>
                  <a:pt x="5880" y="228600"/>
                </a:lnTo>
                <a:lnTo>
                  <a:pt x="7442" y="215900"/>
                </a:lnTo>
                <a:lnTo>
                  <a:pt x="21488" y="215900"/>
                </a:lnTo>
                <a:lnTo>
                  <a:pt x="19799" y="228600"/>
                </a:lnTo>
                <a:lnTo>
                  <a:pt x="18338" y="228600"/>
                </a:lnTo>
                <a:lnTo>
                  <a:pt x="16992" y="241300"/>
                </a:lnTo>
                <a:close/>
              </a:path>
              <a:path w="10812145" h="1739900">
                <a:moveTo>
                  <a:pt x="10807534" y="241300"/>
                </a:moveTo>
                <a:lnTo>
                  <a:pt x="10795038" y="241300"/>
                </a:lnTo>
                <a:lnTo>
                  <a:pt x="10793691" y="228600"/>
                </a:lnTo>
                <a:lnTo>
                  <a:pt x="10792231" y="228600"/>
                </a:lnTo>
                <a:lnTo>
                  <a:pt x="10790542" y="215900"/>
                </a:lnTo>
                <a:lnTo>
                  <a:pt x="10804588" y="215900"/>
                </a:lnTo>
                <a:lnTo>
                  <a:pt x="10806150" y="228600"/>
                </a:lnTo>
                <a:lnTo>
                  <a:pt x="10807534" y="241300"/>
                </a:lnTo>
                <a:close/>
              </a:path>
              <a:path w="10812145" h="1739900">
                <a:moveTo>
                  <a:pt x="14859" y="254000"/>
                </a:moveTo>
                <a:lnTo>
                  <a:pt x="2273" y="254000"/>
                </a:lnTo>
                <a:lnTo>
                  <a:pt x="3301" y="241300"/>
                </a:lnTo>
                <a:lnTo>
                  <a:pt x="15862" y="241300"/>
                </a:lnTo>
                <a:lnTo>
                  <a:pt x="14859" y="254000"/>
                </a:lnTo>
                <a:close/>
              </a:path>
              <a:path w="10812145" h="1739900">
                <a:moveTo>
                  <a:pt x="10809757" y="254000"/>
                </a:moveTo>
                <a:lnTo>
                  <a:pt x="10797171" y="254000"/>
                </a:lnTo>
                <a:lnTo>
                  <a:pt x="10796168" y="241300"/>
                </a:lnTo>
                <a:lnTo>
                  <a:pt x="10808741" y="241300"/>
                </a:lnTo>
                <a:lnTo>
                  <a:pt x="10809757" y="254000"/>
                </a:lnTo>
                <a:close/>
              </a:path>
              <a:path w="10812145" h="1739900">
                <a:moveTo>
                  <a:pt x="13423" y="266700"/>
                </a:moveTo>
                <a:lnTo>
                  <a:pt x="762" y="266700"/>
                </a:lnTo>
                <a:lnTo>
                  <a:pt x="1422" y="254000"/>
                </a:lnTo>
                <a:lnTo>
                  <a:pt x="14071" y="254000"/>
                </a:lnTo>
                <a:lnTo>
                  <a:pt x="13423" y="266700"/>
                </a:lnTo>
                <a:close/>
              </a:path>
              <a:path w="10812145" h="1739900">
                <a:moveTo>
                  <a:pt x="10811268" y="266700"/>
                </a:moveTo>
                <a:lnTo>
                  <a:pt x="10798606" y="266700"/>
                </a:lnTo>
                <a:lnTo>
                  <a:pt x="10797971" y="254000"/>
                </a:lnTo>
                <a:lnTo>
                  <a:pt x="10810608" y="254000"/>
                </a:lnTo>
                <a:lnTo>
                  <a:pt x="10811268" y="266700"/>
                </a:lnTo>
                <a:close/>
              </a:path>
              <a:path w="10812145" h="1739900">
                <a:moveTo>
                  <a:pt x="12979" y="1460500"/>
                </a:moveTo>
                <a:lnTo>
                  <a:pt x="292" y="1460500"/>
                </a:lnTo>
                <a:lnTo>
                  <a:pt x="0" y="1447800"/>
                </a:lnTo>
                <a:lnTo>
                  <a:pt x="0" y="279400"/>
                </a:lnTo>
                <a:lnTo>
                  <a:pt x="292" y="266700"/>
                </a:lnTo>
                <a:lnTo>
                  <a:pt x="13436" y="266700"/>
                </a:lnTo>
                <a:lnTo>
                  <a:pt x="12966" y="279400"/>
                </a:lnTo>
                <a:lnTo>
                  <a:pt x="12700" y="279400"/>
                </a:lnTo>
                <a:lnTo>
                  <a:pt x="12700" y="1447800"/>
                </a:lnTo>
                <a:lnTo>
                  <a:pt x="12979" y="1460500"/>
                </a:lnTo>
                <a:close/>
              </a:path>
              <a:path w="10812145" h="1739900">
                <a:moveTo>
                  <a:pt x="10811738" y="1460500"/>
                </a:moveTo>
                <a:lnTo>
                  <a:pt x="10799051" y="1460500"/>
                </a:lnTo>
                <a:lnTo>
                  <a:pt x="10799343" y="1447800"/>
                </a:lnTo>
                <a:lnTo>
                  <a:pt x="10799330" y="279400"/>
                </a:lnTo>
                <a:lnTo>
                  <a:pt x="10799064" y="279400"/>
                </a:lnTo>
                <a:lnTo>
                  <a:pt x="10798594" y="266700"/>
                </a:lnTo>
                <a:lnTo>
                  <a:pt x="10811738" y="266700"/>
                </a:lnTo>
                <a:lnTo>
                  <a:pt x="10812030" y="279400"/>
                </a:lnTo>
                <a:lnTo>
                  <a:pt x="10812030" y="1447800"/>
                </a:lnTo>
                <a:lnTo>
                  <a:pt x="10811738" y="1460500"/>
                </a:lnTo>
                <a:close/>
              </a:path>
              <a:path w="10812145" h="1739900">
                <a:moveTo>
                  <a:pt x="14071" y="1473200"/>
                </a:moveTo>
                <a:lnTo>
                  <a:pt x="1422" y="1473200"/>
                </a:lnTo>
                <a:lnTo>
                  <a:pt x="762" y="1460500"/>
                </a:lnTo>
                <a:lnTo>
                  <a:pt x="13423" y="1460500"/>
                </a:lnTo>
                <a:lnTo>
                  <a:pt x="14071" y="1473200"/>
                </a:lnTo>
                <a:close/>
              </a:path>
              <a:path w="10812145" h="1739900">
                <a:moveTo>
                  <a:pt x="10810608" y="1473200"/>
                </a:moveTo>
                <a:lnTo>
                  <a:pt x="10797971" y="1473200"/>
                </a:lnTo>
                <a:lnTo>
                  <a:pt x="10798606" y="1460500"/>
                </a:lnTo>
                <a:lnTo>
                  <a:pt x="10811268" y="1460500"/>
                </a:lnTo>
                <a:lnTo>
                  <a:pt x="10810608" y="1473200"/>
                </a:lnTo>
                <a:close/>
              </a:path>
              <a:path w="10812145" h="1739900">
                <a:moveTo>
                  <a:pt x="15862" y="1485900"/>
                </a:moveTo>
                <a:lnTo>
                  <a:pt x="3301" y="1485900"/>
                </a:lnTo>
                <a:lnTo>
                  <a:pt x="2273" y="1473200"/>
                </a:lnTo>
                <a:lnTo>
                  <a:pt x="14859" y="1473200"/>
                </a:lnTo>
                <a:lnTo>
                  <a:pt x="15862" y="1485900"/>
                </a:lnTo>
                <a:close/>
              </a:path>
              <a:path w="10812145" h="1739900">
                <a:moveTo>
                  <a:pt x="10808741" y="1485900"/>
                </a:moveTo>
                <a:lnTo>
                  <a:pt x="10796168" y="1485900"/>
                </a:lnTo>
                <a:lnTo>
                  <a:pt x="10797171" y="1473200"/>
                </a:lnTo>
                <a:lnTo>
                  <a:pt x="10809757" y="1473200"/>
                </a:lnTo>
                <a:lnTo>
                  <a:pt x="10808741" y="1485900"/>
                </a:lnTo>
                <a:close/>
              </a:path>
              <a:path w="10812145" h="1739900">
                <a:moveTo>
                  <a:pt x="21488" y="1511300"/>
                </a:moveTo>
                <a:lnTo>
                  <a:pt x="7442" y="1511300"/>
                </a:lnTo>
                <a:lnTo>
                  <a:pt x="5880" y="1498600"/>
                </a:lnTo>
                <a:lnTo>
                  <a:pt x="4508" y="1485900"/>
                </a:lnTo>
                <a:lnTo>
                  <a:pt x="16992" y="1485900"/>
                </a:lnTo>
                <a:lnTo>
                  <a:pt x="18338" y="1498600"/>
                </a:lnTo>
                <a:lnTo>
                  <a:pt x="19799" y="1498600"/>
                </a:lnTo>
                <a:lnTo>
                  <a:pt x="21488" y="1511300"/>
                </a:lnTo>
                <a:close/>
              </a:path>
              <a:path w="10812145" h="1739900">
                <a:moveTo>
                  <a:pt x="10804588" y="1511300"/>
                </a:moveTo>
                <a:lnTo>
                  <a:pt x="10790542" y="1511300"/>
                </a:lnTo>
                <a:lnTo>
                  <a:pt x="10792231" y="1498600"/>
                </a:lnTo>
                <a:lnTo>
                  <a:pt x="10793691" y="1498600"/>
                </a:lnTo>
                <a:lnTo>
                  <a:pt x="10795038" y="1485900"/>
                </a:lnTo>
                <a:lnTo>
                  <a:pt x="10807534" y="1485900"/>
                </a:lnTo>
                <a:lnTo>
                  <a:pt x="10806150" y="1498600"/>
                </a:lnTo>
                <a:lnTo>
                  <a:pt x="10804588" y="1511300"/>
                </a:lnTo>
                <a:close/>
              </a:path>
              <a:path w="10812145" h="1739900">
                <a:moveTo>
                  <a:pt x="25285" y="1524000"/>
                </a:moveTo>
                <a:lnTo>
                  <a:pt x="11074" y="1524000"/>
                </a:lnTo>
                <a:lnTo>
                  <a:pt x="9169" y="1511300"/>
                </a:lnTo>
                <a:lnTo>
                  <a:pt x="23266" y="1511300"/>
                </a:lnTo>
                <a:lnTo>
                  <a:pt x="25285" y="1524000"/>
                </a:lnTo>
                <a:close/>
              </a:path>
              <a:path w="10812145" h="1739900">
                <a:moveTo>
                  <a:pt x="10800956" y="1524000"/>
                </a:moveTo>
                <a:lnTo>
                  <a:pt x="10786745" y="1524000"/>
                </a:lnTo>
                <a:lnTo>
                  <a:pt x="10788764" y="1511300"/>
                </a:lnTo>
                <a:lnTo>
                  <a:pt x="10802861" y="1511300"/>
                </a:lnTo>
                <a:lnTo>
                  <a:pt x="10800956" y="1524000"/>
                </a:lnTo>
                <a:close/>
              </a:path>
              <a:path w="10812145" h="1739900">
                <a:moveTo>
                  <a:pt x="29717" y="1536700"/>
                </a:moveTo>
                <a:lnTo>
                  <a:pt x="15367" y="1536700"/>
                </a:lnTo>
                <a:lnTo>
                  <a:pt x="13144" y="1524000"/>
                </a:lnTo>
                <a:lnTo>
                  <a:pt x="27381" y="1524000"/>
                </a:lnTo>
                <a:lnTo>
                  <a:pt x="29717" y="1536700"/>
                </a:lnTo>
                <a:close/>
              </a:path>
              <a:path w="10812145" h="1739900">
                <a:moveTo>
                  <a:pt x="10796663" y="1536700"/>
                </a:moveTo>
                <a:lnTo>
                  <a:pt x="10782312" y="1536700"/>
                </a:lnTo>
                <a:lnTo>
                  <a:pt x="10784662" y="1524000"/>
                </a:lnTo>
                <a:lnTo>
                  <a:pt x="10798898" y="1524000"/>
                </a:lnTo>
                <a:lnTo>
                  <a:pt x="10796663" y="1536700"/>
                </a:lnTo>
                <a:close/>
              </a:path>
              <a:path w="10812145" h="1739900">
                <a:moveTo>
                  <a:pt x="32169" y="1549400"/>
                </a:moveTo>
                <a:lnTo>
                  <a:pt x="20320" y="1549400"/>
                </a:lnTo>
                <a:lnTo>
                  <a:pt x="17767" y="1536700"/>
                </a:lnTo>
                <a:lnTo>
                  <a:pt x="29667" y="1536700"/>
                </a:lnTo>
                <a:lnTo>
                  <a:pt x="32169" y="1549400"/>
                </a:lnTo>
                <a:close/>
              </a:path>
              <a:path w="10812145" h="1739900">
                <a:moveTo>
                  <a:pt x="10791710" y="1549400"/>
                </a:moveTo>
                <a:lnTo>
                  <a:pt x="10779861" y="1549400"/>
                </a:lnTo>
                <a:lnTo>
                  <a:pt x="10782363" y="1536700"/>
                </a:lnTo>
                <a:lnTo>
                  <a:pt x="10794263" y="1536700"/>
                </a:lnTo>
                <a:lnTo>
                  <a:pt x="10791710" y="1549400"/>
                </a:lnTo>
                <a:close/>
              </a:path>
              <a:path w="10812145" h="1739900">
                <a:moveTo>
                  <a:pt x="37515" y="1562100"/>
                </a:moveTo>
                <a:lnTo>
                  <a:pt x="25907" y="1562100"/>
                </a:lnTo>
                <a:lnTo>
                  <a:pt x="23037" y="1549400"/>
                </a:lnTo>
                <a:lnTo>
                  <a:pt x="34709" y="1549400"/>
                </a:lnTo>
                <a:lnTo>
                  <a:pt x="37515" y="1562100"/>
                </a:lnTo>
                <a:close/>
              </a:path>
              <a:path w="10812145" h="1739900">
                <a:moveTo>
                  <a:pt x="40411" y="1562100"/>
                </a:moveTo>
                <a:lnTo>
                  <a:pt x="37515" y="1562100"/>
                </a:lnTo>
                <a:lnTo>
                  <a:pt x="37452" y="1549400"/>
                </a:lnTo>
                <a:lnTo>
                  <a:pt x="40411" y="1562100"/>
                </a:lnTo>
                <a:close/>
              </a:path>
              <a:path w="10812145" h="1739900">
                <a:moveTo>
                  <a:pt x="10774514" y="1562100"/>
                </a:moveTo>
                <a:lnTo>
                  <a:pt x="10771619" y="1562100"/>
                </a:lnTo>
                <a:lnTo>
                  <a:pt x="10774591" y="1549400"/>
                </a:lnTo>
                <a:lnTo>
                  <a:pt x="10774514" y="1562100"/>
                </a:lnTo>
                <a:close/>
              </a:path>
              <a:path w="10812145" h="1739900">
                <a:moveTo>
                  <a:pt x="10786122" y="1562100"/>
                </a:moveTo>
                <a:lnTo>
                  <a:pt x="10774514" y="1562100"/>
                </a:lnTo>
                <a:lnTo>
                  <a:pt x="10777334" y="1549400"/>
                </a:lnTo>
                <a:lnTo>
                  <a:pt x="10788992" y="1549400"/>
                </a:lnTo>
                <a:lnTo>
                  <a:pt x="10786122" y="1562100"/>
                </a:lnTo>
                <a:close/>
              </a:path>
              <a:path w="10812145" h="1739900">
                <a:moveTo>
                  <a:pt x="46634" y="1574800"/>
                </a:moveTo>
                <a:lnTo>
                  <a:pt x="32105" y="1574800"/>
                </a:lnTo>
                <a:lnTo>
                  <a:pt x="28930" y="1562100"/>
                </a:lnTo>
                <a:lnTo>
                  <a:pt x="43383" y="1562100"/>
                </a:lnTo>
                <a:lnTo>
                  <a:pt x="46634" y="1574800"/>
                </a:lnTo>
                <a:close/>
              </a:path>
              <a:path w="10812145" h="1739900">
                <a:moveTo>
                  <a:pt x="10779925" y="1574800"/>
                </a:moveTo>
                <a:lnTo>
                  <a:pt x="10765409" y="1574800"/>
                </a:lnTo>
                <a:lnTo>
                  <a:pt x="10768660" y="1562100"/>
                </a:lnTo>
                <a:lnTo>
                  <a:pt x="10783100" y="1562100"/>
                </a:lnTo>
                <a:lnTo>
                  <a:pt x="10779925" y="1574800"/>
                </a:lnTo>
                <a:close/>
              </a:path>
              <a:path w="10812145" h="1739900">
                <a:moveTo>
                  <a:pt x="53416" y="1587500"/>
                </a:moveTo>
                <a:lnTo>
                  <a:pt x="38900" y="1587500"/>
                </a:lnTo>
                <a:lnTo>
                  <a:pt x="35432" y="1574800"/>
                </a:lnTo>
                <a:lnTo>
                  <a:pt x="49872" y="1574800"/>
                </a:lnTo>
                <a:lnTo>
                  <a:pt x="53416" y="1587500"/>
                </a:lnTo>
                <a:close/>
              </a:path>
              <a:path w="10812145" h="1739900">
                <a:moveTo>
                  <a:pt x="10773130" y="1587500"/>
                </a:moveTo>
                <a:lnTo>
                  <a:pt x="10758614" y="1587500"/>
                </a:lnTo>
                <a:lnTo>
                  <a:pt x="10762157" y="1574800"/>
                </a:lnTo>
                <a:lnTo>
                  <a:pt x="10776597" y="1574800"/>
                </a:lnTo>
                <a:lnTo>
                  <a:pt x="10773130" y="1587500"/>
                </a:lnTo>
                <a:close/>
              </a:path>
              <a:path w="10812145" h="1739900">
                <a:moveTo>
                  <a:pt x="60744" y="1600200"/>
                </a:moveTo>
                <a:lnTo>
                  <a:pt x="46278" y="1600200"/>
                </a:lnTo>
                <a:lnTo>
                  <a:pt x="42519" y="1587500"/>
                </a:lnTo>
                <a:lnTo>
                  <a:pt x="56934" y="1587500"/>
                </a:lnTo>
                <a:lnTo>
                  <a:pt x="60744" y="1600200"/>
                </a:lnTo>
                <a:close/>
              </a:path>
              <a:path w="10812145" h="1739900">
                <a:moveTo>
                  <a:pt x="10765751" y="1600200"/>
                </a:moveTo>
                <a:lnTo>
                  <a:pt x="10751286" y="1600200"/>
                </a:lnTo>
                <a:lnTo>
                  <a:pt x="10755109" y="1587500"/>
                </a:lnTo>
                <a:lnTo>
                  <a:pt x="10769511" y="1587500"/>
                </a:lnTo>
                <a:lnTo>
                  <a:pt x="10765751" y="1600200"/>
                </a:lnTo>
                <a:close/>
              </a:path>
              <a:path w="10812145" h="1739900">
                <a:moveTo>
                  <a:pt x="68592" y="1612900"/>
                </a:moveTo>
                <a:lnTo>
                  <a:pt x="54216" y="1612900"/>
                </a:lnTo>
                <a:lnTo>
                  <a:pt x="50177" y="1600200"/>
                </a:lnTo>
                <a:lnTo>
                  <a:pt x="64515" y="1600200"/>
                </a:lnTo>
                <a:lnTo>
                  <a:pt x="68592" y="1612900"/>
                </a:lnTo>
                <a:close/>
              </a:path>
              <a:path w="10812145" h="1739900">
                <a:moveTo>
                  <a:pt x="10757827" y="1612900"/>
                </a:moveTo>
                <a:lnTo>
                  <a:pt x="10743438" y="1612900"/>
                </a:lnTo>
                <a:lnTo>
                  <a:pt x="10747514" y="1600200"/>
                </a:lnTo>
                <a:lnTo>
                  <a:pt x="10761853" y="1600200"/>
                </a:lnTo>
                <a:lnTo>
                  <a:pt x="10757827" y="1612900"/>
                </a:lnTo>
                <a:close/>
              </a:path>
              <a:path w="10812145" h="1739900">
                <a:moveTo>
                  <a:pt x="125857" y="1663700"/>
                </a:moveTo>
                <a:lnTo>
                  <a:pt x="96329" y="1663700"/>
                </a:lnTo>
                <a:lnTo>
                  <a:pt x="86106" y="1651000"/>
                </a:lnTo>
                <a:lnTo>
                  <a:pt x="76365" y="1638300"/>
                </a:lnTo>
                <a:lnTo>
                  <a:pt x="67119" y="1625600"/>
                </a:lnTo>
                <a:lnTo>
                  <a:pt x="58407" y="1612900"/>
                </a:lnTo>
                <a:lnTo>
                  <a:pt x="76822" y="1612900"/>
                </a:lnTo>
                <a:lnTo>
                  <a:pt x="85864" y="1625600"/>
                </a:lnTo>
                <a:lnTo>
                  <a:pt x="85661" y="1625600"/>
                </a:lnTo>
                <a:lnTo>
                  <a:pt x="95199" y="1638300"/>
                </a:lnTo>
                <a:lnTo>
                  <a:pt x="94983" y="1638300"/>
                </a:lnTo>
                <a:lnTo>
                  <a:pt x="104990" y="1651000"/>
                </a:lnTo>
                <a:lnTo>
                  <a:pt x="114973" y="1651000"/>
                </a:lnTo>
                <a:lnTo>
                  <a:pt x="125857" y="1663700"/>
                </a:lnTo>
                <a:close/>
              </a:path>
              <a:path w="10812145" h="1739900">
                <a:moveTo>
                  <a:pt x="10715701" y="1663700"/>
                </a:moveTo>
                <a:lnTo>
                  <a:pt x="10686173" y="1663700"/>
                </a:lnTo>
                <a:lnTo>
                  <a:pt x="10697057" y="1651000"/>
                </a:lnTo>
                <a:lnTo>
                  <a:pt x="10707052" y="1651000"/>
                </a:lnTo>
                <a:lnTo>
                  <a:pt x="10717047" y="1638300"/>
                </a:lnTo>
                <a:lnTo>
                  <a:pt x="10716831" y="1638300"/>
                </a:lnTo>
                <a:lnTo>
                  <a:pt x="10726369" y="1625600"/>
                </a:lnTo>
                <a:lnTo>
                  <a:pt x="10726166" y="1625600"/>
                </a:lnTo>
                <a:lnTo>
                  <a:pt x="10735221" y="1612900"/>
                </a:lnTo>
                <a:lnTo>
                  <a:pt x="10753623" y="1612900"/>
                </a:lnTo>
                <a:lnTo>
                  <a:pt x="10744911" y="1625600"/>
                </a:lnTo>
                <a:lnTo>
                  <a:pt x="10735665" y="1638300"/>
                </a:lnTo>
                <a:lnTo>
                  <a:pt x="10725924" y="1651000"/>
                </a:lnTo>
                <a:lnTo>
                  <a:pt x="10715701" y="1663700"/>
                </a:lnTo>
                <a:close/>
              </a:path>
              <a:path w="10812145" h="1739900">
                <a:moveTo>
                  <a:pt x="136842" y="1676400"/>
                </a:moveTo>
                <a:lnTo>
                  <a:pt x="118097" y="1676400"/>
                </a:lnTo>
                <a:lnTo>
                  <a:pt x="107010" y="1663700"/>
                </a:lnTo>
                <a:lnTo>
                  <a:pt x="131140" y="1663700"/>
                </a:lnTo>
                <a:lnTo>
                  <a:pt x="136842" y="1676400"/>
                </a:lnTo>
                <a:close/>
              </a:path>
              <a:path w="10812145" h="1739900">
                <a:moveTo>
                  <a:pt x="10693933" y="1676400"/>
                </a:moveTo>
                <a:lnTo>
                  <a:pt x="10675188" y="1676400"/>
                </a:lnTo>
                <a:lnTo>
                  <a:pt x="10680890" y="1663700"/>
                </a:lnTo>
                <a:lnTo>
                  <a:pt x="10705020" y="1663700"/>
                </a:lnTo>
                <a:lnTo>
                  <a:pt x="10693933" y="1676400"/>
                </a:lnTo>
                <a:close/>
              </a:path>
              <a:path w="10812145" h="1739900">
                <a:moveTo>
                  <a:pt x="154127" y="1689100"/>
                </a:moveTo>
                <a:lnTo>
                  <a:pt x="129667" y="1689100"/>
                </a:lnTo>
                <a:lnTo>
                  <a:pt x="123850" y="1676400"/>
                </a:lnTo>
                <a:lnTo>
                  <a:pt x="148145" y="1676400"/>
                </a:lnTo>
                <a:lnTo>
                  <a:pt x="154127" y="1689100"/>
                </a:lnTo>
                <a:close/>
              </a:path>
              <a:path w="10812145" h="1739900">
                <a:moveTo>
                  <a:pt x="10682363" y="1689100"/>
                </a:moveTo>
                <a:lnTo>
                  <a:pt x="10657916" y="1689100"/>
                </a:lnTo>
                <a:lnTo>
                  <a:pt x="10663897" y="1676400"/>
                </a:lnTo>
                <a:lnTo>
                  <a:pt x="10688180" y="1676400"/>
                </a:lnTo>
                <a:lnTo>
                  <a:pt x="10682363" y="1689100"/>
                </a:lnTo>
                <a:close/>
              </a:path>
              <a:path w="10812145" h="1739900">
                <a:moveTo>
                  <a:pt x="178409" y="1701800"/>
                </a:moveTo>
                <a:lnTo>
                  <a:pt x="153936" y="1701800"/>
                </a:lnTo>
                <a:lnTo>
                  <a:pt x="147726" y="1689100"/>
                </a:lnTo>
                <a:lnTo>
                  <a:pt x="172072" y="1689100"/>
                </a:lnTo>
                <a:lnTo>
                  <a:pt x="178409" y="1701800"/>
                </a:lnTo>
                <a:close/>
              </a:path>
              <a:path w="10812145" h="1739900">
                <a:moveTo>
                  <a:pt x="10658094" y="1701800"/>
                </a:moveTo>
                <a:lnTo>
                  <a:pt x="10633621" y="1701800"/>
                </a:lnTo>
                <a:lnTo>
                  <a:pt x="10639958" y="1689100"/>
                </a:lnTo>
                <a:lnTo>
                  <a:pt x="10664304" y="1689100"/>
                </a:lnTo>
                <a:lnTo>
                  <a:pt x="10658094" y="1701800"/>
                </a:lnTo>
                <a:close/>
              </a:path>
              <a:path w="10812145" h="1739900">
                <a:moveTo>
                  <a:pt x="210566" y="1714500"/>
                </a:moveTo>
                <a:lnTo>
                  <a:pt x="173101" y="1714500"/>
                </a:lnTo>
                <a:lnTo>
                  <a:pt x="166623" y="1701800"/>
                </a:lnTo>
                <a:lnTo>
                  <a:pt x="203835" y="1701800"/>
                </a:lnTo>
                <a:lnTo>
                  <a:pt x="210566" y="1714500"/>
                </a:lnTo>
                <a:close/>
              </a:path>
              <a:path w="10812145" h="1739900">
                <a:moveTo>
                  <a:pt x="10638929" y="1714500"/>
                </a:moveTo>
                <a:lnTo>
                  <a:pt x="10601477" y="1714500"/>
                </a:lnTo>
                <a:lnTo>
                  <a:pt x="10608195" y="1701800"/>
                </a:lnTo>
                <a:lnTo>
                  <a:pt x="10645406" y="1701800"/>
                </a:lnTo>
                <a:lnTo>
                  <a:pt x="10638929" y="1714500"/>
                </a:lnTo>
                <a:close/>
              </a:path>
              <a:path w="10812145" h="1739900">
                <a:moveTo>
                  <a:pt x="279819" y="1727200"/>
                </a:moveTo>
                <a:lnTo>
                  <a:pt x="206717" y="1727200"/>
                </a:lnTo>
                <a:lnTo>
                  <a:pt x="199834" y="1714500"/>
                </a:lnTo>
                <a:lnTo>
                  <a:pt x="272478" y="1714500"/>
                </a:lnTo>
                <a:lnTo>
                  <a:pt x="279819" y="1727200"/>
                </a:lnTo>
                <a:close/>
              </a:path>
              <a:path w="10812145" h="1739900">
                <a:moveTo>
                  <a:pt x="10605325" y="1727200"/>
                </a:moveTo>
                <a:lnTo>
                  <a:pt x="10532211" y="1727200"/>
                </a:lnTo>
                <a:lnTo>
                  <a:pt x="10539552" y="1714500"/>
                </a:lnTo>
                <a:lnTo>
                  <a:pt x="10612196" y="1714500"/>
                </a:lnTo>
                <a:lnTo>
                  <a:pt x="10605325" y="1727200"/>
                </a:lnTo>
                <a:close/>
              </a:path>
              <a:path w="10812145" h="1739900">
                <a:moveTo>
                  <a:pt x="10532935" y="1739900"/>
                </a:moveTo>
                <a:lnTo>
                  <a:pt x="279095" y="1739900"/>
                </a:lnTo>
                <a:lnTo>
                  <a:pt x="271602" y="1727200"/>
                </a:lnTo>
                <a:lnTo>
                  <a:pt x="10540441" y="1727200"/>
                </a:lnTo>
                <a:lnTo>
                  <a:pt x="10532935" y="17399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38200" y="4820411"/>
            <a:ext cx="10513060" cy="1643380"/>
          </a:xfrm>
          <a:custGeom>
            <a:avLst/>
            <a:gdLst/>
            <a:ahLst/>
            <a:cxnLst/>
            <a:rect l="l" t="t" r="r" b="b"/>
            <a:pathLst>
              <a:path w="10513060" h="1643379">
                <a:moveTo>
                  <a:pt x="10238232" y="1642872"/>
                </a:moveTo>
                <a:lnTo>
                  <a:pt x="272796" y="1642872"/>
                </a:lnTo>
                <a:lnTo>
                  <a:pt x="223676" y="1638386"/>
                </a:lnTo>
                <a:lnTo>
                  <a:pt x="177438" y="1625609"/>
                </a:lnTo>
                <a:lnTo>
                  <a:pt x="134862" y="1605311"/>
                </a:lnTo>
                <a:lnTo>
                  <a:pt x="96729" y="1578257"/>
                </a:lnTo>
                <a:lnTo>
                  <a:pt x="63817" y="1545217"/>
                </a:lnTo>
                <a:lnTo>
                  <a:pt x="36909" y="1506959"/>
                </a:lnTo>
                <a:lnTo>
                  <a:pt x="16783" y="1464250"/>
                </a:lnTo>
                <a:lnTo>
                  <a:pt x="4219" y="1417858"/>
                </a:lnTo>
                <a:lnTo>
                  <a:pt x="0" y="1368552"/>
                </a:lnTo>
                <a:lnTo>
                  <a:pt x="0" y="274320"/>
                </a:lnTo>
                <a:lnTo>
                  <a:pt x="4219" y="225085"/>
                </a:lnTo>
                <a:lnTo>
                  <a:pt x="16783" y="178748"/>
                </a:lnTo>
                <a:lnTo>
                  <a:pt x="36909" y="136076"/>
                </a:lnTo>
                <a:lnTo>
                  <a:pt x="63817" y="97837"/>
                </a:lnTo>
                <a:lnTo>
                  <a:pt x="96729" y="64798"/>
                </a:lnTo>
                <a:lnTo>
                  <a:pt x="134862" y="37727"/>
                </a:lnTo>
                <a:lnTo>
                  <a:pt x="177438" y="17392"/>
                </a:lnTo>
                <a:lnTo>
                  <a:pt x="223676" y="4560"/>
                </a:lnTo>
                <a:lnTo>
                  <a:pt x="272796" y="0"/>
                </a:lnTo>
                <a:lnTo>
                  <a:pt x="10238232" y="0"/>
                </a:lnTo>
                <a:lnTo>
                  <a:pt x="10287579" y="4560"/>
                </a:lnTo>
                <a:lnTo>
                  <a:pt x="10334001" y="17392"/>
                </a:lnTo>
                <a:lnTo>
                  <a:pt x="10376729" y="37727"/>
                </a:lnTo>
                <a:lnTo>
                  <a:pt x="10414997" y="64798"/>
                </a:lnTo>
                <a:lnTo>
                  <a:pt x="10448036" y="97837"/>
                </a:lnTo>
                <a:lnTo>
                  <a:pt x="10475078" y="136076"/>
                </a:lnTo>
                <a:lnTo>
                  <a:pt x="10495357" y="178748"/>
                </a:lnTo>
                <a:lnTo>
                  <a:pt x="10508104" y="225085"/>
                </a:lnTo>
                <a:lnTo>
                  <a:pt x="10512552" y="274320"/>
                </a:lnTo>
                <a:lnTo>
                  <a:pt x="10512552" y="1368552"/>
                </a:lnTo>
                <a:lnTo>
                  <a:pt x="10508104" y="1417858"/>
                </a:lnTo>
                <a:lnTo>
                  <a:pt x="10495357" y="1464250"/>
                </a:lnTo>
                <a:lnTo>
                  <a:pt x="10475078" y="1506959"/>
                </a:lnTo>
                <a:lnTo>
                  <a:pt x="10448036" y="1545217"/>
                </a:lnTo>
                <a:lnTo>
                  <a:pt x="10414997" y="1578257"/>
                </a:lnTo>
                <a:lnTo>
                  <a:pt x="10376729" y="1605311"/>
                </a:lnTo>
                <a:lnTo>
                  <a:pt x="10334001" y="1625609"/>
                </a:lnTo>
                <a:lnTo>
                  <a:pt x="10287579" y="1638386"/>
                </a:lnTo>
                <a:lnTo>
                  <a:pt x="10238232" y="1642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0183" y="4759452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2" y="379475"/>
                </a:moveTo>
                <a:lnTo>
                  <a:pt x="62484" y="379475"/>
                </a:lnTo>
                <a:lnTo>
                  <a:pt x="38149" y="374212"/>
                </a:lnTo>
                <a:lnTo>
                  <a:pt x="18226" y="360487"/>
                </a:lnTo>
                <a:lnTo>
                  <a:pt x="4810" y="340255"/>
                </a:lnTo>
                <a:lnTo>
                  <a:pt x="0" y="315468"/>
                </a:lnTo>
                <a:lnTo>
                  <a:pt x="0" y="62484"/>
                </a:lnTo>
                <a:lnTo>
                  <a:pt x="4810" y="38220"/>
                </a:lnTo>
                <a:lnTo>
                  <a:pt x="18226" y="18321"/>
                </a:lnTo>
                <a:lnTo>
                  <a:pt x="38149" y="4882"/>
                </a:lnTo>
                <a:lnTo>
                  <a:pt x="62484" y="0"/>
                </a:lnTo>
                <a:lnTo>
                  <a:pt x="667512" y="0"/>
                </a:lnTo>
                <a:lnTo>
                  <a:pt x="692441" y="4882"/>
                </a:lnTo>
                <a:lnTo>
                  <a:pt x="712722" y="18321"/>
                </a:lnTo>
                <a:lnTo>
                  <a:pt x="726399" y="38220"/>
                </a:lnTo>
                <a:lnTo>
                  <a:pt x="731519" y="62484"/>
                </a:lnTo>
                <a:lnTo>
                  <a:pt x="731519" y="315468"/>
                </a:lnTo>
                <a:lnTo>
                  <a:pt x="726399" y="340255"/>
                </a:lnTo>
                <a:lnTo>
                  <a:pt x="712722" y="360487"/>
                </a:lnTo>
                <a:lnTo>
                  <a:pt x="692441" y="374212"/>
                </a:lnTo>
                <a:lnTo>
                  <a:pt x="667512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33843" y="2872867"/>
            <a:ext cx="10185400" cy="3293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7170" marR="5080">
              <a:lnSpc>
                <a:spcPct val="150000"/>
              </a:lnSpc>
              <a:spcBef>
                <a:spcPts val="95"/>
              </a:spcBef>
            </a:pPr>
            <a:r>
              <a:rPr dirty="0" sz="2000" b="1">
                <a:latin typeface="宋体"/>
                <a:cs typeface="宋体"/>
              </a:rPr>
              <a:t>字典(dict，全称</a:t>
            </a:r>
            <a:r>
              <a:rPr dirty="0" sz="2000" spc="-5" b="1">
                <a:latin typeface="宋体"/>
                <a:cs typeface="宋体"/>
              </a:rPr>
              <a:t>dictionary)：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标识，使用</a:t>
            </a:r>
            <a:r>
              <a:rPr dirty="0" sz="2000" b="1">
                <a:latin typeface="宋体"/>
                <a:cs typeface="宋体"/>
              </a:rPr>
              <a:t>键</a:t>
            </a:r>
            <a:r>
              <a:rPr dirty="0" sz="2000" spc="-5" b="1">
                <a:latin typeface="宋体"/>
                <a:cs typeface="宋体"/>
              </a:rPr>
              <a:t>-</a:t>
            </a:r>
            <a:r>
              <a:rPr dirty="0" sz="2000" b="1">
                <a:latin typeface="宋体"/>
                <a:cs typeface="宋体"/>
              </a:rPr>
              <a:t>值</a:t>
            </a:r>
            <a:r>
              <a:rPr dirty="0" sz="2000" spc="-5" b="1">
                <a:latin typeface="宋体"/>
                <a:cs typeface="宋体"/>
              </a:rPr>
              <a:t>(key-value)</a:t>
            </a:r>
            <a:r>
              <a:rPr dirty="0" sz="2000">
                <a:latin typeface="宋体"/>
                <a:cs typeface="宋体"/>
              </a:rPr>
              <a:t>存储，相当于保存两</a:t>
            </a:r>
            <a:r>
              <a:rPr dirty="0" sz="2000" spc="5">
                <a:latin typeface="宋体"/>
                <a:cs typeface="宋体"/>
              </a:rPr>
              <a:t>组 </a:t>
            </a:r>
            <a:r>
              <a:rPr dirty="0" sz="2000">
                <a:latin typeface="宋体"/>
                <a:cs typeface="宋体"/>
              </a:rPr>
              <a:t>数据，其中一组数据是</a:t>
            </a:r>
            <a:r>
              <a:rPr dirty="0" sz="2000" b="1">
                <a:latin typeface="宋体"/>
                <a:cs typeface="宋体"/>
              </a:rPr>
              <a:t>关键数据</a:t>
            </a:r>
            <a:r>
              <a:rPr dirty="0" sz="2000">
                <a:latin typeface="宋体"/>
                <a:cs typeface="宋体"/>
              </a:rPr>
              <a:t>，被称</a:t>
            </a:r>
            <a:r>
              <a:rPr dirty="0" sz="2000" spc="5">
                <a:latin typeface="宋体"/>
                <a:cs typeface="宋体"/>
              </a:rPr>
              <a:t>为</a:t>
            </a:r>
            <a:r>
              <a:rPr dirty="0" sz="2000" spc="-10">
                <a:latin typeface="宋体"/>
                <a:cs typeface="宋体"/>
              </a:rPr>
              <a:t> </a:t>
            </a:r>
            <a:r>
              <a:rPr dirty="0" sz="2000" spc="-5" b="1">
                <a:latin typeface="宋体"/>
                <a:cs typeface="宋体"/>
              </a:rPr>
              <a:t>key</a:t>
            </a:r>
            <a:r>
              <a:rPr dirty="0" sz="2000" spc="-5">
                <a:latin typeface="宋体"/>
                <a:cs typeface="宋体"/>
              </a:rPr>
              <a:t>；</a:t>
            </a:r>
            <a:r>
              <a:rPr dirty="0" sz="2000">
                <a:latin typeface="宋体"/>
                <a:cs typeface="宋体"/>
              </a:rPr>
              <a:t>另一组数据可通</a:t>
            </a:r>
            <a:r>
              <a:rPr dirty="0" sz="2000" spc="5">
                <a:latin typeface="宋体"/>
                <a:cs typeface="宋体"/>
              </a:rPr>
              <a:t>过</a:t>
            </a:r>
            <a:r>
              <a:rPr dirty="0" sz="2000" spc="-20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key</a:t>
            </a:r>
            <a:r>
              <a:rPr dirty="0" sz="2000" spc="-2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来访问，被称</a:t>
            </a:r>
            <a:r>
              <a:rPr dirty="0" sz="2000" spc="5">
                <a:latin typeface="宋体"/>
                <a:cs typeface="宋体"/>
              </a:rPr>
              <a:t>为 </a:t>
            </a:r>
            <a:r>
              <a:rPr dirty="0" sz="2000" spc="-5" b="1">
                <a:latin typeface="宋体"/>
                <a:cs typeface="宋体"/>
              </a:rPr>
              <a:t>value</a:t>
            </a:r>
            <a:r>
              <a:rPr dirty="0" sz="2000">
                <a:latin typeface="宋体"/>
                <a:cs typeface="宋体"/>
              </a:rPr>
              <a:t>。</a:t>
            </a:r>
            <a:r>
              <a:rPr dirty="0" sz="2000" spc="-5">
                <a:latin typeface="宋体"/>
                <a:cs typeface="宋体"/>
              </a:rPr>
              <a:t>key</a:t>
            </a:r>
            <a:r>
              <a:rPr dirty="0" sz="2000">
                <a:latin typeface="宋体"/>
                <a:cs typeface="宋体"/>
              </a:rPr>
              <a:t>和</a:t>
            </a:r>
            <a:r>
              <a:rPr dirty="0" sz="2000" spc="-5">
                <a:latin typeface="宋体"/>
                <a:cs typeface="宋体"/>
              </a:rPr>
              <a:t>value</a:t>
            </a:r>
            <a:r>
              <a:rPr dirty="0" sz="2000">
                <a:latin typeface="宋体"/>
                <a:cs typeface="宋体"/>
              </a:rPr>
              <a:t>之间是一一对应的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marL="463550">
              <a:lnSpc>
                <a:spcPct val="100000"/>
              </a:lnSpc>
              <a:spcBef>
                <a:spcPts val="825"/>
              </a:spcBef>
            </a:pPr>
            <a:r>
              <a:rPr dirty="0" sz="1600" b="1">
                <a:latin typeface="宋体"/>
                <a:cs typeface="宋体"/>
              </a:rPr>
              <a:t>字典与列表的区别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749300" indent="-2863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749300" algn="l"/>
                <a:tab pos="749935" algn="l"/>
              </a:tabLst>
            </a:pPr>
            <a:r>
              <a:rPr dirty="0" sz="1600">
                <a:latin typeface="宋体"/>
                <a:cs typeface="宋体"/>
              </a:rPr>
              <a:t>列表是</a:t>
            </a:r>
            <a:r>
              <a:rPr dirty="0" sz="1600" b="1">
                <a:latin typeface="宋体"/>
                <a:cs typeface="宋体"/>
              </a:rPr>
              <a:t>有序</a:t>
            </a:r>
            <a:r>
              <a:rPr dirty="0" sz="1600">
                <a:latin typeface="宋体"/>
                <a:cs typeface="宋体"/>
              </a:rPr>
              <a:t>集合，列表的元素通过</a:t>
            </a:r>
            <a:r>
              <a:rPr dirty="0" sz="1600" b="1">
                <a:latin typeface="宋体"/>
                <a:cs typeface="宋体"/>
              </a:rPr>
              <a:t>索引号</a:t>
            </a:r>
            <a:r>
              <a:rPr dirty="0" sz="1600">
                <a:latin typeface="宋体"/>
                <a:cs typeface="宋体"/>
              </a:rPr>
              <a:t>来存取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749300" indent="-2863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749300" algn="l"/>
                <a:tab pos="749935" algn="l"/>
              </a:tabLst>
            </a:pPr>
            <a:r>
              <a:rPr dirty="0" sz="1600">
                <a:latin typeface="宋体"/>
                <a:cs typeface="宋体"/>
              </a:rPr>
              <a:t>字典是</a:t>
            </a:r>
            <a:r>
              <a:rPr dirty="0" sz="1600" b="1">
                <a:latin typeface="宋体"/>
                <a:cs typeface="宋体"/>
              </a:rPr>
              <a:t>无序</a:t>
            </a:r>
            <a:r>
              <a:rPr dirty="0" sz="1600">
                <a:latin typeface="宋体"/>
                <a:cs typeface="宋体"/>
              </a:rPr>
              <a:t>集合，字典中的元素通过</a:t>
            </a:r>
            <a:r>
              <a:rPr dirty="0" sz="1600" b="1">
                <a:latin typeface="宋体"/>
                <a:cs typeface="宋体"/>
              </a:rPr>
              <a:t>key</a:t>
            </a:r>
            <a:r>
              <a:rPr dirty="0" sz="1600">
                <a:latin typeface="宋体"/>
                <a:cs typeface="宋体"/>
              </a:rPr>
              <a:t>来存取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字典创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57300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4"/>
                </a:moveTo>
                <a:lnTo>
                  <a:pt x="124968" y="755904"/>
                </a:lnTo>
                <a:lnTo>
                  <a:pt x="76234" y="746432"/>
                </a:lnTo>
                <a:lnTo>
                  <a:pt x="36395" y="719680"/>
                </a:lnTo>
                <a:lnTo>
                  <a:pt x="9600" y="679798"/>
                </a:lnTo>
                <a:lnTo>
                  <a:pt x="0" y="630936"/>
                </a:lnTo>
                <a:lnTo>
                  <a:pt x="0" y="126491"/>
                </a:lnTo>
                <a:lnTo>
                  <a:pt x="9600" y="77520"/>
                </a:lnTo>
                <a:lnTo>
                  <a:pt x="36395" y="37442"/>
                </a:lnTo>
                <a:lnTo>
                  <a:pt x="76234" y="10266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266"/>
                </a:lnTo>
                <a:lnTo>
                  <a:pt x="10762668" y="37442"/>
                </a:lnTo>
                <a:lnTo>
                  <a:pt x="10789463" y="77520"/>
                </a:lnTo>
                <a:lnTo>
                  <a:pt x="10799064" y="126491"/>
                </a:lnTo>
                <a:lnTo>
                  <a:pt x="10799064" y="630936"/>
                </a:lnTo>
                <a:lnTo>
                  <a:pt x="10789463" y="679798"/>
                </a:lnTo>
                <a:lnTo>
                  <a:pt x="10762668" y="719680"/>
                </a:lnTo>
                <a:lnTo>
                  <a:pt x="10722829" y="746432"/>
                </a:lnTo>
                <a:lnTo>
                  <a:pt x="10674096" y="75590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6468" y="2322576"/>
            <a:ext cx="7952740" cy="2275840"/>
          </a:xfrm>
          <a:custGeom>
            <a:avLst/>
            <a:gdLst/>
            <a:ahLst/>
            <a:cxnLst/>
            <a:rect l="l" t="t" r="r" b="b"/>
            <a:pathLst>
              <a:path w="7952740" h="2275840">
                <a:moveTo>
                  <a:pt x="7574280" y="2275332"/>
                </a:moveTo>
                <a:lnTo>
                  <a:pt x="379475" y="2275332"/>
                </a:lnTo>
                <a:lnTo>
                  <a:pt x="331752" y="2272403"/>
                </a:lnTo>
                <a:lnTo>
                  <a:pt x="285816" y="2263796"/>
                </a:lnTo>
                <a:lnTo>
                  <a:pt x="242022" y="2249865"/>
                </a:lnTo>
                <a:lnTo>
                  <a:pt x="200725" y="2230965"/>
                </a:lnTo>
                <a:lnTo>
                  <a:pt x="162280" y="2207452"/>
                </a:lnTo>
                <a:lnTo>
                  <a:pt x="127042" y="2179680"/>
                </a:lnTo>
                <a:lnTo>
                  <a:pt x="95367" y="2148005"/>
                </a:lnTo>
                <a:lnTo>
                  <a:pt x="67608" y="2112780"/>
                </a:lnTo>
                <a:lnTo>
                  <a:pt x="44122" y="2074362"/>
                </a:lnTo>
                <a:lnTo>
                  <a:pt x="25263" y="2033106"/>
                </a:lnTo>
                <a:lnTo>
                  <a:pt x="11386" y="1989366"/>
                </a:lnTo>
                <a:lnTo>
                  <a:pt x="2847" y="1943498"/>
                </a:lnTo>
                <a:lnTo>
                  <a:pt x="0" y="1895856"/>
                </a:lnTo>
                <a:lnTo>
                  <a:pt x="0" y="379475"/>
                </a:lnTo>
                <a:lnTo>
                  <a:pt x="2847" y="331779"/>
                </a:lnTo>
                <a:lnTo>
                  <a:pt x="11386" y="285866"/>
                </a:lnTo>
                <a:lnTo>
                  <a:pt x="25263" y="242090"/>
                </a:lnTo>
                <a:lnTo>
                  <a:pt x="44122" y="200806"/>
                </a:lnTo>
                <a:lnTo>
                  <a:pt x="67608" y="162370"/>
                </a:lnTo>
                <a:lnTo>
                  <a:pt x="95367" y="127137"/>
                </a:lnTo>
                <a:lnTo>
                  <a:pt x="127042" y="95461"/>
                </a:lnTo>
                <a:lnTo>
                  <a:pt x="162280" y="67699"/>
                </a:lnTo>
                <a:lnTo>
                  <a:pt x="200725" y="44203"/>
                </a:lnTo>
                <a:lnTo>
                  <a:pt x="242022" y="25331"/>
                </a:lnTo>
                <a:lnTo>
                  <a:pt x="285816" y="11436"/>
                </a:lnTo>
                <a:lnTo>
                  <a:pt x="331752" y="2874"/>
                </a:lnTo>
                <a:lnTo>
                  <a:pt x="379475" y="0"/>
                </a:lnTo>
                <a:lnTo>
                  <a:pt x="7574280" y="0"/>
                </a:lnTo>
                <a:lnTo>
                  <a:pt x="7621704" y="2874"/>
                </a:lnTo>
                <a:lnTo>
                  <a:pt x="7667388" y="11436"/>
                </a:lnTo>
                <a:lnTo>
                  <a:pt x="7710970" y="25331"/>
                </a:lnTo>
                <a:lnTo>
                  <a:pt x="7752093" y="44203"/>
                </a:lnTo>
                <a:lnTo>
                  <a:pt x="7790396" y="67699"/>
                </a:lnTo>
                <a:lnTo>
                  <a:pt x="7825521" y="95461"/>
                </a:lnTo>
                <a:lnTo>
                  <a:pt x="7857109" y="127137"/>
                </a:lnTo>
                <a:lnTo>
                  <a:pt x="7884800" y="162370"/>
                </a:lnTo>
                <a:lnTo>
                  <a:pt x="7908234" y="200806"/>
                </a:lnTo>
                <a:lnTo>
                  <a:pt x="7927054" y="242090"/>
                </a:lnTo>
                <a:lnTo>
                  <a:pt x="7940900" y="285866"/>
                </a:lnTo>
                <a:lnTo>
                  <a:pt x="7949412" y="331779"/>
                </a:lnTo>
                <a:lnTo>
                  <a:pt x="7952232" y="379475"/>
                </a:lnTo>
                <a:lnTo>
                  <a:pt x="7952232" y="1895856"/>
                </a:lnTo>
                <a:lnTo>
                  <a:pt x="7949412" y="1943498"/>
                </a:lnTo>
                <a:lnTo>
                  <a:pt x="7940900" y="1989366"/>
                </a:lnTo>
                <a:lnTo>
                  <a:pt x="7927054" y="2033106"/>
                </a:lnTo>
                <a:lnTo>
                  <a:pt x="7908234" y="2074362"/>
                </a:lnTo>
                <a:lnTo>
                  <a:pt x="7884800" y="2112780"/>
                </a:lnTo>
                <a:lnTo>
                  <a:pt x="7857109" y="2148005"/>
                </a:lnTo>
                <a:lnTo>
                  <a:pt x="7825521" y="2179680"/>
                </a:lnTo>
                <a:lnTo>
                  <a:pt x="7790396" y="2207452"/>
                </a:lnTo>
                <a:lnTo>
                  <a:pt x="7752093" y="2230965"/>
                </a:lnTo>
                <a:lnTo>
                  <a:pt x="7710970" y="2249865"/>
                </a:lnTo>
                <a:lnTo>
                  <a:pt x="7667388" y="2263796"/>
                </a:lnTo>
                <a:lnTo>
                  <a:pt x="7621704" y="2272403"/>
                </a:lnTo>
                <a:lnTo>
                  <a:pt x="7574280" y="227533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8451" y="2260092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7511" y="379475"/>
                </a:moveTo>
                <a:lnTo>
                  <a:pt x="62484" y="379475"/>
                </a:lnTo>
                <a:lnTo>
                  <a:pt x="38220" y="374593"/>
                </a:lnTo>
                <a:lnTo>
                  <a:pt x="18321" y="361154"/>
                </a:lnTo>
                <a:lnTo>
                  <a:pt x="4882" y="341255"/>
                </a:lnTo>
                <a:lnTo>
                  <a:pt x="0" y="316991"/>
                </a:lnTo>
                <a:lnTo>
                  <a:pt x="0" y="64007"/>
                </a:lnTo>
                <a:lnTo>
                  <a:pt x="4882" y="39220"/>
                </a:lnTo>
                <a:lnTo>
                  <a:pt x="18321" y="18988"/>
                </a:lnTo>
                <a:lnTo>
                  <a:pt x="38220" y="5263"/>
                </a:lnTo>
                <a:lnTo>
                  <a:pt x="62484" y="0"/>
                </a:lnTo>
                <a:lnTo>
                  <a:pt x="667511" y="0"/>
                </a:lnTo>
                <a:lnTo>
                  <a:pt x="692513" y="5263"/>
                </a:lnTo>
                <a:lnTo>
                  <a:pt x="712817" y="18988"/>
                </a:lnTo>
                <a:lnTo>
                  <a:pt x="726471" y="39220"/>
                </a:lnTo>
                <a:lnTo>
                  <a:pt x="731520" y="64007"/>
                </a:lnTo>
                <a:lnTo>
                  <a:pt x="731520" y="316991"/>
                </a:lnTo>
                <a:lnTo>
                  <a:pt x="726471" y="341255"/>
                </a:lnTo>
                <a:lnTo>
                  <a:pt x="712817" y="361154"/>
                </a:lnTo>
                <a:lnTo>
                  <a:pt x="692513" y="374593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2238" y="1511147"/>
            <a:ext cx="6994525" cy="2882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244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字典的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key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value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间用冒号隔开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885190">
              <a:lnSpc>
                <a:spcPct val="100000"/>
              </a:lnSpc>
              <a:spcBef>
                <a:spcPts val="780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创建字</a:t>
            </a:r>
            <a:r>
              <a:rPr dirty="0" sz="1600" spc="-5">
                <a:latin typeface="宋体"/>
                <a:cs typeface="宋体"/>
              </a:rPr>
              <a:t>典</a:t>
            </a:r>
            <a:endParaRPr sz="1600">
              <a:latin typeface="宋体"/>
              <a:cs typeface="宋体"/>
            </a:endParaRPr>
          </a:p>
          <a:p>
            <a:pPr marL="88519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dict1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 {'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':12000,'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':15000,'</a:t>
            </a:r>
            <a:r>
              <a:rPr dirty="0" sz="1600">
                <a:latin typeface="宋体"/>
                <a:cs typeface="宋体"/>
              </a:rPr>
              <a:t>财务费用</a:t>
            </a:r>
            <a:r>
              <a:rPr dirty="0" sz="1600" spc="-5">
                <a:latin typeface="宋体"/>
                <a:cs typeface="宋体"/>
              </a:rPr>
              <a:t>':12000}  dict2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 {'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':12000,'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':15000,'</a:t>
            </a:r>
            <a:r>
              <a:rPr dirty="0" sz="1600">
                <a:latin typeface="宋体"/>
                <a:cs typeface="宋体"/>
              </a:rPr>
              <a:t>财务费用</a:t>
            </a:r>
            <a:r>
              <a:rPr dirty="0" sz="1600" spc="-5">
                <a:latin typeface="宋体"/>
                <a:cs typeface="宋体"/>
              </a:rPr>
              <a:t>':12000}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885190" marR="61468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字典的键是唯一的，但值可以不唯一，如果重复，后者覆</a:t>
            </a:r>
            <a:r>
              <a:rPr dirty="0" sz="1600" spc="-5">
                <a:latin typeface="宋体"/>
                <a:cs typeface="宋体"/>
              </a:rPr>
              <a:t>盖 print(dict1)</a:t>
            </a:r>
            <a:endParaRPr sz="1600">
              <a:latin typeface="宋体"/>
              <a:cs typeface="宋体"/>
            </a:endParaRPr>
          </a:p>
          <a:p>
            <a:pPr marL="88519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print(dict2)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9211" y="4849367"/>
            <a:ext cx="8107680" cy="1594485"/>
          </a:xfrm>
          <a:custGeom>
            <a:avLst/>
            <a:gdLst/>
            <a:ahLst/>
            <a:cxnLst/>
            <a:rect l="l" t="t" r="r" b="b"/>
            <a:pathLst>
              <a:path w="8107680" h="1594485">
                <a:moveTo>
                  <a:pt x="7840980" y="1594104"/>
                </a:moveTo>
                <a:lnTo>
                  <a:pt x="265175" y="1594104"/>
                </a:lnTo>
                <a:lnTo>
                  <a:pt x="217340" y="1589787"/>
                </a:lnTo>
                <a:lnTo>
                  <a:pt x="172337" y="1577423"/>
                </a:lnTo>
                <a:lnTo>
                  <a:pt x="130922" y="1557767"/>
                </a:lnTo>
                <a:lnTo>
                  <a:pt x="93849" y="1531574"/>
                </a:lnTo>
                <a:lnTo>
                  <a:pt x="61871" y="1499596"/>
                </a:lnTo>
                <a:lnTo>
                  <a:pt x="35743" y="1462588"/>
                </a:lnTo>
                <a:lnTo>
                  <a:pt x="16219" y="1421305"/>
                </a:lnTo>
                <a:lnTo>
                  <a:pt x="4053" y="1376500"/>
                </a:lnTo>
                <a:lnTo>
                  <a:pt x="0" y="1328928"/>
                </a:lnTo>
                <a:lnTo>
                  <a:pt x="0" y="265176"/>
                </a:lnTo>
                <a:lnTo>
                  <a:pt x="4053" y="217603"/>
                </a:lnTo>
                <a:lnTo>
                  <a:pt x="16219" y="172798"/>
                </a:lnTo>
                <a:lnTo>
                  <a:pt x="35743" y="131515"/>
                </a:lnTo>
                <a:lnTo>
                  <a:pt x="61871" y="94507"/>
                </a:lnTo>
                <a:lnTo>
                  <a:pt x="93849" y="62529"/>
                </a:lnTo>
                <a:lnTo>
                  <a:pt x="130922" y="36336"/>
                </a:lnTo>
                <a:lnTo>
                  <a:pt x="172337" y="16680"/>
                </a:lnTo>
                <a:lnTo>
                  <a:pt x="217340" y="4316"/>
                </a:lnTo>
                <a:lnTo>
                  <a:pt x="265175" y="0"/>
                </a:lnTo>
                <a:lnTo>
                  <a:pt x="7840980" y="0"/>
                </a:lnTo>
                <a:lnTo>
                  <a:pt x="7888926" y="4316"/>
                </a:lnTo>
                <a:lnTo>
                  <a:pt x="7934025" y="16680"/>
                </a:lnTo>
                <a:lnTo>
                  <a:pt x="7975535" y="36336"/>
                </a:lnTo>
                <a:lnTo>
                  <a:pt x="8012713" y="62529"/>
                </a:lnTo>
                <a:lnTo>
                  <a:pt x="8044818" y="94507"/>
                </a:lnTo>
                <a:lnTo>
                  <a:pt x="8071109" y="131515"/>
                </a:lnTo>
                <a:lnTo>
                  <a:pt x="8090844" y="172798"/>
                </a:lnTo>
                <a:lnTo>
                  <a:pt x="8103281" y="217603"/>
                </a:lnTo>
                <a:lnTo>
                  <a:pt x="8107680" y="265176"/>
                </a:lnTo>
                <a:lnTo>
                  <a:pt x="8107680" y="1328928"/>
                </a:lnTo>
                <a:lnTo>
                  <a:pt x="8103281" y="1376500"/>
                </a:lnTo>
                <a:lnTo>
                  <a:pt x="8090844" y="1421305"/>
                </a:lnTo>
                <a:lnTo>
                  <a:pt x="8071109" y="1462588"/>
                </a:lnTo>
                <a:lnTo>
                  <a:pt x="8044818" y="1499596"/>
                </a:lnTo>
                <a:lnTo>
                  <a:pt x="8012713" y="1531574"/>
                </a:lnTo>
                <a:lnTo>
                  <a:pt x="7975535" y="1557767"/>
                </a:lnTo>
                <a:lnTo>
                  <a:pt x="7934025" y="1577423"/>
                </a:lnTo>
                <a:lnTo>
                  <a:pt x="7888926" y="1589787"/>
                </a:lnTo>
                <a:lnTo>
                  <a:pt x="7840980" y="15941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66908" y="5211990"/>
          <a:ext cx="5854700" cy="93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2150"/>
                <a:gridCol w="711200"/>
                <a:gridCol w="1911350"/>
              </a:tblGrid>
              <a:tr h="284162">
                <a:tc>
                  <a:txBody>
                    <a:bodyPr/>
                    <a:lstStyle/>
                    <a:p>
                      <a:pPr marL="31750">
                        <a:lnSpc>
                          <a:spcPts val="1689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输出结果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57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{'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销售费用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':</a:t>
                      </a:r>
                      <a:r>
                        <a:rPr dirty="0" sz="16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12000,</a:t>
                      </a:r>
                      <a:r>
                        <a:rPr dirty="0" sz="16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管理费用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':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15000,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财务费用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':</a:t>
                      </a:r>
                      <a:r>
                        <a:rPr dirty="0" sz="1600" spc="-6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12000}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solidFill>
                      <a:srgbClr val="F1F1F1"/>
                    </a:solidFill>
                  </a:tcPr>
                </a:tc>
              </a:tr>
              <a:tr h="284162">
                <a:tc>
                  <a:txBody>
                    <a:bodyPr/>
                    <a:lstStyle/>
                    <a:p>
                      <a:pPr marL="31750">
                        <a:lnSpc>
                          <a:spcPts val="1725"/>
                        </a:lnSpc>
                        <a:spcBef>
                          <a:spcPts val="409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{'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销售费用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':</a:t>
                      </a:r>
                      <a:r>
                        <a:rPr dirty="0" sz="16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15000,</a:t>
                      </a:r>
                      <a:r>
                        <a:rPr dirty="0" sz="16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财务费用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':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  <a:spcBef>
                          <a:spcPts val="409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12000}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2069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007107" y="5114544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19" y="950976"/>
                </a:moveTo>
                <a:lnTo>
                  <a:pt x="274319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19" y="237743"/>
                </a:lnTo>
                <a:lnTo>
                  <a:pt x="274319" y="0"/>
                </a:lnTo>
                <a:lnTo>
                  <a:pt x="548640" y="475488"/>
                </a:lnTo>
                <a:lnTo>
                  <a:pt x="274319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字典操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57300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8"/>
                </a:moveTo>
                <a:lnTo>
                  <a:pt x="208787" y="1260348"/>
                </a:lnTo>
                <a:lnTo>
                  <a:pt x="160898" y="1254907"/>
                </a:lnTo>
                <a:lnTo>
                  <a:pt x="116893" y="1239173"/>
                </a:lnTo>
                <a:lnTo>
                  <a:pt x="78055" y="1214400"/>
                </a:lnTo>
                <a:lnTo>
                  <a:pt x="45665" y="1181844"/>
                </a:lnTo>
                <a:lnTo>
                  <a:pt x="21004" y="1142761"/>
                </a:lnTo>
                <a:lnTo>
                  <a:pt x="5355" y="1098406"/>
                </a:lnTo>
                <a:lnTo>
                  <a:pt x="0" y="1050036"/>
                </a:lnTo>
                <a:lnTo>
                  <a:pt x="0" y="210312"/>
                </a:lnTo>
                <a:lnTo>
                  <a:pt x="5355" y="162278"/>
                </a:lnTo>
                <a:lnTo>
                  <a:pt x="21004" y="118148"/>
                </a:lnTo>
                <a:lnTo>
                  <a:pt x="45665" y="79179"/>
                </a:lnTo>
                <a:lnTo>
                  <a:pt x="78055" y="46625"/>
                </a:lnTo>
                <a:lnTo>
                  <a:pt x="116893" y="21740"/>
                </a:lnTo>
                <a:lnTo>
                  <a:pt x="160898" y="5780"/>
                </a:lnTo>
                <a:lnTo>
                  <a:pt x="208787" y="0"/>
                </a:lnTo>
                <a:lnTo>
                  <a:pt x="10590276" y="0"/>
                </a:lnTo>
                <a:lnTo>
                  <a:pt x="10638165" y="5780"/>
                </a:lnTo>
                <a:lnTo>
                  <a:pt x="10682170" y="21740"/>
                </a:lnTo>
                <a:lnTo>
                  <a:pt x="10721008" y="46625"/>
                </a:lnTo>
                <a:lnTo>
                  <a:pt x="10753398" y="79179"/>
                </a:lnTo>
                <a:lnTo>
                  <a:pt x="10778059" y="118148"/>
                </a:lnTo>
                <a:lnTo>
                  <a:pt x="10793708" y="162278"/>
                </a:lnTo>
                <a:lnTo>
                  <a:pt x="10799064" y="210312"/>
                </a:lnTo>
                <a:lnTo>
                  <a:pt x="10799064" y="1050036"/>
                </a:lnTo>
                <a:lnTo>
                  <a:pt x="10793708" y="1098406"/>
                </a:lnTo>
                <a:lnTo>
                  <a:pt x="10778059" y="1142761"/>
                </a:lnTo>
                <a:lnTo>
                  <a:pt x="10753398" y="1181844"/>
                </a:lnTo>
                <a:lnTo>
                  <a:pt x="10721008" y="1214400"/>
                </a:lnTo>
                <a:lnTo>
                  <a:pt x="10682170" y="1239173"/>
                </a:lnTo>
                <a:lnTo>
                  <a:pt x="10638165" y="1254907"/>
                </a:lnTo>
                <a:lnTo>
                  <a:pt x="10590276" y="1260348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52525" y="1359509"/>
            <a:ext cx="6249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字典不是序列，所以不能对字典做拼接、截取等操作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创建字典：D</a:t>
            </a:r>
            <a:r>
              <a:rPr dirty="0" sz="20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{'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销售费用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':12000,'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管理费用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':15000}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5640" y="2746375"/>
          <a:ext cx="10819130" cy="3802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9885"/>
                <a:gridCol w="1979929"/>
                <a:gridCol w="2339975"/>
                <a:gridCol w="4860290"/>
              </a:tblGrid>
              <a:tr h="367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操作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结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果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dict[key]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访问字典里的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值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D['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管理费用']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15000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dict[key]=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修改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值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D['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']=14000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{'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销售费用':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12000,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管理费用':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14000}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dict[key]=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添加键值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对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D['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财务费用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']=2000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{'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销售费用':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12000,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管理费用':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15000,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财</a:t>
                      </a:r>
                      <a:endParaRPr sz="17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务费用':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2000}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del</a:t>
                      </a:r>
                      <a:r>
                        <a:rPr dirty="0" sz="1700" spc="-3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dict[key]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删除键值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对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del</a:t>
                      </a:r>
                      <a:r>
                        <a:rPr dirty="0" sz="17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D['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销售费用']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{'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管理费用':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15000}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del</a:t>
                      </a:r>
                      <a:r>
                        <a:rPr dirty="0" sz="17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dict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删除字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典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del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D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删除后，后续脚本引用变量时会报未定义错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误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dict.keys()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以列表返回所有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键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D.keys()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dict_keys(['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销售费用',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'])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67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dict.values()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以列表返回所有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值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D.values()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dict_values([12000,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15000])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dict.items()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返回所有键值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对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D.items()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1998345" marR="46990" indent="-19431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dict_items([('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销售费用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',12000),</a:t>
                      </a:r>
                      <a:r>
                        <a:rPr dirty="0" sz="1700" spc="-3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('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管理费用', 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15000)])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字典操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63396"/>
            <a:ext cx="10799445" cy="2040889"/>
          </a:xfrm>
          <a:custGeom>
            <a:avLst/>
            <a:gdLst/>
            <a:ahLst/>
            <a:cxnLst/>
            <a:rect l="l" t="t" r="r" b="b"/>
            <a:pathLst>
              <a:path w="10799445" h="2040889">
                <a:moveTo>
                  <a:pt x="10459212" y="2040636"/>
                </a:moveTo>
                <a:lnTo>
                  <a:pt x="339851" y="2040636"/>
                </a:lnTo>
                <a:lnTo>
                  <a:pt x="293657" y="2037637"/>
                </a:lnTo>
                <a:lnTo>
                  <a:pt x="249356" y="2028678"/>
                </a:lnTo>
                <a:lnTo>
                  <a:pt x="207356" y="2014166"/>
                </a:lnTo>
                <a:lnTo>
                  <a:pt x="168063" y="1994506"/>
                </a:lnTo>
                <a:lnTo>
                  <a:pt x="131884" y="1970107"/>
                </a:lnTo>
                <a:lnTo>
                  <a:pt x="99226" y="1941375"/>
                </a:lnTo>
                <a:lnTo>
                  <a:pt x="70496" y="1908718"/>
                </a:lnTo>
                <a:lnTo>
                  <a:pt x="46100" y="1872541"/>
                </a:lnTo>
                <a:lnTo>
                  <a:pt x="26446" y="1833252"/>
                </a:lnTo>
                <a:lnTo>
                  <a:pt x="11940" y="1791259"/>
                </a:lnTo>
                <a:lnTo>
                  <a:pt x="2989" y="1746967"/>
                </a:lnTo>
                <a:lnTo>
                  <a:pt x="0" y="1700783"/>
                </a:lnTo>
                <a:lnTo>
                  <a:pt x="0" y="339851"/>
                </a:lnTo>
                <a:lnTo>
                  <a:pt x="2989" y="293669"/>
                </a:lnTo>
                <a:lnTo>
                  <a:pt x="11940" y="249377"/>
                </a:lnTo>
                <a:lnTo>
                  <a:pt x="26446" y="207384"/>
                </a:lnTo>
                <a:lnTo>
                  <a:pt x="46100" y="168097"/>
                </a:lnTo>
                <a:lnTo>
                  <a:pt x="70496" y="131921"/>
                </a:lnTo>
                <a:lnTo>
                  <a:pt x="99226" y="99264"/>
                </a:lnTo>
                <a:lnTo>
                  <a:pt x="131884" y="70533"/>
                </a:lnTo>
                <a:lnTo>
                  <a:pt x="168063" y="46134"/>
                </a:lnTo>
                <a:lnTo>
                  <a:pt x="207356" y="26475"/>
                </a:lnTo>
                <a:lnTo>
                  <a:pt x="249356" y="11961"/>
                </a:lnTo>
                <a:lnTo>
                  <a:pt x="293657" y="3001"/>
                </a:lnTo>
                <a:lnTo>
                  <a:pt x="339851" y="0"/>
                </a:lnTo>
                <a:lnTo>
                  <a:pt x="10459212" y="0"/>
                </a:lnTo>
                <a:lnTo>
                  <a:pt x="10505403" y="3001"/>
                </a:lnTo>
                <a:lnTo>
                  <a:pt x="10549703" y="11961"/>
                </a:lnTo>
                <a:lnTo>
                  <a:pt x="10591702" y="26475"/>
                </a:lnTo>
                <a:lnTo>
                  <a:pt x="10630995" y="46134"/>
                </a:lnTo>
                <a:lnTo>
                  <a:pt x="10667174" y="70533"/>
                </a:lnTo>
                <a:lnTo>
                  <a:pt x="10699832" y="99264"/>
                </a:lnTo>
                <a:lnTo>
                  <a:pt x="10728563" y="131921"/>
                </a:lnTo>
                <a:lnTo>
                  <a:pt x="10752960" y="168097"/>
                </a:lnTo>
                <a:lnTo>
                  <a:pt x="10772615" y="207384"/>
                </a:lnTo>
                <a:lnTo>
                  <a:pt x="10787122" y="249377"/>
                </a:lnTo>
                <a:lnTo>
                  <a:pt x="10796074" y="293669"/>
                </a:lnTo>
                <a:lnTo>
                  <a:pt x="10799064" y="339851"/>
                </a:lnTo>
                <a:lnTo>
                  <a:pt x="10799064" y="1700783"/>
                </a:lnTo>
                <a:lnTo>
                  <a:pt x="10796074" y="1746967"/>
                </a:lnTo>
                <a:lnTo>
                  <a:pt x="10787122" y="1791259"/>
                </a:lnTo>
                <a:lnTo>
                  <a:pt x="10772615" y="1833252"/>
                </a:lnTo>
                <a:lnTo>
                  <a:pt x="10752960" y="1872541"/>
                </a:lnTo>
                <a:lnTo>
                  <a:pt x="10728563" y="1908718"/>
                </a:lnTo>
                <a:lnTo>
                  <a:pt x="10699832" y="1941375"/>
                </a:lnTo>
                <a:lnTo>
                  <a:pt x="10667174" y="1970107"/>
                </a:lnTo>
                <a:lnTo>
                  <a:pt x="10630995" y="1994506"/>
                </a:lnTo>
                <a:lnTo>
                  <a:pt x="10591702" y="2014166"/>
                </a:lnTo>
                <a:lnTo>
                  <a:pt x="10549703" y="2028678"/>
                </a:lnTo>
                <a:lnTo>
                  <a:pt x="10505403" y="2037637"/>
                </a:lnTo>
                <a:lnTo>
                  <a:pt x="10459212" y="2040636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8704" y="3473196"/>
            <a:ext cx="4935220" cy="3199130"/>
          </a:xfrm>
          <a:custGeom>
            <a:avLst/>
            <a:gdLst/>
            <a:ahLst/>
            <a:cxnLst/>
            <a:rect l="l" t="t" r="r" b="b"/>
            <a:pathLst>
              <a:path w="4935220" h="3199129">
                <a:moveTo>
                  <a:pt x="4401312" y="3198876"/>
                </a:moveTo>
                <a:lnTo>
                  <a:pt x="533400" y="3198876"/>
                </a:lnTo>
                <a:lnTo>
                  <a:pt x="484888" y="3196677"/>
                </a:lnTo>
                <a:lnTo>
                  <a:pt x="437596" y="3190249"/>
                </a:lnTo>
                <a:lnTo>
                  <a:pt x="391711" y="3179779"/>
                </a:lnTo>
                <a:lnTo>
                  <a:pt x="347420" y="3165455"/>
                </a:lnTo>
                <a:lnTo>
                  <a:pt x="304912" y="3147465"/>
                </a:lnTo>
                <a:lnTo>
                  <a:pt x="264374" y="3125997"/>
                </a:lnTo>
                <a:lnTo>
                  <a:pt x="225995" y="3101239"/>
                </a:lnTo>
                <a:lnTo>
                  <a:pt x="189961" y="3073379"/>
                </a:lnTo>
                <a:lnTo>
                  <a:pt x="156462" y="3042604"/>
                </a:lnTo>
                <a:lnTo>
                  <a:pt x="125685" y="3009102"/>
                </a:lnTo>
                <a:lnTo>
                  <a:pt x="97817" y="2973062"/>
                </a:lnTo>
                <a:lnTo>
                  <a:pt x="73047" y="2934670"/>
                </a:lnTo>
                <a:lnTo>
                  <a:pt x="51563" y="2894116"/>
                </a:lnTo>
                <a:lnTo>
                  <a:pt x="33552" y="2851587"/>
                </a:lnTo>
                <a:lnTo>
                  <a:pt x="19202" y="2807270"/>
                </a:lnTo>
                <a:lnTo>
                  <a:pt x="8702" y="2761354"/>
                </a:lnTo>
                <a:lnTo>
                  <a:pt x="2238" y="2714027"/>
                </a:lnTo>
                <a:lnTo>
                  <a:pt x="0" y="2665476"/>
                </a:lnTo>
                <a:lnTo>
                  <a:pt x="0" y="533400"/>
                </a:lnTo>
                <a:lnTo>
                  <a:pt x="2238" y="484868"/>
                </a:lnTo>
                <a:lnTo>
                  <a:pt x="8702" y="437559"/>
                </a:lnTo>
                <a:lnTo>
                  <a:pt x="19202" y="391658"/>
                </a:lnTo>
                <a:lnTo>
                  <a:pt x="33552" y="347354"/>
                </a:lnTo>
                <a:lnTo>
                  <a:pt x="51563" y="304835"/>
                </a:lnTo>
                <a:lnTo>
                  <a:pt x="73047" y="264289"/>
                </a:lnTo>
                <a:lnTo>
                  <a:pt x="97817" y="225904"/>
                </a:lnTo>
                <a:lnTo>
                  <a:pt x="125685" y="189867"/>
                </a:lnTo>
                <a:lnTo>
                  <a:pt x="156462" y="156367"/>
                </a:lnTo>
                <a:lnTo>
                  <a:pt x="189961" y="125590"/>
                </a:lnTo>
                <a:lnTo>
                  <a:pt x="225995" y="97726"/>
                </a:lnTo>
                <a:lnTo>
                  <a:pt x="264374" y="72962"/>
                </a:lnTo>
                <a:lnTo>
                  <a:pt x="304912" y="51486"/>
                </a:lnTo>
                <a:lnTo>
                  <a:pt x="347420" y="33486"/>
                </a:lnTo>
                <a:lnTo>
                  <a:pt x="391711" y="19149"/>
                </a:lnTo>
                <a:lnTo>
                  <a:pt x="437596" y="8664"/>
                </a:lnTo>
                <a:lnTo>
                  <a:pt x="484888" y="2218"/>
                </a:lnTo>
                <a:lnTo>
                  <a:pt x="533400" y="0"/>
                </a:lnTo>
                <a:lnTo>
                  <a:pt x="4401312" y="0"/>
                </a:lnTo>
                <a:lnTo>
                  <a:pt x="4449923" y="2218"/>
                </a:lnTo>
                <a:lnTo>
                  <a:pt x="4497303" y="8664"/>
                </a:lnTo>
                <a:lnTo>
                  <a:pt x="4543265" y="19149"/>
                </a:lnTo>
                <a:lnTo>
                  <a:pt x="4587620" y="33486"/>
                </a:lnTo>
                <a:lnTo>
                  <a:pt x="4630181" y="51486"/>
                </a:lnTo>
                <a:lnTo>
                  <a:pt x="4670760" y="72962"/>
                </a:lnTo>
                <a:lnTo>
                  <a:pt x="4709169" y="97726"/>
                </a:lnTo>
                <a:lnTo>
                  <a:pt x="4745220" y="125590"/>
                </a:lnTo>
                <a:lnTo>
                  <a:pt x="4778725" y="156367"/>
                </a:lnTo>
                <a:lnTo>
                  <a:pt x="4809497" y="189867"/>
                </a:lnTo>
                <a:lnTo>
                  <a:pt x="4837347" y="225904"/>
                </a:lnTo>
                <a:lnTo>
                  <a:pt x="4862087" y="264289"/>
                </a:lnTo>
                <a:lnTo>
                  <a:pt x="4883530" y="304835"/>
                </a:lnTo>
                <a:lnTo>
                  <a:pt x="4901489" y="347354"/>
                </a:lnTo>
                <a:lnTo>
                  <a:pt x="4915774" y="391658"/>
                </a:lnTo>
                <a:lnTo>
                  <a:pt x="4926198" y="437559"/>
                </a:lnTo>
                <a:lnTo>
                  <a:pt x="4932573" y="484868"/>
                </a:lnTo>
                <a:lnTo>
                  <a:pt x="4934712" y="533400"/>
                </a:lnTo>
                <a:lnTo>
                  <a:pt x="4934712" y="2665476"/>
                </a:lnTo>
                <a:lnTo>
                  <a:pt x="4932573" y="2714027"/>
                </a:lnTo>
                <a:lnTo>
                  <a:pt x="4926198" y="2761354"/>
                </a:lnTo>
                <a:lnTo>
                  <a:pt x="4915774" y="2807270"/>
                </a:lnTo>
                <a:lnTo>
                  <a:pt x="4901489" y="2851587"/>
                </a:lnTo>
                <a:lnTo>
                  <a:pt x="4883530" y="2894116"/>
                </a:lnTo>
                <a:lnTo>
                  <a:pt x="4862087" y="2934670"/>
                </a:lnTo>
                <a:lnTo>
                  <a:pt x="4837347" y="2973062"/>
                </a:lnTo>
                <a:lnTo>
                  <a:pt x="4809497" y="3009102"/>
                </a:lnTo>
                <a:lnTo>
                  <a:pt x="4778725" y="3042604"/>
                </a:lnTo>
                <a:lnTo>
                  <a:pt x="4745220" y="3073379"/>
                </a:lnTo>
                <a:lnTo>
                  <a:pt x="4709169" y="3101239"/>
                </a:lnTo>
                <a:lnTo>
                  <a:pt x="4670760" y="3125997"/>
                </a:lnTo>
                <a:lnTo>
                  <a:pt x="4630181" y="3147465"/>
                </a:lnTo>
                <a:lnTo>
                  <a:pt x="4587620" y="3165455"/>
                </a:lnTo>
                <a:lnTo>
                  <a:pt x="4543265" y="3179779"/>
                </a:lnTo>
                <a:lnTo>
                  <a:pt x="4497303" y="3190249"/>
                </a:lnTo>
                <a:lnTo>
                  <a:pt x="4449923" y="3196677"/>
                </a:lnTo>
                <a:lnTo>
                  <a:pt x="4401312" y="319887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2692" y="3352800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686" y="457354"/>
                </a:lnTo>
                <a:lnTo>
                  <a:pt x="23083" y="440783"/>
                </a:lnTo>
                <a:lnTo>
                  <a:pt x="6370" y="416038"/>
                </a:lnTo>
                <a:lnTo>
                  <a:pt x="0" y="385572"/>
                </a:lnTo>
                <a:lnTo>
                  <a:pt x="0" y="76200"/>
                </a:lnTo>
                <a:lnTo>
                  <a:pt x="6370" y="46400"/>
                </a:lnTo>
                <a:lnTo>
                  <a:pt x="23083" y="22036"/>
                </a:lnTo>
                <a:lnTo>
                  <a:pt x="47686" y="5703"/>
                </a:lnTo>
                <a:lnTo>
                  <a:pt x="77723" y="0"/>
                </a:lnTo>
                <a:lnTo>
                  <a:pt x="1085088" y="0"/>
                </a:lnTo>
                <a:lnTo>
                  <a:pt x="1115625" y="5703"/>
                </a:lnTo>
                <a:lnTo>
                  <a:pt x="1140394" y="22036"/>
                </a:lnTo>
                <a:lnTo>
                  <a:pt x="1156941" y="46400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941" y="416038"/>
                </a:lnTo>
                <a:lnTo>
                  <a:pt x="1140394" y="440783"/>
                </a:lnTo>
                <a:lnTo>
                  <a:pt x="1115625" y="457354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4121" y="1308671"/>
            <a:ext cx="10741660" cy="304228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81915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：甲公司现有产品及单价如下：智能音箱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320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个，蓝牙音箱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200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algn="just" marL="819150" marR="5080">
              <a:lnSpc>
                <a:spcPct val="150000"/>
              </a:lnSpc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：1、根据现有产品及单价创建字典；2、为迅速抢占智能音箱市场，公司拟将智能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音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箱产品降低至280元/个，并推出新产品蓝牙耳机，销售单价为150元/个，根据变动情况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更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新字典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245745">
              <a:lnSpc>
                <a:spcPct val="100000"/>
              </a:lnSpc>
              <a:spcBef>
                <a:spcPts val="1230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创建字</a:t>
            </a:r>
            <a:r>
              <a:rPr dirty="0" sz="1600" spc="-5">
                <a:latin typeface="宋体"/>
                <a:cs typeface="宋体"/>
              </a:rPr>
              <a:t>典</a:t>
            </a:r>
            <a:endParaRPr sz="1600">
              <a:latin typeface="宋体"/>
              <a:cs typeface="宋体"/>
            </a:endParaRPr>
          </a:p>
          <a:p>
            <a:pPr marL="24574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unitPrice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智能音箱</a:t>
            </a:r>
            <a:r>
              <a:rPr dirty="0" sz="1600" spc="-5">
                <a:latin typeface="宋体"/>
                <a:cs typeface="宋体"/>
              </a:rPr>
              <a:t>':320,'</a:t>
            </a:r>
            <a:r>
              <a:rPr dirty="0" sz="1600">
                <a:latin typeface="宋体"/>
                <a:cs typeface="宋体"/>
              </a:rPr>
              <a:t>蓝牙音箱</a:t>
            </a:r>
            <a:r>
              <a:rPr dirty="0" sz="1600" spc="-5">
                <a:latin typeface="宋体"/>
                <a:cs typeface="宋体"/>
              </a:rPr>
              <a:t>':200}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369" y="4570095"/>
            <a:ext cx="27686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修改智能音箱单</a:t>
            </a:r>
            <a:r>
              <a:rPr dirty="0" sz="1600" spc="-5">
                <a:latin typeface="宋体"/>
                <a:cs typeface="宋体"/>
              </a:rPr>
              <a:t>价 unitPrice['</a:t>
            </a:r>
            <a:r>
              <a:rPr dirty="0" sz="1600">
                <a:latin typeface="宋体"/>
                <a:cs typeface="宋体"/>
              </a:rPr>
              <a:t>智能音箱</a:t>
            </a:r>
            <a:r>
              <a:rPr dirty="0" sz="1600" spc="-5">
                <a:latin typeface="宋体"/>
                <a:cs typeface="宋体"/>
              </a:rPr>
              <a:t>']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280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369" y="5301615"/>
            <a:ext cx="27686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增加新产品蓝牙耳</a:t>
            </a:r>
            <a:r>
              <a:rPr dirty="0" sz="1600" spc="-5">
                <a:latin typeface="宋体"/>
                <a:cs typeface="宋体"/>
              </a:rPr>
              <a:t>机 unitPrice['</a:t>
            </a:r>
            <a:r>
              <a:rPr dirty="0" sz="1600">
                <a:latin typeface="宋体"/>
                <a:cs typeface="宋体"/>
              </a:rPr>
              <a:t>蓝牙耳机</a:t>
            </a:r>
            <a:r>
              <a:rPr dirty="0" sz="1600" spc="-5">
                <a:latin typeface="宋体"/>
                <a:cs typeface="宋体"/>
              </a:rPr>
              <a:t>']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150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369" y="6033134"/>
            <a:ext cx="16510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打印字</a:t>
            </a:r>
            <a:r>
              <a:rPr dirty="0" sz="1600" spc="-5">
                <a:latin typeface="宋体"/>
                <a:cs typeface="宋体"/>
              </a:rPr>
              <a:t>典 </a:t>
            </a:r>
            <a:r>
              <a:rPr dirty="0" sz="1600" spc="-5">
                <a:latin typeface="宋体"/>
                <a:cs typeface="宋体"/>
              </a:rPr>
              <a:t>print(unitPrice)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5371" y="4274820"/>
            <a:ext cx="5495925" cy="1594485"/>
          </a:xfrm>
          <a:custGeom>
            <a:avLst/>
            <a:gdLst/>
            <a:ahLst/>
            <a:cxnLst/>
            <a:rect l="l" t="t" r="r" b="b"/>
            <a:pathLst>
              <a:path w="5495925" h="1594485">
                <a:moveTo>
                  <a:pt x="5228844" y="1594103"/>
                </a:moveTo>
                <a:lnTo>
                  <a:pt x="265175" y="1594103"/>
                </a:lnTo>
                <a:lnTo>
                  <a:pt x="217340" y="1589937"/>
                </a:lnTo>
                <a:lnTo>
                  <a:pt x="172337" y="1577687"/>
                </a:lnTo>
                <a:lnTo>
                  <a:pt x="130922" y="1558106"/>
                </a:lnTo>
                <a:lnTo>
                  <a:pt x="93849" y="1531950"/>
                </a:lnTo>
                <a:lnTo>
                  <a:pt x="61871" y="1499972"/>
                </a:lnTo>
                <a:lnTo>
                  <a:pt x="35743" y="1462927"/>
                </a:lnTo>
                <a:lnTo>
                  <a:pt x="16219" y="1421568"/>
                </a:lnTo>
                <a:lnTo>
                  <a:pt x="4053" y="1376650"/>
                </a:lnTo>
                <a:lnTo>
                  <a:pt x="0" y="1328927"/>
                </a:lnTo>
                <a:lnTo>
                  <a:pt x="0" y="266700"/>
                </a:lnTo>
                <a:lnTo>
                  <a:pt x="4053" y="218824"/>
                </a:lnTo>
                <a:lnTo>
                  <a:pt x="16219" y="173779"/>
                </a:lnTo>
                <a:lnTo>
                  <a:pt x="35743" y="132305"/>
                </a:lnTo>
                <a:lnTo>
                  <a:pt x="61871" y="95145"/>
                </a:lnTo>
                <a:lnTo>
                  <a:pt x="93849" y="63040"/>
                </a:lnTo>
                <a:lnTo>
                  <a:pt x="130922" y="36731"/>
                </a:lnTo>
                <a:lnTo>
                  <a:pt x="172337" y="16960"/>
                </a:lnTo>
                <a:lnTo>
                  <a:pt x="217340" y="4469"/>
                </a:lnTo>
                <a:lnTo>
                  <a:pt x="265175" y="0"/>
                </a:lnTo>
                <a:lnTo>
                  <a:pt x="5228844" y="0"/>
                </a:lnTo>
                <a:lnTo>
                  <a:pt x="5276794" y="4469"/>
                </a:lnTo>
                <a:lnTo>
                  <a:pt x="5321896" y="16960"/>
                </a:lnTo>
                <a:lnTo>
                  <a:pt x="5363407" y="36731"/>
                </a:lnTo>
                <a:lnTo>
                  <a:pt x="5400586" y="63040"/>
                </a:lnTo>
                <a:lnTo>
                  <a:pt x="5432692" y="95145"/>
                </a:lnTo>
                <a:lnTo>
                  <a:pt x="5458982" y="132305"/>
                </a:lnTo>
                <a:lnTo>
                  <a:pt x="5478715" y="173779"/>
                </a:lnTo>
                <a:lnTo>
                  <a:pt x="5491149" y="218824"/>
                </a:lnTo>
                <a:lnTo>
                  <a:pt x="5495544" y="266700"/>
                </a:lnTo>
                <a:lnTo>
                  <a:pt x="5495544" y="1328927"/>
                </a:lnTo>
                <a:lnTo>
                  <a:pt x="5491149" y="1376650"/>
                </a:lnTo>
                <a:lnTo>
                  <a:pt x="5478715" y="1421568"/>
                </a:lnTo>
                <a:lnTo>
                  <a:pt x="5458982" y="1462927"/>
                </a:lnTo>
                <a:lnTo>
                  <a:pt x="5432692" y="1499972"/>
                </a:lnTo>
                <a:lnTo>
                  <a:pt x="5400586" y="1531950"/>
                </a:lnTo>
                <a:lnTo>
                  <a:pt x="5363407" y="1558106"/>
                </a:lnTo>
                <a:lnTo>
                  <a:pt x="5321896" y="1577687"/>
                </a:lnTo>
                <a:lnTo>
                  <a:pt x="5276794" y="1589937"/>
                </a:lnTo>
                <a:lnTo>
                  <a:pt x="5228844" y="15941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92531" y="4658867"/>
            <a:ext cx="52070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智能音箱</a:t>
            </a:r>
            <a:r>
              <a:rPr dirty="0" sz="1600" spc="-5">
                <a:latin typeface="宋体"/>
                <a:cs typeface="宋体"/>
              </a:rPr>
              <a:t>':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280,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蓝牙音箱</a:t>
            </a:r>
            <a:r>
              <a:rPr dirty="0" sz="1600" spc="-5">
                <a:latin typeface="宋体"/>
                <a:cs typeface="宋体"/>
              </a:rPr>
              <a:t>':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200, '</a:t>
            </a:r>
            <a:r>
              <a:rPr dirty="0" sz="1600">
                <a:latin typeface="宋体"/>
                <a:cs typeface="宋体"/>
              </a:rPr>
              <a:t>蓝牙耳机</a:t>
            </a:r>
            <a:r>
              <a:rPr dirty="0" sz="1600" spc="-5">
                <a:latin typeface="宋体"/>
                <a:cs typeface="宋体"/>
              </a:rPr>
              <a:t>':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150}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45835" y="4596384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4319" y="950976"/>
                </a:moveTo>
                <a:lnTo>
                  <a:pt x="274319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19" y="237743"/>
                </a:lnTo>
                <a:lnTo>
                  <a:pt x="274319" y="0"/>
                </a:lnTo>
                <a:lnTo>
                  <a:pt x="547115" y="475488"/>
                </a:lnTo>
                <a:lnTo>
                  <a:pt x="274319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04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3386" y="2909912"/>
            <a:ext cx="1552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05657"/>
                </a:solidFill>
                <a:latin typeface="宋体"/>
                <a:cs typeface="宋体"/>
              </a:rPr>
              <a:t>集</a:t>
            </a:r>
            <a:r>
              <a:rPr dirty="0" sz="6000" spc="-25" b="1">
                <a:solidFill>
                  <a:srgbClr val="205657"/>
                </a:solidFill>
                <a:latin typeface="宋体"/>
                <a:cs typeface="宋体"/>
              </a:rPr>
              <a:t>合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217411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集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29867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71" y="1724357"/>
                </a:lnTo>
                <a:lnTo>
                  <a:pt x="196739" y="1713375"/>
                </a:lnTo>
                <a:lnTo>
                  <a:pt x="155334" y="1695863"/>
                </a:lnTo>
                <a:lnTo>
                  <a:pt x="117547" y="1672411"/>
                </a:lnTo>
                <a:lnTo>
                  <a:pt x="83972" y="1643614"/>
                </a:lnTo>
                <a:lnTo>
                  <a:pt x="55200" y="1610064"/>
                </a:lnTo>
                <a:lnTo>
                  <a:pt x="31824" y="1572353"/>
                </a:lnTo>
                <a:lnTo>
                  <a:pt x="14437" y="1531073"/>
                </a:lnTo>
                <a:lnTo>
                  <a:pt x="3631" y="1486818"/>
                </a:lnTo>
                <a:lnTo>
                  <a:pt x="0" y="1440179"/>
                </a:lnTo>
                <a:lnTo>
                  <a:pt x="0" y="288035"/>
                </a:lnTo>
                <a:lnTo>
                  <a:pt x="3631" y="241342"/>
                </a:lnTo>
                <a:lnTo>
                  <a:pt x="14437" y="197044"/>
                </a:lnTo>
                <a:lnTo>
                  <a:pt x="31824" y="155734"/>
                </a:lnTo>
                <a:lnTo>
                  <a:pt x="55200" y="118005"/>
                </a:lnTo>
                <a:lnTo>
                  <a:pt x="83972" y="84448"/>
                </a:lnTo>
                <a:lnTo>
                  <a:pt x="117547" y="55657"/>
                </a:lnTo>
                <a:lnTo>
                  <a:pt x="155334" y="32224"/>
                </a:lnTo>
                <a:lnTo>
                  <a:pt x="196739" y="14742"/>
                </a:lnTo>
                <a:lnTo>
                  <a:pt x="241171" y="3803"/>
                </a:lnTo>
                <a:lnTo>
                  <a:pt x="288035" y="0"/>
                </a:lnTo>
                <a:lnTo>
                  <a:pt x="10511028" y="0"/>
                </a:lnTo>
                <a:lnTo>
                  <a:pt x="10557892" y="3803"/>
                </a:lnTo>
                <a:lnTo>
                  <a:pt x="10602324" y="14742"/>
                </a:lnTo>
                <a:lnTo>
                  <a:pt x="10643729" y="32224"/>
                </a:lnTo>
                <a:lnTo>
                  <a:pt x="10681516" y="55657"/>
                </a:lnTo>
                <a:lnTo>
                  <a:pt x="10715091" y="84448"/>
                </a:lnTo>
                <a:lnTo>
                  <a:pt x="10743863" y="118005"/>
                </a:lnTo>
                <a:lnTo>
                  <a:pt x="10767239" y="155734"/>
                </a:lnTo>
                <a:lnTo>
                  <a:pt x="10784626" y="197044"/>
                </a:lnTo>
                <a:lnTo>
                  <a:pt x="10795432" y="241342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2" y="1486818"/>
                </a:lnTo>
                <a:lnTo>
                  <a:pt x="10784626" y="1531073"/>
                </a:lnTo>
                <a:lnTo>
                  <a:pt x="10767239" y="1572353"/>
                </a:lnTo>
                <a:lnTo>
                  <a:pt x="10743863" y="1610064"/>
                </a:lnTo>
                <a:lnTo>
                  <a:pt x="10715091" y="1643614"/>
                </a:lnTo>
                <a:lnTo>
                  <a:pt x="10681516" y="1672411"/>
                </a:lnTo>
                <a:lnTo>
                  <a:pt x="10643729" y="1695863"/>
                </a:lnTo>
                <a:lnTo>
                  <a:pt x="10602324" y="1713375"/>
                </a:lnTo>
                <a:lnTo>
                  <a:pt x="10557892" y="1724357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6800" y="1307350"/>
            <a:ext cx="9940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集合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(set)</a:t>
            </a:r>
            <a:r>
              <a:rPr dirty="0" sz="2000" spc="-5">
                <a:solidFill>
                  <a:srgbClr val="FFFFFF"/>
                </a:solidFill>
              </a:rPr>
              <a:t>：与字典类似，是一组key的集合，但不存储value，由于key不能重复，所以</a:t>
            </a:r>
            <a:r>
              <a:rPr dirty="0" sz="2000">
                <a:solidFill>
                  <a:srgbClr val="FFFFFF"/>
                </a:solidFill>
              </a:rPr>
              <a:t>在 </a:t>
            </a:r>
            <a:r>
              <a:rPr dirty="0" sz="2000">
                <a:solidFill>
                  <a:srgbClr val="FFFFFF"/>
                </a:solidFill>
              </a:rPr>
              <a:t>集合中没有重复的</a:t>
            </a:r>
            <a:r>
              <a:rPr dirty="0" sz="2000" spc="-5">
                <a:solidFill>
                  <a:srgbClr val="FFFFFF"/>
                </a:solidFill>
              </a:rPr>
              <a:t>key，</a:t>
            </a:r>
            <a:r>
              <a:rPr dirty="0" sz="2000">
                <a:solidFill>
                  <a:srgbClr val="FFFFFF"/>
                </a:solidFill>
              </a:rPr>
              <a:t>集合可以看成数学意义上的无序和无重复元素的集合</a:t>
            </a:r>
            <a:r>
              <a:rPr dirty="0" sz="2000" spc="5">
                <a:solidFill>
                  <a:srgbClr val="FFFFFF"/>
                </a:solidFill>
              </a:rPr>
              <a:t>；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00" y="2373388"/>
            <a:ext cx="2060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集合使用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{}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标识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40652" y="3800855"/>
            <a:ext cx="4851400" cy="1676400"/>
          </a:xfrm>
          <a:custGeom>
            <a:avLst/>
            <a:gdLst/>
            <a:ahLst/>
            <a:cxnLst/>
            <a:rect l="l" t="t" r="r" b="b"/>
            <a:pathLst>
              <a:path w="4851400" h="1676400">
                <a:moveTo>
                  <a:pt x="4570476" y="1676400"/>
                </a:moveTo>
                <a:lnTo>
                  <a:pt x="278892" y="1676400"/>
                </a:lnTo>
                <a:lnTo>
                  <a:pt x="233504" y="1672639"/>
                </a:lnTo>
                <a:lnTo>
                  <a:pt x="190463" y="1661964"/>
                </a:lnTo>
                <a:lnTo>
                  <a:pt x="150346" y="1644945"/>
                </a:lnTo>
                <a:lnTo>
                  <a:pt x="113733" y="1622151"/>
                </a:lnTo>
                <a:lnTo>
                  <a:pt x="81200" y="1594151"/>
                </a:lnTo>
                <a:lnTo>
                  <a:pt x="53327" y="1561514"/>
                </a:lnTo>
                <a:lnTo>
                  <a:pt x="30692" y="1524810"/>
                </a:lnTo>
                <a:lnTo>
                  <a:pt x="13874" y="1484607"/>
                </a:lnTo>
                <a:lnTo>
                  <a:pt x="3450" y="1441475"/>
                </a:lnTo>
                <a:lnTo>
                  <a:pt x="0" y="1395984"/>
                </a:lnTo>
                <a:lnTo>
                  <a:pt x="0" y="278892"/>
                </a:lnTo>
                <a:lnTo>
                  <a:pt x="3450" y="233607"/>
                </a:lnTo>
                <a:lnTo>
                  <a:pt x="13874" y="190646"/>
                </a:lnTo>
                <a:lnTo>
                  <a:pt x="30692" y="150586"/>
                </a:lnTo>
                <a:lnTo>
                  <a:pt x="53327" y="114007"/>
                </a:lnTo>
                <a:lnTo>
                  <a:pt x="81200" y="81486"/>
                </a:lnTo>
                <a:lnTo>
                  <a:pt x="113733" y="53602"/>
                </a:lnTo>
                <a:lnTo>
                  <a:pt x="150346" y="30933"/>
                </a:lnTo>
                <a:lnTo>
                  <a:pt x="190463" y="14057"/>
                </a:lnTo>
                <a:lnTo>
                  <a:pt x="233504" y="3553"/>
                </a:lnTo>
                <a:lnTo>
                  <a:pt x="278892" y="0"/>
                </a:lnTo>
                <a:lnTo>
                  <a:pt x="4570476" y="0"/>
                </a:lnTo>
                <a:lnTo>
                  <a:pt x="4616002" y="3553"/>
                </a:lnTo>
                <a:lnTo>
                  <a:pt x="4659160" y="14057"/>
                </a:lnTo>
                <a:lnTo>
                  <a:pt x="4699382" y="30933"/>
                </a:lnTo>
                <a:lnTo>
                  <a:pt x="4736098" y="53602"/>
                </a:lnTo>
                <a:lnTo>
                  <a:pt x="4768738" y="81486"/>
                </a:lnTo>
                <a:lnTo>
                  <a:pt x="4796735" y="114007"/>
                </a:lnTo>
                <a:lnTo>
                  <a:pt x="4819517" y="150586"/>
                </a:lnTo>
                <a:lnTo>
                  <a:pt x="4836517" y="190646"/>
                </a:lnTo>
                <a:lnTo>
                  <a:pt x="4847165" y="233607"/>
                </a:lnTo>
                <a:lnTo>
                  <a:pt x="4850892" y="278892"/>
                </a:lnTo>
                <a:lnTo>
                  <a:pt x="4850892" y="1395984"/>
                </a:lnTo>
                <a:lnTo>
                  <a:pt x="4847165" y="1441475"/>
                </a:lnTo>
                <a:lnTo>
                  <a:pt x="4836517" y="1484607"/>
                </a:lnTo>
                <a:lnTo>
                  <a:pt x="4819517" y="1524810"/>
                </a:lnTo>
                <a:lnTo>
                  <a:pt x="4796735" y="1561514"/>
                </a:lnTo>
                <a:lnTo>
                  <a:pt x="4768738" y="1594151"/>
                </a:lnTo>
                <a:lnTo>
                  <a:pt x="4736098" y="1622151"/>
                </a:lnTo>
                <a:lnTo>
                  <a:pt x="4699382" y="1644945"/>
                </a:lnTo>
                <a:lnTo>
                  <a:pt x="4659160" y="1661964"/>
                </a:lnTo>
                <a:lnTo>
                  <a:pt x="4616002" y="1672639"/>
                </a:lnTo>
                <a:lnTo>
                  <a:pt x="4570476" y="1676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47534" y="4252467"/>
            <a:ext cx="42926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{1000,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2000,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3000}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17691" y="4233671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6468" y="3561588"/>
            <a:ext cx="4997450" cy="2664460"/>
          </a:xfrm>
          <a:custGeom>
            <a:avLst/>
            <a:gdLst/>
            <a:ahLst/>
            <a:cxnLst/>
            <a:rect l="l" t="t" r="r" b="b"/>
            <a:pathLst>
              <a:path w="4997450" h="2664460">
                <a:moveTo>
                  <a:pt x="4553711" y="2663952"/>
                </a:moveTo>
                <a:lnTo>
                  <a:pt x="443484" y="2663952"/>
                </a:lnTo>
                <a:lnTo>
                  <a:pt x="395097" y="2661228"/>
                </a:lnTo>
                <a:lnTo>
                  <a:pt x="348222" y="2653491"/>
                </a:lnTo>
                <a:lnTo>
                  <a:pt x="303132" y="2641009"/>
                </a:lnTo>
                <a:lnTo>
                  <a:pt x="260096" y="2624050"/>
                </a:lnTo>
                <a:lnTo>
                  <a:pt x="219388" y="2602884"/>
                </a:lnTo>
                <a:lnTo>
                  <a:pt x="181277" y="2577780"/>
                </a:lnTo>
                <a:lnTo>
                  <a:pt x="146037" y="2549005"/>
                </a:lnTo>
                <a:lnTo>
                  <a:pt x="113938" y="2516829"/>
                </a:lnTo>
                <a:lnTo>
                  <a:pt x="85251" y="2481521"/>
                </a:lnTo>
                <a:lnTo>
                  <a:pt x="60248" y="2443350"/>
                </a:lnTo>
                <a:lnTo>
                  <a:pt x="39201" y="2402583"/>
                </a:lnTo>
                <a:lnTo>
                  <a:pt x="22382" y="2359490"/>
                </a:lnTo>
                <a:lnTo>
                  <a:pt x="10060" y="2314340"/>
                </a:lnTo>
                <a:lnTo>
                  <a:pt x="2509" y="2267402"/>
                </a:lnTo>
                <a:lnTo>
                  <a:pt x="0" y="2218944"/>
                </a:lnTo>
                <a:lnTo>
                  <a:pt x="0" y="443484"/>
                </a:lnTo>
                <a:lnTo>
                  <a:pt x="2509" y="395215"/>
                </a:lnTo>
                <a:lnTo>
                  <a:pt x="10060" y="348442"/>
                </a:lnTo>
                <a:lnTo>
                  <a:pt x="22382" y="303436"/>
                </a:lnTo>
                <a:lnTo>
                  <a:pt x="39201" y="260469"/>
                </a:lnTo>
                <a:lnTo>
                  <a:pt x="60248" y="219811"/>
                </a:lnTo>
                <a:lnTo>
                  <a:pt x="85251" y="181735"/>
                </a:lnTo>
                <a:lnTo>
                  <a:pt x="113938" y="146511"/>
                </a:lnTo>
                <a:lnTo>
                  <a:pt x="146037" y="114412"/>
                </a:lnTo>
                <a:lnTo>
                  <a:pt x="181277" y="85708"/>
                </a:lnTo>
                <a:lnTo>
                  <a:pt x="219388" y="60672"/>
                </a:lnTo>
                <a:lnTo>
                  <a:pt x="260096" y="39574"/>
                </a:lnTo>
                <a:lnTo>
                  <a:pt x="303132" y="22686"/>
                </a:lnTo>
                <a:lnTo>
                  <a:pt x="348222" y="10280"/>
                </a:lnTo>
                <a:lnTo>
                  <a:pt x="395097" y="2628"/>
                </a:lnTo>
                <a:lnTo>
                  <a:pt x="443484" y="0"/>
                </a:lnTo>
                <a:lnTo>
                  <a:pt x="4553711" y="0"/>
                </a:lnTo>
                <a:lnTo>
                  <a:pt x="4602075" y="2628"/>
                </a:lnTo>
                <a:lnTo>
                  <a:pt x="4648929" y="10280"/>
                </a:lnTo>
                <a:lnTo>
                  <a:pt x="4694002" y="22686"/>
                </a:lnTo>
                <a:lnTo>
                  <a:pt x="4737024" y="39574"/>
                </a:lnTo>
                <a:lnTo>
                  <a:pt x="4777723" y="60672"/>
                </a:lnTo>
                <a:lnTo>
                  <a:pt x="4815826" y="85708"/>
                </a:lnTo>
                <a:lnTo>
                  <a:pt x="4851063" y="114412"/>
                </a:lnTo>
                <a:lnTo>
                  <a:pt x="4883163" y="146511"/>
                </a:lnTo>
                <a:lnTo>
                  <a:pt x="4911853" y="181735"/>
                </a:lnTo>
                <a:lnTo>
                  <a:pt x="4936862" y="219811"/>
                </a:lnTo>
                <a:lnTo>
                  <a:pt x="4957919" y="260469"/>
                </a:lnTo>
                <a:lnTo>
                  <a:pt x="4974752" y="303436"/>
                </a:lnTo>
                <a:lnTo>
                  <a:pt x="4987091" y="348442"/>
                </a:lnTo>
                <a:lnTo>
                  <a:pt x="4994662" y="395215"/>
                </a:lnTo>
                <a:lnTo>
                  <a:pt x="4997196" y="443484"/>
                </a:lnTo>
                <a:lnTo>
                  <a:pt x="4997196" y="2218944"/>
                </a:lnTo>
                <a:lnTo>
                  <a:pt x="4994662" y="2267402"/>
                </a:lnTo>
                <a:lnTo>
                  <a:pt x="4987091" y="2314340"/>
                </a:lnTo>
                <a:lnTo>
                  <a:pt x="4974752" y="2359490"/>
                </a:lnTo>
                <a:lnTo>
                  <a:pt x="4957919" y="2402583"/>
                </a:lnTo>
                <a:lnTo>
                  <a:pt x="4936862" y="2443350"/>
                </a:lnTo>
                <a:lnTo>
                  <a:pt x="4911853" y="2481521"/>
                </a:lnTo>
                <a:lnTo>
                  <a:pt x="4883163" y="2516829"/>
                </a:lnTo>
                <a:lnTo>
                  <a:pt x="4851063" y="2549005"/>
                </a:lnTo>
                <a:lnTo>
                  <a:pt x="4815826" y="2577780"/>
                </a:lnTo>
                <a:lnTo>
                  <a:pt x="4777723" y="2602884"/>
                </a:lnTo>
                <a:lnTo>
                  <a:pt x="4737024" y="2624050"/>
                </a:lnTo>
                <a:lnTo>
                  <a:pt x="4694002" y="2641009"/>
                </a:lnTo>
                <a:lnTo>
                  <a:pt x="4648929" y="2653491"/>
                </a:lnTo>
                <a:lnTo>
                  <a:pt x="4602075" y="2661228"/>
                </a:lnTo>
                <a:lnTo>
                  <a:pt x="4553711" y="26639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0455" y="3467100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9035" y="377951"/>
                </a:moveTo>
                <a:lnTo>
                  <a:pt x="64007" y="377951"/>
                </a:lnTo>
                <a:lnTo>
                  <a:pt x="39078" y="373284"/>
                </a:lnTo>
                <a:lnTo>
                  <a:pt x="18797" y="359916"/>
                </a:lnTo>
                <a:lnTo>
                  <a:pt x="5120" y="339945"/>
                </a:lnTo>
                <a:lnTo>
                  <a:pt x="0" y="315467"/>
                </a:lnTo>
                <a:lnTo>
                  <a:pt x="0" y="62484"/>
                </a:lnTo>
                <a:lnTo>
                  <a:pt x="5120" y="37935"/>
                </a:lnTo>
                <a:lnTo>
                  <a:pt x="18797" y="17940"/>
                </a:lnTo>
                <a:lnTo>
                  <a:pt x="39078" y="4596"/>
                </a:lnTo>
                <a:lnTo>
                  <a:pt x="64007" y="0"/>
                </a:lnTo>
                <a:lnTo>
                  <a:pt x="669035" y="0"/>
                </a:lnTo>
                <a:lnTo>
                  <a:pt x="693370" y="4596"/>
                </a:lnTo>
                <a:lnTo>
                  <a:pt x="713293" y="17940"/>
                </a:lnTo>
                <a:lnTo>
                  <a:pt x="726709" y="37935"/>
                </a:lnTo>
                <a:lnTo>
                  <a:pt x="731519" y="62484"/>
                </a:lnTo>
                <a:lnTo>
                  <a:pt x="731519" y="315467"/>
                </a:lnTo>
                <a:lnTo>
                  <a:pt x="726709" y="339945"/>
                </a:lnTo>
                <a:lnTo>
                  <a:pt x="713293" y="359916"/>
                </a:lnTo>
                <a:lnTo>
                  <a:pt x="693370" y="373284"/>
                </a:lnTo>
                <a:lnTo>
                  <a:pt x="669035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24623" y="349385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9319" y="4254500"/>
            <a:ext cx="45974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创建一个集</a:t>
            </a:r>
            <a:r>
              <a:rPr dirty="0" sz="1600" spc="-5">
                <a:latin typeface="宋体"/>
                <a:cs typeface="宋体"/>
              </a:rPr>
              <a:t>合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set1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',1000,2000,3000}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9319" y="4986020"/>
            <a:ext cx="2056764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输出的集合是无序</a:t>
            </a:r>
            <a:r>
              <a:rPr dirty="0" sz="1600" spc="-5">
                <a:latin typeface="宋体"/>
                <a:cs typeface="宋体"/>
              </a:rPr>
              <a:t>的 print(set1)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940" y="217411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集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29" y="746010"/>
                </a:lnTo>
                <a:lnTo>
                  <a:pt x="36390" y="718961"/>
                </a:lnTo>
                <a:lnTo>
                  <a:pt x="9598" y="678760"/>
                </a:lnTo>
                <a:lnTo>
                  <a:pt x="0" y="629411"/>
                </a:lnTo>
                <a:lnTo>
                  <a:pt x="0" y="126491"/>
                </a:lnTo>
                <a:lnTo>
                  <a:pt x="9598" y="77229"/>
                </a:lnTo>
                <a:lnTo>
                  <a:pt x="36390" y="37057"/>
                </a:lnTo>
                <a:lnTo>
                  <a:pt x="76229" y="9979"/>
                </a:lnTo>
                <a:lnTo>
                  <a:pt x="124968" y="0"/>
                </a:lnTo>
                <a:lnTo>
                  <a:pt x="10674096" y="0"/>
                </a:lnTo>
                <a:lnTo>
                  <a:pt x="10722834" y="9979"/>
                </a:lnTo>
                <a:lnTo>
                  <a:pt x="10762673" y="37057"/>
                </a:lnTo>
                <a:lnTo>
                  <a:pt x="10789465" y="77229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5" y="678760"/>
                </a:lnTo>
                <a:lnTo>
                  <a:pt x="10762673" y="718961"/>
                </a:lnTo>
                <a:lnTo>
                  <a:pt x="10722834" y="746010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6800" y="1458988"/>
            <a:ext cx="561403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</a:rPr>
              <a:t>在创建集合时，若传入重复元素，将自动被过滤</a:t>
            </a:r>
            <a:r>
              <a:rPr dirty="0" sz="2000" spc="5">
                <a:solidFill>
                  <a:srgbClr val="FFFFFF"/>
                </a:solidFill>
              </a:rPr>
              <a:t>。</a:t>
            </a:r>
            <a:endParaRPr sz="2000"/>
          </a:p>
        </p:txBody>
      </p:sp>
      <p:sp>
        <p:nvSpPr>
          <p:cNvPr id="5" name="object 5"/>
          <p:cNvSpPr/>
          <p:nvPr/>
        </p:nvSpPr>
        <p:spPr>
          <a:xfrm>
            <a:off x="7420356" y="3342132"/>
            <a:ext cx="4075429" cy="1676400"/>
          </a:xfrm>
          <a:custGeom>
            <a:avLst/>
            <a:gdLst/>
            <a:ahLst/>
            <a:cxnLst/>
            <a:rect l="l" t="t" r="r" b="b"/>
            <a:pathLst>
              <a:path w="4075429" h="1676400">
                <a:moveTo>
                  <a:pt x="3796284" y="1676400"/>
                </a:moveTo>
                <a:lnTo>
                  <a:pt x="280416" y="1676400"/>
                </a:lnTo>
                <a:lnTo>
                  <a:pt x="234889" y="1672709"/>
                </a:lnTo>
                <a:lnTo>
                  <a:pt x="191731" y="1662098"/>
                </a:lnTo>
                <a:lnTo>
                  <a:pt x="151509" y="1645146"/>
                </a:lnTo>
                <a:lnTo>
                  <a:pt x="114793" y="1622432"/>
                </a:lnTo>
                <a:lnTo>
                  <a:pt x="82153" y="1594532"/>
                </a:lnTo>
                <a:lnTo>
                  <a:pt x="54156" y="1562026"/>
                </a:lnTo>
                <a:lnTo>
                  <a:pt x="31374" y="1525493"/>
                </a:lnTo>
                <a:lnTo>
                  <a:pt x="14374" y="1485509"/>
                </a:lnTo>
                <a:lnTo>
                  <a:pt x="3726" y="1442655"/>
                </a:lnTo>
                <a:lnTo>
                  <a:pt x="0" y="1397507"/>
                </a:lnTo>
                <a:lnTo>
                  <a:pt x="0" y="278891"/>
                </a:lnTo>
                <a:lnTo>
                  <a:pt x="3726" y="233676"/>
                </a:lnTo>
                <a:lnTo>
                  <a:pt x="14374" y="190768"/>
                </a:lnTo>
                <a:lnTo>
                  <a:pt x="31374" y="150746"/>
                </a:lnTo>
                <a:lnTo>
                  <a:pt x="54156" y="114190"/>
                </a:lnTo>
                <a:lnTo>
                  <a:pt x="82153" y="81676"/>
                </a:lnTo>
                <a:lnTo>
                  <a:pt x="114793" y="53785"/>
                </a:lnTo>
                <a:lnTo>
                  <a:pt x="151509" y="31093"/>
                </a:lnTo>
                <a:lnTo>
                  <a:pt x="191731" y="14179"/>
                </a:lnTo>
                <a:lnTo>
                  <a:pt x="234889" y="3622"/>
                </a:lnTo>
                <a:lnTo>
                  <a:pt x="280416" y="0"/>
                </a:lnTo>
                <a:lnTo>
                  <a:pt x="3796284" y="0"/>
                </a:lnTo>
                <a:lnTo>
                  <a:pt x="3841602" y="3622"/>
                </a:lnTo>
                <a:lnTo>
                  <a:pt x="3884590" y="14179"/>
                </a:lnTo>
                <a:lnTo>
                  <a:pt x="3924669" y="31093"/>
                </a:lnTo>
                <a:lnTo>
                  <a:pt x="3961260" y="53785"/>
                </a:lnTo>
                <a:lnTo>
                  <a:pt x="3993784" y="81676"/>
                </a:lnTo>
                <a:lnTo>
                  <a:pt x="4021665" y="114190"/>
                </a:lnTo>
                <a:lnTo>
                  <a:pt x="4044323" y="150746"/>
                </a:lnTo>
                <a:lnTo>
                  <a:pt x="4061179" y="190768"/>
                </a:lnTo>
                <a:lnTo>
                  <a:pt x="4071656" y="233676"/>
                </a:lnTo>
                <a:lnTo>
                  <a:pt x="4075176" y="278891"/>
                </a:lnTo>
                <a:lnTo>
                  <a:pt x="4075176" y="1397507"/>
                </a:lnTo>
                <a:lnTo>
                  <a:pt x="4071656" y="1442655"/>
                </a:lnTo>
                <a:lnTo>
                  <a:pt x="4061179" y="1485509"/>
                </a:lnTo>
                <a:lnTo>
                  <a:pt x="4044323" y="1525493"/>
                </a:lnTo>
                <a:lnTo>
                  <a:pt x="4021665" y="1562026"/>
                </a:lnTo>
                <a:lnTo>
                  <a:pt x="3993784" y="1594532"/>
                </a:lnTo>
                <a:lnTo>
                  <a:pt x="3961260" y="1622432"/>
                </a:lnTo>
                <a:lnTo>
                  <a:pt x="3924669" y="1645146"/>
                </a:lnTo>
                <a:lnTo>
                  <a:pt x="3884590" y="1662098"/>
                </a:lnTo>
                <a:lnTo>
                  <a:pt x="3841602" y="1672709"/>
                </a:lnTo>
                <a:lnTo>
                  <a:pt x="3796284" y="1676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59369" y="3766057"/>
            <a:ext cx="36830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{1000,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14743" y="3663696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1959" y="2848355"/>
            <a:ext cx="6116320" cy="2664460"/>
          </a:xfrm>
          <a:custGeom>
            <a:avLst/>
            <a:gdLst/>
            <a:ahLst/>
            <a:cxnLst/>
            <a:rect l="l" t="t" r="r" b="b"/>
            <a:pathLst>
              <a:path w="6116320" h="2664460">
                <a:moveTo>
                  <a:pt x="5670804" y="2663952"/>
                </a:moveTo>
                <a:lnTo>
                  <a:pt x="445008" y="2663952"/>
                </a:lnTo>
                <a:lnTo>
                  <a:pt x="396549" y="2661252"/>
                </a:lnTo>
                <a:lnTo>
                  <a:pt x="349611" y="2653535"/>
                </a:lnTo>
                <a:lnTo>
                  <a:pt x="304461" y="2641070"/>
                </a:lnTo>
                <a:lnTo>
                  <a:pt x="261368" y="2624125"/>
                </a:lnTo>
                <a:lnTo>
                  <a:pt x="220601" y="2602969"/>
                </a:lnTo>
                <a:lnTo>
                  <a:pt x="182430" y="2577871"/>
                </a:lnTo>
                <a:lnTo>
                  <a:pt x="147122" y="2549100"/>
                </a:lnTo>
                <a:lnTo>
                  <a:pt x="114946" y="2516924"/>
                </a:lnTo>
                <a:lnTo>
                  <a:pt x="86171" y="2481613"/>
                </a:lnTo>
                <a:lnTo>
                  <a:pt x="61067" y="2443434"/>
                </a:lnTo>
                <a:lnTo>
                  <a:pt x="39901" y="2402658"/>
                </a:lnTo>
                <a:lnTo>
                  <a:pt x="22942" y="2359551"/>
                </a:lnTo>
                <a:lnTo>
                  <a:pt x="10460" y="2314384"/>
                </a:lnTo>
                <a:lnTo>
                  <a:pt x="2723" y="2267426"/>
                </a:lnTo>
                <a:lnTo>
                  <a:pt x="0" y="2218944"/>
                </a:lnTo>
                <a:lnTo>
                  <a:pt x="0" y="443484"/>
                </a:lnTo>
                <a:lnTo>
                  <a:pt x="2723" y="395239"/>
                </a:lnTo>
                <a:lnTo>
                  <a:pt x="10460" y="348486"/>
                </a:lnTo>
                <a:lnTo>
                  <a:pt x="22942" y="303497"/>
                </a:lnTo>
                <a:lnTo>
                  <a:pt x="39901" y="260543"/>
                </a:lnTo>
                <a:lnTo>
                  <a:pt x="61067" y="219896"/>
                </a:lnTo>
                <a:lnTo>
                  <a:pt x="86171" y="181826"/>
                </a:lnTo>
                <a:lnTo>
                  <a:pt x="114946" y="146606"/>
                </a:lnTo>
                <a:lnTo>
                  <a:pt x="147122" y="114506"/>
                </a:lnTo>
                <a:lnTo>
                  <a:pt x="182430" y="85799"/>
                </a:lnTo>
                <a:lnTo>
                  <a:pt x="220601" y="60756"/>
                </a:lnTo>
                <a:lnTo>
                  <a:pt x="261368" y="39648"/>
                </a:lnTo>
                <a:lnTo>
                  <a:pt x="304461" y="22747"/>
                </a:lnTo>
                <a:lnTo>
                  <a:pt x="349611" y="10324"/>
                </a:lnTo>
                <a:lnTo>
                  <a:pt x="396549" y="2651"/>
                </a:lnTo>
                <a:lnTo>
                  <a:pt x="445008" y="0"/>
                </a:lnTo>
                <a:lnTo>
                  <a:pt x="5670804" y="0"/>
                </a:lnTo>
                <a:lnTo>
                  <a:pt x="5719238" y="2651"/>
                </a:lnTo>
                <a:lnTo>
                  <a:pt x="5766156" y="10324"/>
                </a:lnTo>
                <a:lnTo>
                  <a:pt x="5811289" y="22747"/>
                </a:lnTo>
                <a:lnTo>
                  <a:pt x="5854369" y="39648"/>
                </a:lnTo>
                <a:lnTo>
                  <a:pt x="5895125" y="60756"/>
                </a:lnTo>
                <a:lnTo>
                  <a:pt x="5933290" y="85799"/>
                </a:lnTo>
                <a:lnTo>
                  <a:pt x="5968595" y="114506"/>
                </a:lnTo>
                <a:lnTo>
                  <a:pt x="6000770" y="146606"/>
                </a:lnTo>
                <a:lnTo>
                  <a:pt x="6029548" y="181826"/>
                </a:lnTo>
                <a:lnTo>
                  <a:pt x="6054660" y="219896"/>
                </a:lnTo>
                <a:lnTo>
                  <a:pt x="6075836" y="260543"/>
                </a:lnTo>
                <a:lnTo>
                  <a:pt x="6092808" y="303497"/>
                </a:lnTo>
                <a:lnTo>
                  <a:pt x="6105307" y="348486"/>
                </a:lnTo>
                <a:lnTo>
                  <a:pt x="6113064" y="395239"/>
                </a:lnTo>
                <a:lnTo>
                  <a:pt x="6115812" y="443484"/>
                </a:lnTo>
                <a:lnTo>
                  <a:pt x="6115812" y="2218944"/>
                </a:lnTo>
                <a:lnTo>
                  <a:pt x="6113064" y="2267426"/>
                </a:lnTo>
                <a:lnTo>
                  <a:pt x="6105307" y="2314384"/>
                </a:lnTo>
                <a:lnTo>
                  <a:pt x="6092808" y="2359551"/>
                </a:lnTo>
                <a:lnTo>
                  <a:pt x="6075836" y="2402658"/>
                </a:lnTo>
                <a:lnTo>
                  <a:pt x="6054660" y="2443434"/>
                </a:lnTo>
                <a:lnTo>
                  <a:pt x="6029548" y="2481613"/>
                </a:lnTo>
                <a:lnTo>
                  <a:pt x="6000770" y="2516924"/>
                </a:lnTo>
                <a:lnTo>
                  <a:pt x="5968595" y="2549100"/>
                </a:lnTo>
                <a:lnTo>
                  <a:pt x="5933290" y="2577871"/>
                </a:lnTo>
                <a:lnTo>
                  <a:pt x="5895125" y="2602969"/>
                </a:lnTo>
                <a:lnTo>
                  <a:pt x="5854369" y="2624125"/>
                </a:lnTo>
                <a:lnTo>
                  <a:pt x="5811289" y="2641070"/>
                </a:lnTo>
                <a:lnTo>
                  <a:pt x="5766156" y="2653535"/>
                </a:lnTo>
                <a:lnTo>
                  <a:pt x="5719238" y="2661252"/>
                </a:lnTo>
                <a:lnTo>
                  <a:pt x="5670804" y="26639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7472" y="2753867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7512" y="377951"/>
                </a:moveTo>
                <a:lnTo>
                  <a:pt x="62484" y="377951"/>
                </a:lnTo>
                <a:lnTo>
                  <a:pt x="38220" y="373355"/>
                </a:lnTo>
                <a:lnTo>
                  <a:pt x="18321" y="360011"/>
                </a:lnTo>
                <a:lnTo>
                  <a:pt x="4882" y="340016"/>
                </a:lnTo>
                <a:lnTo>
                  <a:pt x="0" y="315467"/>
                </a:lnTo>
                <a:lnTo>
                  <a:pt x="0" y="62483"/>
                </a:lnTo>
                <a:lnTo>
                  <a:pt x="4882" y="38006"/>
                </a:lnTo>
                <a:lnTo>
                  <a:pt x="18321" y="18035"/>
                </a:lnTo>
                <a:lnTo>
                  <a:pt x="38220" y="4667"/>
                </a:lnTo>
                <a:lnTo>
                  <a:pt x="62484" y="0"/>
                </a:lnTo>
                <a:lnTo>
                  <a:pt x="667512" y="0"/>
                </a:lnTo>
                <a:lnTo>
                  <a:pt x="692513" y="4667"/>
                </a:lnTo>
                <a:lnTo>
                  <a:pt x="712817" y="18035"/>
                </a:lnTo>
                <a:lnTo>
                  <a:pt x="726471" y="38006"/>
                </a:lnTo>
                <a:lnTo>
                  <a:pt x="731519" y="62483"/>
                </a:lnTo>
                <a:lnTo>
                  <a:pt x="731519" y="315467"/>
                </a:lnTo>
                <a:lnTo>
                  <a:pt x="726471" y="340016"/>
                </a:lnTo>
                <a:lnTo>
                  <a:pt x="712817" y="360011"/>
                </a:lnTo>
                <a:lnTo>
                  <a:pt x="692513" y="373355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1258" y="278075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955" y="3541395"/>
            <a:ext cx="57150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创建一个集</a:t>
            </a:r>
            <a:r>
              <a:rPr dirty="0" sz="1600" spc="-5">
                <a:latin typeface="宋体"/>
                <a:cs typeface="宋体"/>
              </a:rPr>
              <a:t>合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set2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',1000,2000,1000}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5955" y="4272914"/>
            <a:ext cx="11430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输出集</a:t>
            </a:r>
            <a:r>
              <a:rPr dirty="0" sz="1600" spc="-5">
                <a:latin typeface="宋体"/>
                <a:cs typeface="宋体"/>
              </a:rPr>
              <a:t>合 </a:t>
            </a:r>
            <a:r>
              <a:rPr dirty="0" sz="1600" spc="-5">
                <a:latin typeface="宋体"/>
                <a:cs typeface="宋体"/>
              </a:rPr>
              <a:t>print(set2)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集合常用函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29867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2" y="1254776"/>
                </a:lnTo>
                <a:lnTo>
                  <a:pt x="116899" y="1238955"/>
                </a:lnTo>
                <a:lnTo>
                  <a:pt x="78060" y="1214138"/>
                </a:lnTo>
                <a:lnTo>
                  <a:pt x="45669" y="1181582"/>
                </a:lnTo>
                <a:lnTo>
                  <a:pt x="21007" y="1142543"/>
                </a:lnTo>
                <a:lnTo>
                  <a:pt x="5356" y="1098275"/>
                </a:lnTo>
                <a:lnTo>
                  <a:pt x="0" y="1050035"/>
                </a:lnTo>
                <a:lnTo>
                  <a:pt x="0" y="210311"/>
                </a:lnTo>
                <a:lnTo>
                  <a:pt x="5356" y="162095"/>
                </a:lnTo>
                <a:lnTo>
                  <a:pt x="21007" y="117843"/>
                </a:lnTo>
                <a:lnTo>
                  <a:pt x="45669" y="78811"/>
                </a:lnTo>
                <a:lnTo>
                  <a:pt x="78060" y="46255"/>
                </a:lnTo>
                <a:lnTo>
                  <a:pt x="116899" y="21431"/>
                </a:lnTo>
                <a:lnTo>
                  <a:pt x="160902" y="5594"/>
                </a:lnTo>
                <a:lnTo>
                  <a:pt x="208787" y="0"/>
                </a:lnTo>
                <a:lnTo>
                  <a:pt x="10590276" y="0"/>
                </a:lnTo>
                <a:lnTo>
                  <a:pt x="10638161" y="5594"/>
                </a:lnTo>
                <a:lnTo>
                  <a:pt x="10682164" y="21431"/>
                </a:lnTo>
                <a:lnTo>
                  <a:pt x="10721003" y="46255"/>
                </a:lnTo>
                <a:lnTo>
                  <a:pt x="10753394" y="78811"/>
                </a:lnTo>
                <a:lnTo>
                  <a:pt x="10778056" y="117843"/>
                </a:lnTo>
                <a:lnTo>
                  <a:pt x="10793707" y="162095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7" y="1098275"/>
                </a:lnTo>
                <a:lnTo>
                  <a:pt x="10778056" y="1142543"/>
                </a:lnTo>
                <a:lnTo>
                  <a:pt x="10753394" y="1181582"/>
                </a:lnTo>
                <a:lnTo>
                  <a:pt x="10721003" y="1214138"/>
                </a:lnTo>
                <a:lnTo>
                  <a:pt x="10682164" y="1238955"/>
                </a:lnTo>
                <a:lnTo>
                  <a:pt x="10638161" y="125477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66800" y="1307350"/>
            <a:ext cx="3225165" cy="939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添加元素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：set.add(key)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删除元素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：set.remove(key)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31607" y="3855720"/>
            <a:ext cx="4075429" cy="1676400"/>
          </a:xfrm>
          <a:custGeom>
            <a:avLst/>
            <a:gdLst/>
            <a:ahLst/>
            <a:cxnLst/>
            <a:rect l="l" t="t" r="r" b="b"/>
            <a:pathLst>
              <a:path w="4075429" h="1676400">
                <a:moveTo>
                  <a:pt x="3794760" y="1676400"/>
                </a:moveTo>
                <a:lnTo>
                  <a:pt x="278892" y="1676400"/>
                </a:lnTo>
                <a:lnTo>
                  <a:pt x="233573" y="1672914"/>
                </a:lnTo>
                <a:lnTo>
                  <a:pt x="190585" y="1662464"/>
                </a:lnTo>
                <a:lnTo>
                  <a:pt x="150506" y="1645627"/>
                </a:lnTo>
                <a:lnTo>
                  <a:pt x="113915" y="1622980"/>
                </a:lnTo>
                <a:lnTo>
                  <a:pt x="81391" y="1595104"/>
                </a:lnTo>
                <a:lnTo>
                  <a:pt x="53510" y="1562575"/>
                </a:lnTo>
                <a:lnTo>
                  <a:pt x="30852" y="1525973"/>
                </a:lnTo>
                <a:lnTo>
                  <a:pt x="13996" y="1485875"/>
                </a:lnTo>
                <a:lnTo>
                  <a:pt x="3519" y="1442861"/>
                </a:lnTo>
                <a:lnTo>
                  <a:pt x="0" y="1397507"/>
                </a:lnTo>
                <a:lnTo>
                  <a:pt x="0" y="280415"/>
                </a:lnTo>
                <a:lnTo>
                  <a:pt x="3519" y="234992"/>
                </a:lnTo>
                <a:lnTo>
                  <a:pt x="13996" y="191914"/>
                </a:lnTo>
                <a:lnTo>
                  <a:pt x="30852" y="151749"/>
                </a:lnTo>
                <a:lnTo>
                  <a:pt x="53510" y="115068"/>
                </a:lnTo>
                <a:lnTo>
                  <a:pt x="81391" y="82438"/>
                </a:lnTo>
                <a:lnTo>
                  <a:pt x="113915" y="54431"/>
                </a:lnTo>
                <a:lnTo>
                  <a:pt x="150506" y="31614"/>
                </a:lnTo>
                <a:lnTo>
                  <a:pt x="190585" y="14557"/>
                </a:lnTo>
                <a:lnTo>
                  <a:pt x="233573" y="3829"/>
                </a:lnTo>
                <a:lnTo>
                  <a:pt x="278892" y="0"/>
                </a:lnTo>
                <a:lnTo>
                  <a:pt x="3794760" y="0"/>
                </a:lnTo>
                <a:lnTo>
                  <a:pt x="3840286" y="3829"/>
                </a:lnTo>
                <a:lnTo>
                  <a:pt x="3883444" y="14557"/>
                </a:lnTo>
                <a:lnTo>
                  <a:pt x="3923666" y="31614"/>
                </a:lnTo>
                <a:lnTo>
                  <a:pt x="3960382" y="54431"/>
                </a:lnTo>
                <a:lnTo>
                  <a:pt x="3993022" y="82438"/>
                </a:lnTo>
                <a:lnTo>
                  <a:pt x="4021019" y="115068"/>
                </a:lnTo>
                <a:lnTo>
                  <a:pt x="4043801" y="151749"/>
                </a:lnTo>
                <a:lnTo>
                  <a:pt x="4060801" y="191914"/>
                </a:lnTo>
                <a:lnTo>
                  <a:pt x="4071449" y="234992"/>
                </a:lnTo>
                <a:lnTo>
                  <a:pt x="4075176" y="280415"/>
                </a:lnTo>
                <a:lnTo>
                  <a:pt x="4075176" y="1397507"/>
                </a:lnTo>
                <a:lnTo>
                  <a:pt x="4071449" y="1442861"/>
                </a:lnTo>
                <a:lnTo>
                  <a:pt x="4060801" y="1485875"/>
                </a:lnTo>
                <a:lnTo>
                  <a:pt x="4043801" y="1525973"/>
                </a:lnTo>
                <a:lnTo>
                  <a:pt x="4021019" y="1562575"/>
                </a:lnTo>
                <a:lnTo>
                  <a:pt x="3993022" y="1595104"/>
                </a:lnTo>
                <a:lnTo>
                  <a:pt x="3960382" y="1622980"/>
                </a:lnTo>
                <a:lnTo>
                  <a:pt x="3923666" y="1645627"/>
                </a:lnTo>
                <a:lnTo>
                  <a:pt x="3883444" y="1662464"/>
                </a:lnTo>
                <a:lnTo>
                  <a:pt x="3840286" y="1672914"/>
                </a:lnTo>
                <a:lnTo>
                  <a:pt x="3794760" y="1676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69859" y="4280407"/>
            <a:ext cx="34798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应收票据及应收账款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7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</a:t>
            </a:r>
            <a:r>
              <a:rPr dirty="0" sz="1600">
                <a:latin typeface="宋体"/>
                <a:cs typeface="宋体"/>
              </a:rPr>
              <a:t>货币资金</a:t>
            </a:r>
            <a:r>
              <a:rPr dirty="0" sz="1600" spc="-5">
                <a:latin typeface="宋体"/>
                <a:cs typeface="宋体"/>
              </a:rPr>
              <a:t>'}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25411" y="4218432"/>
            <a:ext cx="547370" cy="952500"/>
          </a:xfrm>
          <a:custGeom>
            <a:avLst/>
            <a:gdLst/>
            <a:ahLst/>
            <a:cxnLst/>
            <a:rect l="l" t="t" r="r" b="b"/>
            <a:pathLst>
              <a:path w="547370" h="952500">
                <a:moveTo>
                  <a:pt x="272796" y="952500"/>
                </a:moveTo>
                <a:lnTo>
                  <a:pt x="272796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2796" y="237743"/>
                </a:lnTo>
                <a:lnTo>
                  <a:pt x="272796" y="0"/>
                </a:lnTo>
                <a:lnTo>
                  <a:pt x="547116" y="475488"/>
                </a:lnTo>
                <a:lnTo>
                  <a:pt x="272796" y="9525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3523" y="2898648"/>
            <a:ext cx="5721350" cy="3592195"/>
          </a:xfrm>
          <a:custGeom>
            <a:avLst/>
            <a:gdLst/>
            <a:ahLst/>
            <a:cxnLst/>
            <a:rect l="l" t="t" r="r" b="b"/>
            <a:pathLst>
              <a:path w="5721350" h="3592195">
                <a:moveTo>
                  <a:pt x="5123688" y="3592067"/>
                </a:moveTo>
                <a:lnTo>
                  <a:pt x="598932" y="3592067"/>
                </a:lnTo>
                <a:lnTo>
                  <a:pt x="549754" y="3590029"/>
                </a:lnTo>
                <a:lnTo>
                  <a:pt x="501678" y="3584129"/>
                </a:lnTo>
                <a:lnTo>
                  <a:pt x="454858" y="3574523"/>
                </a:lnTo>
                <a:lnTo>
                  <a:pt x="409446" y="3561364"/>
                </a:lnTo>
                <a:lnTo>
                  <a:pt x="365597" y="3544806"/>
                </a:lnTo>
                <a:lnTo>
                  <a:pt x="323465" y="3525003"/>
                </a:lnTo>
                <a:lnTo>
                  <a:pt x="283203" y="3502108"/>
                </a:lnTo>
                <a:lnTo>
                  <a:pt x="244965" y="3476275"/>
                </a:lnTo>
                <a:lnTo>
                  <a:pt x="208906" y="3447659"/>
                </a:lnTo>
                <a:lnTo>
                  <a:pt x="175179" y="3416412"/>
                </a:lnTo>
                <a:lnTo>
                  <a:pt x="143937" y="3382689"/>
                </a:lnTo>
                <a:lnTo>
                  <a:pt x="115335" y="3346644"/>
                </a:lnTo>
                <a:lnTo>
                  <a:pt x="89526" y="3308431"/>
                </a:lnTo>
                <a:lnTo>
                  <a:pt x="66664" y="3268202"/>
                </a:lnTo>
                <a:lnTo>
                  <a:pt x="46904" y="3226113"/>
                </a:lnTo>
                <a:lnTo>
                  <a:pt x="30398" y="3182316"/>
                </a:lnTo>
                <a:lnTo>
                  <a:pt x="17301" y="3136967"/>
                </a:lnTo>
                <a:lnTo>
                  <a:pt x="7766" y="3090217"/>
                </a:lnTo>
                <a:lnTo>
                  <a:pt x="1948" y="3042222"/>
                </a:lnTo>
                <a:lnTo>
                  <a:pt x="0" y="2993136"/>
                </a:lnTo>
                <a:lnTo>
                  <a:pt x="0" y="598931"/>
                </a:lnTo>
                <a:lnTo>
                  <a:pt x="1948" y="549809"/>
                </a:lnTo>
                <a:lnTo>
                  <a:pt x="7766" y="501781"/>
                </a:lnTo>
                <a:lnTo>
                  <a:pt x="17301" y="455003"/>
                </a:lnTo>
                <a:lnTo>
                  <a:pt x="30398" y="409629"/>
                </a:lnTo>
                <a:lnTo>
                  <a:pt x="46904" y="365811"/>
                </a:lnTo>
                <a:lnTo>
                  <a:pt x="66664" y="323705"/>
                </a:lnTo>
                <a:lnTo>
                  <a:pt x="89526" y="283463"/>
                </a:lnTo>
                <a:lnTo>
                  <a:pt x="115335" y="245240"/>
                </a:lnTo>
                <a:lnTo>
                  <a:pt x="143937" y="209189"/>
                </a:lnTo>
                <a:lnTo>
                  <a:pt x="175179" y="175464"/>
                </a:lnTo>
                <a:lnTo>
                  <a:pt x="208906" y="144220"/>
                </a:lnTo>
                <a:lnTo>
                  <a:pt x="244965" y="115609"/>
                </a:lnTo>
                <a:lnTo>
                  <a:pt x="283203" y="89786"/>
                </a:lnTo>
                <a:lnTo>
                  <a:pt x="323465" y="66904"/>
                </a:lnTo>
                <a:lnTo>
                  <a:pt x="365597" y="47118"/>
                </a:lnTo>
                <a:lnTo>
                  <a:pt x="409446" y="30581"/>
                </a:lnTo>
                <a:lnTo>
                  <a:pt x="454858" y="17446"/>
                </a:lnTo>
                <a:lnTo>
                  <a:pt x="501678" y="7869"/>
                </a:lnTo>
                <a:lnTo>
                  <a:pt x="549754" y="2002"/>
                </a:lnTo>
                <a:lnTo>
                  <a:pt x="598932" y="0"/>
                </a:lnTo>
                <a:lnTo>
                  <a:pt x="5123688" y="0"/>
                </a:lnTo>
                <a:lnTo>
                  <a:pt x="5172702" y="2002"/>
                </a:lnTo>
                <a:lnTo>
                  <a:pt x="5220631" y="7869"/>
                </a:lnTo>
                <a:lnTo>
                  <a:pt x="5267319" y="17446"/>
                </a:lnTo>
                <a:lnTo>
                  <a:pt x="5312612" y="30581"/>
                </a:lnTo>
                <a:lnTo>
                  <a:pt x="5356355" y="47118"/>
                </a:lnTo>
                <a:lnTo>
                  <a:pt x="5398393" y="66904"/>
                </a:lnTo>
                <a:lnTo>
                  <a:pt x="5438571" y="89786"/>
                </a:lnTo>
                <a:lnTo>
                  <a:pt x="5476733" y="115609"/>
                </a:lnTo>
                <a:lnTo>
                  <a:pt x="5512725" y="144220"/>
                </a:lnTo>
                <a:lnTo>
                  <a:pt x="5546393" y="175464"/>
                </a:lnTo>
                <a:lnTo>
                  <a:pt x="5577580" y="209189"/>
                </a:lnTo>
                <a:lnTo>
                  <a:pt x="5606132" y="245240"/>
                </a:lnTo>
                <a:lnTo>
                  <a:pt x="5631895" y="283463"/>
                </a:lnTo>
                <a:lnTo>
                  <a:pt x="5654712" y="323705"/>
                </a:lnTo>
                <a:lnTo>
                  <a:pt x="5674430" y="365811"/>
                </a:lnTo>
                <a:lnTo>
                  <a:pt x="5690892" y="409629"/>
                </a:lnTo>
                <a:lnTo>
                  <a:pt x="5703945" y="455003"/>
                </a:lnTo>
                <a:lnTo>
                  <a:pt x="5713433" y="501781"/>
                </a:lnTo>
                <a:lnTo>
                  <a:pt x="5719202" y="549809"/>
                </a:lnTo>
                <a:lnTo>
                  <a:pt x="5721096" y="598931"/>
                </a:lnTo>
                <a:lnTo>
                  <a:pt x="5721096" y="2993136"/>
                </a:lnTo>
                <a:lnTo>
                  <a:pt x="5719202" y="3042222"/>
                </a:lnTo>
                <a:lnTo>
                  <a:pt x="5713433" y="3090217"/>
                </a:lnTo>
                <a:lnTo>
                  <a:pt x="5703945" y="3136967"/>
                </a:lnTo>
                <a:lnTo>
                  <a:pt x="5690892" y="3182316"/>
                </a:lnTo>
                <a:lnTo>
                  <a:pt x="5674430" y="3226113"/>
                </a:lnTo>
                <a:lnTo>
                  <a:pt x="5654712" y="3268202"/>
                </a:lnTo>
                <a:lnTo>
                  <a:pt x="5631895" y="3308431"/>
                </a:lnTo>
                <a:lnTo>
                  <a:pt x="5606132" y="3346644"/>
                </a:lnTo>
                <a:lnTo>
                  <a:pt x="5577580" y="3382689"/>
                </a:lnTo>
                <a:lnTo>
                  <a:pt x="5546393" y="3416412"/>
                </a:lnTo>
                <a:lnTo>
                  <a:pt x="5512725" y="3447659"/>
                </a:lnTo>
                <a:lnTo>
                  <a:pt x="5476733" y="3476275"/>
                </a:lnTo>
                <a:lnTo>
                  <a:pt x="5438571" y="3502108"/>
                </a:lnTo>
                <a:lnTo>
                  <a:pt x="5398393" y="3525003"/>
                </a:lnTo>
                <a:lnTo>
                  <a:pt x="5356355" y="3544806"/>
                </a:lnTo>
                <a:lnTo>
                  <a:pt x="5312612" y="3561364"/>
                </a:lnTo>
                <a:lnTo>
                  <a:pt x="5267319" y="3574523"/>
                </a:lnTo>
                <a:lnTo>
                  <a:pt x="5220631" y="3584129"/>
                </a:lnTo>
                <a:lnTo>
                  <a:pt x="5172702" y="3590029"/>
                </a:lnTo>
                <a:lnTo>
                  <a:pt x="5123688" y="3592067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0268" y="2752344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6200" y="463295"/>
                </a:lnTo>
                <a:lnTo>
                  <a:pt x="46471" y="457592"/>
                </a:lnTo>
                <a:lnTo>
                  <a:pt x="22131" y="441259"/>
                </a:lnTo>
                <a:lnTo>
                  <a:pt x="5775" y="416895"/>
                </a:lnTo>
                <a:lnTo>
                  <a:pt x="0" y="387095"/>
                </a:lnTo>
                <a:lnTo>
                  <a:pt x="0" y="77723"/>
                </a:lnTo>
                <a:lnTo>
                  <a:pt x="5775" y="47257"/>
                </a:lnTo>
                <a:lnTo>
                  <a:pt x="22131" y="22512"/>
                </a:lnTo>
                <a:lnTo>
                  <a:pt x="46471" y="5941"/>
                </a:lnTo>
                <a:lnTo>
                  <a:pt x="76200" y="0"/>
                </a:lnTo>
                <a:lnTo>
                  <a:pt x="1085088" y="0"/>
                </a:lnTo>
                <a:lnTo>
                  <a:pt x="1115054" y="5941"/>
                </a:lnTo>
                <a:lnTo>
                  <a:pt x="1139632" y="22512"/>
                </a:lnTo>
                <a:lnTo>
                  <a:pt x="1156370" y="47257"/>
                </a:lnTo>
                <a:lnTo>
                  <a:pt x="1162812" y="77723"/>
                </a:lnTo>
                <a:lnTo>
                  <a:pt x="1162812" y="387095"/>
                </a:lnTo>
                <a:lnTo>
                  <a:pt x="1156370" y="416895"/>
                </a:lnTo>
                <a:lnTo>
                  <a:pt x="1139632" y="441259"/>
                </a:lnTo>
                <a:lnTo>
                  <a:pt x="1115054" y="457592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0681" y="2838246"/>
            <a:ext cx="4831715" cy="983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348615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创建一个集</a:t>
            </a:r>
            <a:r>
              <a:rPr dirty="0" sz="1600" spc="-5">
                <a:latin typeface="宋体"/>
                <a:cs typeface="宋体"/>
              </a:rPr>
              <a:t>合</a:t>
            </a:r>
            <a:endParaRPr sz="1600">
              <a:latin typeface="宋体"/>
              <a:cs typeface="宋体"/>
            </a:endParaRPr>
          </a:p>
          <a:p>
            <a:pPr marL="34861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account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2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货币资金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应收票据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应收账款</a:t>
            </a:r>
            <a:r>
              <a:rPr dirty="0" sz="1600" spc="-5">
                <a:latin typeface="宋体"/>
                <a:cs typeface="宋体"/>
              </a:rPr>
              <a:t>'}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800" y="4040504"/>
            <a:ext cx="33782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添加应收票据及应收账</a:t>
            </a:r>
            <a:r>
              <a:rPr dirty="0" sz="1600" spc="-5">
                <a:latin typeface="宋体"/>
                <a:cs typeface="宋体"/>
              </a:rPr>
              <a:t>款 </a:t>
            </a:r>
            <a:r>
              <a:rPr dirty="0" sz="1600" spc="-5">
                <a:latin typeface="宋体"/>
                <a:cs typeface="宋体"/>
              </a:rPr>
              <a:t>account.add('</a:t>
            </a:r>
            <a:r>
              <a:rPr dirty="0" sz="1600">
                <a:latin typeface="宋体"/>
                <a:cs typeface="宋体"/>
              </a:rPr>
              <a:t>应收票据及应收账款</a:t>
            </a:r>
            <a:r>
              <a:rPr dirty="0" sz="1600" spc="-5">
                <a:latin typeface="宋体"/>
                <a:cs typeface="宋体"/>
              </a:rPr>
              <a:t>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800" y="4772025"/>
            <a:ext cx="286956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分别删除应收票据、应收账</a:t>
            </a:r>
            <a:r>
              <a:rPr dirty="0" sz="1600" spc="-5">
                <a:latin typeface="宋体"/>
                <a:cs typeface="宋体"/>
              </a:rPr>
              <a:t>款 account.remove('</a:t>
            </a:r>
            <a:r>
              <a:rPr dirty="0" sz="1600">
                <a:latin typeface="宋体"/>
                <a:cs typeface="宋体"/>
              </a:rPr>
              <a:t>应收票据</a:t>
            </a:r>
            <a:r>
              <a:rPr dirty="0" sz="1600" spc="-5">
                <a:latin typeface="宋体"/>
                <a:cs typeface="宋体"/>
              </a:rPr>
              <a:t>')  account.remove('</a:t>
            </a:r>
            <a:r>
              <a:rPr dirty="0" sz="1600">
                <a:latin typeface="宋体"/>
                <a:cs typeface="宋体"/>
              </a:rPr>
              <a:t>应收账款</a:t>
            </a:r>
            <a:r>
              <a:rPr dirty="0" sz="1600" spc="-5">
                <a:latin typeface="宋体"/>
                <a:cs typeface="宋体"/>
              </a:rPr>
              <a:t>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6800" y="5747384"/>
            <a:ext cx="14478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输出集</a:t>
            </a:r>
            <a:r>
              <a:rPr dirty="0" sz="1600" spc="-5">
                <a:latin typeface="宋体"/>
                <a:cs typeface="宋体"/>
              </a:rPr>
              <a:t>合 </a:t>
            </a:r>
            <a:r>
              <a:rPr dirty="0" sz="1600" spc="-5">
                <a:latin typeface="宋体"/>
                <a:cs typeface="宋体"/>
              </a:rPr>
              <a:t>print(account)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6572" y="2106167"/>
            <a:ext cx="2307590" cy="2646045"/>
          </a:xfrm>
          <a:custGeom>
            <a:avLst/>
            <a:gdLst/>
            <a:ahLst/>
            <a:cxnLst/>
            <a:rect l="l" t="t" r="r" b="b"/>
            <a:pathLst>
              <a:path w="2307590" h="2646045">
                <a:moveTo>
                  <a:pt x="0" y="0"/>
                </a:moveTo>
                <a:lnTo>
                  <a:pt x="2307336" y="0"/>
                </a:lnTo>
                <a:lnTo>
                  <a:pt x="230733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5444" y="2106167"/>
            <a:ext cx="218884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05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3036" y="2909912"/>
            <a:ext cx="46132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数据类型转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换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数据类型转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29867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2" y="1254776"/>
                </a:lnTo>
                <a:lnTo>
                  <a:pt x="116899" y="1238955"/>
                </a:lnTo>
                <a:lnTo>
                  <a:pt x="78060" y="1214138"/>
                </a:lnTo>
                <a:lnTo>
                  <a:pt x="45669" y="1181582"/>
                </a:lnTo>
                <a:lnTo>
                  <a:pt x="21007" y="1142543"/>
                </a:lnTo>
                <a:lnTo>
                  <a:pt x="5356" y="1098275"/>
                </a:lnTo>
                <a:lnTo>
                  <a:pt x="0" y="1050035"/>
                </a:lnTo>
                <a:lnTo>
                  <a:pt x="0" y="210311"/>
                </a:lnTo>
                <a:lnTo>
                  <a:pt x="5356" y="162095"/>
                </a:lnTo>
                <a:lnTo>
                  <a:pt x="21007" y="117843"/>
                </a:lnTo>
                <a:lnTo>
                  <a:pt x="45669" y="78811"/>
                </a:lnTo>
                <a:lnTo>
                  <a:pt x="78060" y="46255"/>
                </a:lnTo>
                <a:lnTo>
                  <a:pt x="116899" y="21431"/>
                </a:lnTo>
                <a:lnTo>
                  <a:pt x="160902" y="5594"/>
                </a:lnTo>
                <a:lnTo>
                  <a:pt x="208787" y="0"/>
                </a:lnTo>
                <a:lnTo>
                  <a:pt x="10590276" y="0"/>
                </a:lnTo>
                <a:lnTo>
                  <a:pt x="10638161" y="5594"/>
                </a:lnTo>
                <a:lnTo>
                  <a:pt x="10682164" y="21431"/>
                </a:lnTo>
                <a:lnTo>
                  <a:pt x="10721003" y="46255"/>
                </a:lnTo>
                <a:lnTo>
                  <a:pt x="10753394" y="78811"/>
                </a:lnTo>
                <a:lnTo>
                  <a:pt x="10778056" y="117843"/>
                </a:lnTo>
                <a:lnTo>
                  <a:pt x="10793707" y="162095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7" y="1098275"/>
                </a:lnTo>
                <a:lnTo>
                  <a:pt x="10778056" y="1142543"/>
                </a:lnTo>
                <a:lnTo>
                  <a:pt x="10753394" y="1181582"/>
                </a:lnTo>
                <a:lnTo>
                  <a:pt x="10721003" y="1214138"/>
                </a:lnTo>
                <a:lnTo>
                  <a:pt x="10682164" y="1238955"/>
                </a:lnTo>
                <a:lnTo>
                  <a:pt x="10638161" y="125477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79500" y="1307350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数据类型转换，只需将数据类型作为函数名即可，这些函数返回一个新的对象，表示转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换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的值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9934" y="3098800"/>
          <a:ext cx="10819130" cy="252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/>
                <a:gridCol w="8999855"/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函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int(x)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将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转换为一个整数，注意文字类和小数类字符串无法转化为整数，浮点数可以转化为整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（抹零取整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float(x)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将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转换到一个浮点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str(x)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将对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象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转换为字符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串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list(s)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将序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列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s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转换为一个列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表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dict(d)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创建一个字典，d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必须是一个序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列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 (key,value)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元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组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05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数据类型转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换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45" y="746336"/>
                </a:lnTo>
                <a:lnTo>
                  <a:pt x="36404" y="719547"/>
                </a:lnTo>
                <a:lnTo>
                  <a:pt x="9603" y="679694"/>
                </a:lnTo>
                <a:lnTo>
                  <a:pt x="0" y="630935"/>
                </a:lnTo>
                <a:lnTo>
                  <a:pt x="0" y="126491"/>
                </a:lnTo>
                <a:lnTo>
                  <a:pt x="9603" y="77245"/>
                </a:lnTo>
                <a:lnTo>
                  <a:pt x="36404" y="37071"/>
                </a:lnTo>
                <a:lnTo>
                  <a:pt x="76245" y="9984"/>
                </a:lnTo>
                <a:lnTo>
                  <a:pt x="124968" y="0"/>
                </a:lnTo>
                <a:lnTo>
                  <a:pt x="10674096" y="0"/>
                </a:lnTo>
                <a:lnTo>
                  <a:pt x="10722818" y="9984"/>
                </a:lnTo>
                <a:lnTo>
                  <a:pt x="10762659" y="37071"/>
                </a:lnTo>
                <a:lnTo>
                  <a:pt x="10789460" y="77245"/>
                </a:lnTo>
                <a:lnTo>
                  <a:pt x="10799064" y="126491"/>
                </a:lnTo>
                <a:lnTo>
                  <a:pt x="10799064" y="630935"/>
                </a:lnTo>
                <a:lnTo>
                  <a:pt x="10789460" y="679694"/>
                </a:lnTo>
                <a:lnTo>
                  <a:pt x="10762659" y="719547"/>
                </a:lnTo>
                <a:lnTo>
                  <a:pt x="10722818" y="746336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0775" y="1460842"/>
            <a:ext cx="8664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：创建变量分别接收用户输入的收入值和成本值，然后打印输出毛利值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6468" y="2570988"/>
            <a:ext cx="5512435" cy="3693160"/>
          </a:xfrm>
          <a:custGeom>
            <a:avLst/>
            <a:gdLst/>
            <a:ahLst/>
            <a:cxnLst/>
            <a:rect l="l" t="t" r="r" b="b"/>
            <a:pathLst>
              <a:path w="5512435" h="3693160">
                <a:moveTo>
                  <a:pt x="4896611" y="3692652"/>
                </a:moveTo>
                <a:lnTo>
                  <a:pt x="614172" y="3692652"/>
                </a:lnTo>
                <a:lnTo>
                  <a:pt x="566178" y="3690713"/>
                </a:lnTo>
                <a:lnTo>
                  <a:pt x="519188" y="3685172"/>
                </a:lnTo>
                <a:lnTo>
                  <a:pt x="473339" y="3676163"/>
                </a:lnTo>
                <a:lnTo>
                  <a:pt x="428768" y="3663825"/>
                </a:lnTo>
                <a:lnTo>
                  <a:pt x="385612" y="3648292"/>
                </a:lnTo>
                <a:lnTo>
                  <a:pt x="344010" y="3629703"/>
                </a:lnTo>
                <a:lnTo>
                  <a:pt x="304100" y="3608194"/>
                </a:lnTo>
                <a:lnTo>
                  <a:pt x="266018" y="3583901"/>
                </a:lnTo>
                <a:lnTo>
                  <a:pt x="229902" y="3556960"/>
                </a:lnTo>
                <a:lnTo>
                  <a:pt x="195891" y="3527510"/>
                </a:lnTo>
                <a:lnTo>
                  <a:pt x="164121" y="3495686"/>
                </a:lnTo>
                <a:lnTo>
                  <a:pt x="134731" y="3461625"/>
                </a:lnTo>
                <a:lnTo>
                  <a:pt x="107858" y="3425463"/>
                </a:lnTo>
                <a:lnTo>
                  <a:pt x="83639" y="3387338"/>
                </a:lnTo>
                <a:lnTo>
                  <a:pt x="62212" y="3347386"/>
                </a:lnTo>
                <a:lnTo>
                  <a:pt x="43716" y="3305743"/>
                </a:lnTo>
                <a:lnTo>
                  <a:pt x="28287" y="3262546"/>
                </a:lnTo>
                <a:lnTo>
                  <a:pt x="16063" y="3217933"/>
                </a:lnTo>
                <a:lnTo>
                  <a:pt x="7182" y="3172039"/>
                </a:lnTo>
                <a:lnTo>
                  <a:pt x="1782" y="3125001"/>
                </a:lnTo>
                <a:lnTo>
                  <a:pt x="0" y="3076956"/>
                </a:lnTo>
                <a:lnTo>
                  <a:pt x="0" y="614172"/>
                </a:lnTo>
                <a:lnTo>
                  <a:pt x="1782" y="566178"/>
                </a:lnTo>
                <a:lnTo>
                  <a:pt x="7182" y="519188"/>
                </a:lnTo>
                <a:lnTo>
                  <a:pt x="16063" y="473339"/>
                </a:lnTo>
                <a:lnTo>
                  <a:pt x="28287" y="428768"/>
                </a:lnTo>
                <a:lnTo>
                  <a:pt x="43716" y="385612"/>
                </a:lnTo>
                <a:lnTo>
                  <a:pt x="62212" y="344010"/>
                </a:lnTo>
                <a:lnTo>
                  <a:pt x="83639" y="304100"/>
                </a:lnTo>
                <a:lnTo>
                  <a:pt x="107858" y="266018"/>
                </a:lnTo>
                <a:lnTo>
                  <a:pt x="134731" y="229902"/>
                </a:lnTo>
                <a:lnTo>
                  <a:pt x="164121" y="195891"/>
                </a:lnTo>
                <a:lnTo>
                  <a:pt x="195891" y="164121"/>
                </a:lnTo>
                <a:lnTo>
                  <a:pt x="229902" y="134731"/>
                </a:lnTo>
                <a:lnTo>
                  <a:pt x="266018" y="107858"/>
                </a:lnTo>
                <a:lnTo>
                  <a:pt x="304100" y="83639"/>
                </a:lnTo>
                <a:lnTo>
                  <a:pt x="344010" y="62212"/>
                </a:lnTo>
                <a:lnTo>
                  <a:pt x="385612" y="43716"/>
                </a:lnTo>
                <a:lnTo>
                  <a:pt x="428768" y="28287"/>
                </a:lnTo>
                <a:lnTo>
                  <a:pt x="473339" y="16063"/>
                </a:lnTo>
                <a:lnTo>
                  <a:pt x="519188" y="7182"/>
                </a:lnTo>
                <a:lnTo>
                  <a:pt x="566178" y="1782"/>
                </a:lnTo>
                <a:lnTo>
                  <a:pt x="614172" y="0"/>
                </a:lnTo>
                <a:lnTo>
                  <a:pt x="4896611" y="0"/>
                </a:lnTo>
                <a:lnTo>
                  <a:pt x="4944778" y="1782"/>
                </a:lnTo>
                <a:lnTo>
                  <a:pt x="4991924" y="7182"/>
                </a:lnTo>
                <a:lnTo>
                  <a:pt x="5037915" y="16063"/>
                </a:lnTo>
                <a:lnTo>
                  <a:pt x="5082613" y="28287"/>
                </a:lnTo>
                <a:lnTo>
                  <a:pt x="5125883" y="43716"/>
                </a:lnTo>
                <a:lnTo>
                  <a:pt x="5167586" y="62212"/>
                </a:lnTo>
                <a:lnTo>
                  <a:pt x="5207587" y="83639"/>
                </a:lnTo>
                <a:lnTo>
                  <a:pt x="5245748" y="107858"/>
                </a:lnTo>
                <a:lnTo>
                  <a:pt x="5281934" y="134731"/>
                </a:lnTo>
                <a:lnTo>
                  <a:pt x="5316007" y="164121"/>
                </a:lnTo>
                <a:lnTo>
                  <a:pt x="5347831" y="195891"/>
                </a:lnTo>
                <a:lnTo>
                  <a:pt x="5377270" y="229902"/>
                </a:lnTo>
                <a:lnTo>
                  <a:pt x="5404185" y="266018"/>
                </a:lnTo>
                <a:lnTo>
                  <a:pt x="5428442" y="304100"/>
                </a:lnTo>
                <a:lnTo>
                  <a:pt x="5449903" y="344010"/>
                </a:lnTo>
                <a:lnTo>
                  <a:pt x="5468432" y="385612"/>
                </a:lnTo>
                <a:lnTo>
                  <a:pt x="5483892" y="428768"/>
                </a:lnTo>
                <a:lnTo>
                  <a:pt x="5496146" y="473339"/>
                </a:lnTo>
                <a:lnTo>
                  <a:pt x="5505058" y="519188"/>
                </a:lnTo>
                <a:lnTo>
                  <a:pt x="5510490" y="566178"/>
                </a:lnTo>
                <a:lnTo>
                  <a:pt x="5512308" y="614172"/>
                </a:lnTo>
                <a:lnTo>
                  <a:pt x="5512308" y="3076956"/>
                </a:lnTo>
                <a:lnTo>
                  <a:pt x="5510490" y="3125001"/>
                </a:lnTo>
                <a:lnTo>
                  <a:pt x="5505058" y="3172039"/>
                </a:lnTo>
                <a:lnTo>
                  <a:pt x="5496146" y="3217933"/>
                </a:lnTo>
                <a:lnTo>
                  <a:pt x="5483892" y="3262546"/>
                </a:lnTo>
                <a:lnTo>
                  <a:pt x="5468432" y="3305743"/>
                </a:lnTo>
                <a:lnTo>
                  <a:pt x="5449903" y="3347386"/>
                </a:lnTo>
                <a:lnTo>
                  <a:pt x="5428442" y="3387338"/>
                </a:lnTo>
                <a:lnTo>
                  <a:pt x="5404185" y="3425463"/>
                </a:lnTo>
                <a:lnTo>
                  <a:pt x="5377270" y="3461625"/>
                </a:lnTo>
                <a:lnTo>
                  <a:pt x="5347831" y="3495686"/>
                </a:lnTo>
                <a:lnTo>
                  <a:pt x="5316007" y="3527510"/>
                </a:lnTo>
                <a:lnTo>
                  <a:pt x="5281934" y="3556960"/>
                </a:lnTo>
                <a:lnTo>
                  <a:pt x="5245748" y="3583901"/>
                </a:lnTo>
                <a:lnTo>
                  <a:pt x="5207587" y="3608194"/>
                </a:lnTo>
                <a:lnTo>
                  <a:pt x="5167586" y="3629703"/>
                </a:lnTo>
                <a:lnTo>
                  <a:pt x="5125883" y="3648292"/>
                </a:lnTo>
                <a:lnTo>
                  <a:pt x="5082613" y="3663825"/>
                </a:lnTo>
                <a:lnTo>
                  <a:pt x="5037915" y="3676163"/>
                </a:lnTo>
                <a:lnTo>
                  <a:pt x="4991924" y="3685172"/>
                </a:lnTo>
                <a:lnTo>
                  <a:pt x="4944778" y="3690713"/>
                </a:lnTo>
                <a:lnTo>
                  <a:pt x="4896611" y="36926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3691" y="2476500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7723" y="463295"/>
                </a:lnTo>
                <a:lnTo>
                  <a:pt x="47686" y="457354"/>
                </a:lnTo>
                <a:lnTo>
                  <a:pt x="23083" y="440783"/>
                </a:lnTo>
                <a:lnTo>
                  <a:pt x="6370" y="416038"/>
                </a:lnTo>
                <a:lnTo>
                  <a:pt x="0" y="385572"/>
                </a:lnTo>
                <a:lnTo>
                  <a:pt x="0" y="76200"/>
                </a:lnTo>
                <a:lnTo>
                  <a:pt x="6370" y="46400"/>
                </a:lnTo>
                <a:lnTo>
                  <a:pt x="23083" y="22036"/>
                </a:lnTo>
                <a:lnTo>
                  <a:pt x="47686" y="5703"/>
                </a:lnTo>
                <a:lnTo>
                  <a:pt x="77723" y="0"/>
                </a:lnTo>
                <a:lnTo>
                  <a:pt x="1085088" y="0"/>
                </a:lnTo>
                <a:lnTo>
                  <a:pt x="1115625" y="5703"/>
                </a:lnTo>
                <a:lnTo>
                  <a:pt x="1140394" y="22036"/>
                </a:lnTo>
                <a:lnTo>
                  <a:pt x="1156941" y="46400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941" y="416038"/>
                </a:lnTo>
                <a:lnTo>
                  <a:pt x="1140394" y="440783"/>
                </a:lnTo>
                <a:lnTo>
                  <a:pt x="1115625" y="457354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5121" y="2562021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7905" y="3200400"/>
            <a:ext cx="40887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创建变量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用于接收用户输入的收入</a:t>
            </a:r>
            <a:r>
              <a:rPr dirty="0" sz="1600" spc="-5">
                <a:latin typeface="宋体"/>
                <a:cs typeface="宋体"/>
              </a:rPr>
              <a:t>值 income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input('</a:t>
            </a:r>
            <a:r>
              <a:rPr dirty="0" sz="1600">
                <a:latin typeface="宋体"/>
                <a:cs typeface="宋体"/>
              </a:rPr>
              <a:t>请输入本月收入金额</a:t>
            </a:r>
            <a:r>
              <a:rPr dirty="0" sz="1600" spc="-5">
                <a:latin typeface="宋体"/>
                <a:cs typeface="宋体"/>
              </a:rPr>
              <a:t>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7905" y="3931920"/>
            <a:ext cx="38855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创建变量</a:t>
            </a:r>
            <a:r>
              <a:rPr dirty="0" sz="1600" spc="-5">
                <a:latin typeface="宋体"/>
                <a:cs typeface="宋体"/>
              </a:rPr>
              <a:t>cost</a:t>
            </a:r>
            <a:r>
              <a:rPr dirty="0" sz="1600">
                <a:latin typeface="宋体"/>
                <a:cs typeface="宋体"/>
              </a:rPr>
              <a:t>用于接收用户输入的成本</a:t>
            </a:r>
            <a:r>
              <a:rPr dirty="0" sz="1600" spc="-5">
                <a:latin typeface="宋体"/>
                <a:cs typeface="宋体"/>
              </a:rPr>
              <a:t>值 cost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input('</a:t>
            </a:r>
            <a:r>
              <a:rPr dirty="0" sz="1600">
                <a:latin typeface="宋体"/>
                <a:cs typeface="宋体"/>
              </a:rPr>
              <a:t>请输入本月成本金额</a:t>
            </a:r>
            <a:r>
              <a:rPr dirty="0" sz="1600" spc="-5">
                <a:latin typeface="宋体"/>
                <a:cs typeface="宋体"/>
              </a:rPr>
              <a:t>')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7905" y="4663439"/>
            <a:ext cx="41910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计算毛</a:t>
            </a:r>
            <a:r>
              <a:rPr dirty="0" sz="1600" spc="-5">
                <a:latin typeface="宋体"/>
                <a:cs typeface="宋体"/>
              </a:rPr>
              <a:t>利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grossProfit = float(income) -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float(cost)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7905" y="5394959"/>
            <a:ext cx="26670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打印输出毛</a:t>
            </a:r>
            <a:r>
              <a:rPr dirty="0" sz="1600" spc="-5">
                <a:latin typeface="宋体"/>
                <a:cs typeface="宋体"/>
              </a:rPr>
              <a:t>利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毛利</a:t>
            </a:r>
            <a:r>
              <a:rPr dirty="0" sz="1600" spc="-5">
                <a:latin typeface="宋体"/>
                <a:cs typeface="宋体"/>
              </a:rPr>
              <a:t>=',grossProfit)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58683" y="3153155"/>
            <a:ext cx="3736975" cy="2242185"/>
          </a:xfrm>
          <a:custGeom>
            <a:avLst/>
            <a:gdLst/>
            <a:ahLst/>
            <a:cxnLst/>
            <a:rect l="l" t="t" r="r" b="b"/>
            <a:pathLst>
              <a:path w="3736975" h="2242185">
                <a:moveTo>
                  <a:pt x="3363468" y="2241804"/>
                </a:moveTo>
                <a:lnTo>
                  <a:pt x="373380" y="2241804"/>
                </a:lnTo>
                <a:lnTo>
                  <a:pt x="326635" y="2238758"/>
                </a:lnTo>
                <a:lnTo>
                  <a:pt x="281610" y="2230149"/>
                </a:lnTo>
                <a:lnTo>
                  <a:pt x="238654" y="2216326"/>
                </a:lnTo>
                <a:lnTo>
                  <a:pt x="198119" y="2197640"/>
                </a:lnTo>
                <a:lnTo>
                  <a:pt x="160353" y="2174441"/>
                </a:lnTo>
                <a:lnTo>
                  <a:pt x="125708" y="2147079"/>
                </a:lnTo>
                <a:lnTo>
                  <a:pt x="94534" y="2115905"/>
                </a:lnTo>
                <a:lnTo>
                  <a:pt x="67182" y="2081269"/>
                </a:lnTo>
                <a:lnTo>
                  <a:pt x="44001" y="2043522"/>
                </a:lnTo>
                <a:lnTo>
                  <a:pt x="25342" y="2003013"/>
                </a:lnTo>
                <a:lnTo>
                  <a:pt x="11555" y="1960094"/>
                </a:lnTo>
                <a:lnTo>
                  <a:pt x="2991" y="1915114"/>
                </a:lnTo>
                <a:lnTo>
                  <a:pt x="0" y="1868424"/>
                </a:lnTo>
                <a:lnTo>
                  <a:pt x="0" y="373380"/>
                </a:lnTo>
                <a:lnTo>
                  <a:pt x="2991" y="326608"/>
                </a:lnTo>
                <a:lnTo>
                  <a:pt x="11555" y="281560"/>
                </a:lnTo>
                <a:lnTo>
                  <a:pt x="25342" y="238587"/>
                </a:lnTo>
                <a:lnTo>
                  <a:pt x="44001" y="198037"/>
                </a:lnTo>
                <a:lnTo>
                  <a:pt x="67182" y="160263"/>
                </a:lnTo>
                <a:lnTo>
                  <a:pt x="94534" y="125614"/>
                </a:lnTo>
                <a:lnTo>
                  <a:pt x="125708" y="94440"/>
                </a:lnTo>
                <a:lnTo>
                  <a:pt x="160353" y="67092"/>
                </a:lnTo>
                <a:lnTo>
                  <a:pt x="198119" y="43920"/>
                </a:lnTo>
                <a:lnTo>
                  <a:pt x="238654" y="25274"/>
                </a:lnTo>
                <a:lnTo>
                  <a:pt x="281610" y="11505"/>
                </a:lnTo>
                <a:lnTo>
                  <a:pt x="326635" y="2964"/>
                </a:lnTo>
                <a:lnTo>
                  <a:pt x="373380" y="0"/>
                </a:lnTo>
                <a:lnTo>
                  <a:pt x="3363468" y="0"/>
                </a:lnTo>
                <a:lnTo>
                  <a:pt x="3410401" y="2964"/>
                </a:lnTo>
                <a:lnTo>
                  <a:pt x="3455584" y="11505"/>
                </a:lnTo>
                <a:lnTo>
                  <a:pt x="3498666" y="25274"/>
                </a:lnTo>
                <a:lnTo>
                  <a:pt x="3539297" y="43920"/>
                </a:lnTo>
                <a:lnTo>
                  <a:pt x="3577125" y="67092"/>
                </a:lnTo>
                <a:lnTo>
                  <a:pt x="3611801" y="94440"/>
                </a:lnTo>
                <a:lnTo>
                  <a:pt x="3642975" y="125614"/>
                </a:lnTo>
                <a:lnTo>
                  <a:pt x="3670296" y="160263"/>
                </a:lnTo>
                <a:lnTo>
                  <a:pt x="3693414" y="198037"/>
                </a:lnTo>
                <a:lnTo>
                  <a:pt x="3711979" y="238587"/>
                </a:lnTo>
                <a:lnTo>
                  <a:pt x="3725639" y="281560"/>
                </a:lnTo>
                <a:lnTo>
                  <a:pt x="3734046" y="326608"/>
                </a:lnTo>
                <a:lnTo>
                  <a:pt x="3736848" y="373380"/>
                </a:lnTo>
                <a:lnTo>
                  <a:pt x="3736848" y="1868424"/>
                </a:lnTo>
                <a:lnTo>
                  <a:pt x="3734046" y="1915114"/>
                </a:lnTo>
                <a:lnTo>
                  <a:pt x="3725639" y="1960094"/>
                </a:lnTo>
                <a:lnTo>
                  <a:pt x="3711979" y="2003013"/>
                </a:lnTo>
                <a:lnTo>
                  <a:pt x="3693414" y="2043522"/>
                </a:lnTo>
                <a:lnTo>
                  <a:pt x="3670296" y="2081269"/>
                </a:lnTo>
                <a:lnTo>
                  <a:pt x="3642975" y="2115905"/>
                </a:lnTo>
                <a:lnTo>
                  <a:pt x="3611801" y="2147079"/>
                </a:lnTo>
                <a:lnTo>
                  <a:pt x="3577125" y="2174441"/>
                </a:lnTo>
                <a:lnTo>
                  <a:pt x="3539297" y="2197640"/>
                </a:lnTo>
                <a:lnTo>
                  <a:pt x="3498666" y="2216326"/>
                </a:lnTo>
                <a:lnTo>
                  <a:pt x="3455584" y="2230149"/>
                </a:lnTo>
                <a:lnTo>
                  <a:pt x="3410401" y="2238758"/>
                </a:lnTo>
                <a:lnTo>
                  <a:pt x="3363468" y="22418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73694" y="3491102"/>
            <a:ext cx="2463800" cy="14884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algn="just"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请输入本月收入金额</a:t>
            </a:r>
            <a:r>
              <a:rPr dirty="0" sz="1600" spc="-5">
                <a:latin typeface="宋体"/>
                <a:cs typeface="宋体"/>
              </a:rPr>
              <a:t>200000 </a:t>
            </a:r>
            <a:r>
              <a:rPr dirty="0" sz="1600">
                <a:latin typeface="宋体"/>
                <a:cs typeface="宋体"/>
              </a:rPr>
              <a:t>请输入本月成本金额</a:t>
            </a:r>
            <a:r>
              <a:rPr dirty="0" sz="1600" spc="-5">
                <a:latin typeface="宋体"/>
                <a:cs typeface="宋体"/>
              </a:rPr>
              <a:t>120000 </a:t>
            </a:r>
            <a:r>
              <a:rPr dirty="0" sz="1600">
                <a:latin typeface="宋体"/>
                <a:cs typeface="宋体"/>
              </a:rPr>
              <a:t>毛利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80000.0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14159" y="3799332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课堂小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586"/>
                </a:lnTo>
                <a:lnTo>
                  <a:pt x="500431" y="3579807"/>
                </a:lnTo>
                <a:lnTo>
                  <a:pt x="453734" y="3570313"/>
                </a:lnTo>
                <a:lnTo>
                  <a:pt x="408436" y="3557258"/>
                </a:lnTo>
                <a:lnTo>
                  <a:pt x="364693" y="3540797"/>
                </a:lnTo>
                <a:lnTo>
                  <a:pt x="322659" y="3521085"/>
                </a:lnTo>
                <a:lnTo>
                  <a:pt x="282487" y="3498275"/>
                </a:lnTo>
                <a:lnTo>
                  <a:pt x="244333" y="3472521"/>
                </a:lnTo>
                <a:lnTo>
                  <a:pt x="208350" y="3443979"/>
                </a:lnTo>
                <a:lnTo>
                  <a:pt x="174693" y="3412802"/>
                </a:lnTo>
                <a:lnTo>
                  <a:pt x="143516" y="3379145"/>
                </a:lnTo>
                <a:lnTo>
                  <a:pt x="114974" y="3343162"/>
                </a:lnTo>
                <a:lnTo>
                  <a:pt x="89220" y="3305008"/>
                </a:lnTo>
                <a:lnTo>
                  <a:pt x="66410" y="3264836"/>
                </a:lnTo>
                <a:lnTo>
                  <a:pt x="46698" y="3222802"/>
                </a:lnTo>
                <a:lnTo>
                  <a:pt x="30237" y="3179059"/>
                </a:lnTo>
                <a:lnTo>
                  <a:pt x="17182" y="3133761"/>
                </a:lnTo>
                <a:lnTo>
                  <a:pt x="7688" y="3087064"/>
                </a:lnTo>
                <a:lnTo>
                  <a:pt x="1909" y="3039121"/>
                </a:lnTo>
                <a:lnTo>
                  <a:pt x="0" y="2990088"/>
                </a:lnTo>
                <a:lnTo>
                  <a:pt x="0" y="597407"/>
                </a:lnTo>
                <a:lnTo>
                  <a:pt x="1909" y="548462"/>
                </a:lnTo>
                <a:lnTo>
                  <a:pt x="7688" y="500599"/>
                </a:lnTo>
                <a:lnTo>
                  <a:pt x="17182" y="453972"/>
                </a:lnTo>
                <a:lnTo>
                  <a:pt x="30237" y="408735"/>
                </a:lnTo>
                <a:lnTo>
                  <a:pt x="46698" y="365043"/>
                </a:lnTo>
                <a:lnTo>
                  <a:pt x="66410" y="323051"/>
                </a:lnTo>
                <a:lnTo>
                  <a:pt x="89220" y="282912"/>
                </a:lnTo>
                <a:lnTo>
                  <a:pt x="114974" y="244781"/>
                </a:lnTo>
                <a:lnTo>
                  <a:pt x="143516" y="208812"/>
                </a:lnTo>
                <a:lnTo>
                  <a:pt x="174693" y="175159"/>
                </a:lnTo>
                <a:lnTo>
                  <a:pt x="208350" y="143978"/>
                </a:lnTo>
                <a:lnTo>
                  <a:pt x="244333" y="115422"/>
                </a:lnTo>
                <a:lnTo>
                  <a:pt x="282487" y="89645"/>
                </a:lnTo>
                <a:lnTo>
                  <a:pt x="322659" y="66802"/>
                </a:lnTo>
                <a:lnTo>
                  <a:pt x="364693" y="47048"/>
                </a:lnTo>
                <a:lnTo>
                  <a:pt x="408436" y="30536"/>
                </a:lnTo>
                <a:lnTo>
                  <a:pt x="453734" y="17420"/>
                </a:lnTo>
                <a:lnTo>
                  <a:pt x="500431" y="7856"/>
                </a:lnTo>
                <a:lnTo>
                  <a:pt x="548374" y="1998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998"/>
                </a:lnTo>
                <a:lnTo>
                  <a:pt x="10298632" y="7856"/>
                </a:lnTo>
                <a:lnTo>
                  <a:pt x="10345329" y="17420"/>
                </a:lnTo>
                <a:lnTo>
                  <a:pt x="10390627" y="30536"/>
                </a:lnTo>
                <a:lnTo>
                  <a:pt x="10434370" y="47048"/>
                </a:lnTo>
                <a:lnTo>
                  <a:pt x="10476404" y="66802"/>
                </a:lnTo>
                <a:lnTo>
                  <a:pt x="10516576" y="89645"/>
                </a:lnTo>
                <a:lnTo>
                  <a:pt x="10554730" y="115422"/>
                </a:lnTo>
                <a:lnTo>
                  <a:pt x="10590713" y="143978"/>
                </a:lnTo>
                <a:lnTo>
                  <a:pt x="10624370" y="175159"/>
                </a:lnTo>
                <a:lnTo>
                  <a:pt x="10655547" y="208812"/>
                </a:lnTo>
                <a:lnTo>
                  <a:pt x="10684089" y="244781"/>
                </a:lnTo>
                <a:lnTo>
                  <a:pt x="10709843" y="282912"/>
                </a:lnTo>
                <a:lnTo>
                  <a:pt x="10732653" y="323051"/>
                </a:lnTo>
                <a:lnTo>
                  <a:pt x="10752365" y="365043"/>
                </a:lnTo>
                <a:lnTo>
                  <a:pt x="10768826" y="408735"/>
                </a:lnTo>
                <a:lnTo>
                  <a:pt x="10781881" y="453972"/>
                </a:lnTo>
                <a:lnTo>
                  <a:pt x="10791375" y="500599"/>
                </a:lnTo>
                <a:lnTo>
                  <a:pt x="10797154" y="548462"/>
                </a:lnTo>
                <a:lnTo>
                  <a:pt x="10799064" y="597407"/>
                </a:lnTo>
                <a:lnTo>
                  <a:pt x="10799064" y="2990088"/>
                </a:lnTo>
                <a:lnTo>
                  <a:pt x="10797154" y="3039121"/>
                </a:lnTo>
                <a:lnTo>
                  <a:pt x="10791375" y="3087064"/>
                </a:lnTo>
                <a:lnTo>
                  <a:pt x="10781881" y="3133761"/>
                </a:lnTo>
                <a:lnTo>
                  <a:pt x="10768826" y="3179059"/>
                </a:lnTo>
                <a:lnTo>
                  <a:pt x="10752365" y="3222802"/>
                </a:lnTo>
                <a:lnTo>
                  <a:pt x="10732653" y="3264836"/>
                </a:lnTo>
                <a:lnTo>
                  <a:pt x="10709843" y="3305008"/>
                </a:lnTo>
                <a:lnTo>
                  <a:pt x="10684089" y="3343162"/>
                </a:lnTo>
                <a:lnTo>
                  <a:pt x="10655547" y="3379145"/>
                </a:lnTo>
                <a:lnTo>
                  <a:pt x="10624370" y="3412802"/>
                </a:lnTo>
                <a:lnTo>
                  <a:pt x="10590713" y="3443979"/>
                </a:lnTo>
                <a:lnTo>
                  <a:pt x="10554730" y="3472521"/>
                </a:lnTo>
                <a:lnTo>
                  <a:pt x="10516576" y="3498275"/>
                </a:lnTo>
                <a:lnTo>
                  <a:pt x="10476404" y="3521085"/>
                </a:lnTo>
                <a:lnTo>
                  <a:pt x="10434370" y="3540797"/>
                </a:lnTo>
                <a:lnTo>
                  <a:pt x="10390627" y="3557258"/>
                </a:lnTo>
                <a:lnTo>
                  <a:pt x="10345329" y="3570313"/>
                </a:lnTo>
                <a:lnTo>
                  <a:pt x="10298632" y="3579807"/>
                </a:lnTo>
                <a:lnTo>
                  <a:pt x="10250689" y="3585586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9609" y="1715884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699"/>
                </a:moveTo>
                <a:lnTo>
                  <a:pt x="467868" y="12699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699"/>
                </a:lnTo>
                <a:close/>
              </a:path>
              <a:path w="10812780" h="3594100">
                <a:moveTo>
                  <a:pt x="470649" y="25399"/>
                </a:moveTo>
                <a:lnTo>
                  <a:pt x="424637" y="25399"/>
                </a:lnTo>
                <a:lnTo>
                  <a:pt x="438899" y="12699"/>
                </a:lnTo>
                <a:lnTo>
                  <a:pt x="485178" y="12699"/>
                </a:lnTo>
                <a:lnTo>
                  <a:pt x="470649" y="25399"/>
                </a:lnTo>
                <a:close/>
              </a:path>
              <a:path w="10812780" h="3594100">
                <a:moveTo>
                  <a:pt x="10388142" y="25399"/>
                </a:moveTo>
                <a:lnTo>
                  <a:pt x="10342130" y="25399"/>
                </a:lnTo>
                <a:lnTo>
                  <a:pt x="10327601" y="12699"/>
                </a:lnTo>
                <a:lnTo>
                  <a:pt x="10373880" y="12699"/>
                </a:lnTo>
                <a:lnTo>
                  <a:pt x="10388142" y="25399"/>
                </a:lnTo>
                <a:close/>
              </a:path>
              <a:path w="10812780" h="3594100">
                <a:moveTo>
                  <a:pt x="428332" y="38099"/>
                </a:moveTo>
                <a:lnTo>
                  <a:pt x="382739" y="38099"/>
                </a:lnTo>
                <a:lnTo>
                  <a:pt x="396544" y="25399"/>
                </a:lnTo>
                <a:lnTo>
                  <a:pt x="442442" y="25399"/>
                </a:lnTo>
                <a:lnTo>
                  <a:pt x="428332" y="38099"/>
                </a:lnTo>
                <a:close/>
              </a:path>
              <a:path w="10812780" h="3594100">
                <a:moveTo>
                  <a:pt x="10430040" y="38099"/>
                </a:moveTo>
                <a:lnTo>
                  <a:pt x="10384447" y="38099"/>
                </a:lnTo>
                <a:lnTo>
                  <a:pt x="10370337" y="25399"/>
                </a:lnTo>
                <a:lnTo>
                  <a:pt x="10416235" y="25399"/>
                </a:lnTo>
                <a:lnTo>
                  <a:pt x="10430040" y="38099"/>
                </a:lnTo>
                <a:close/>
              </a:path>
              <a:path w="10812780" h="3594100">
                <a:moveTo>
                  <a:pt x="387337" y="50799"/>
                </a:moveTo>
                <a:lnTo>
                  <a:pt x="355625" y="50799"/>
                </a:lnTo>
                <a:lnTo>
                  <a:pt x="369100" y="38099"/>
                </a:lnTo>
                <a:lnTo>
                  <a:pt x="400989" y="38099"/>
                </a:lnTo>
                <a:lnTo>
                  <a:pt x="387337" y="50799"/>
                </a:lnTo>
                <a:close/>
              </a:path>
              <a:path w="10812780" h="3594100">
                <a:moveTo>
                  <a:pt x="10457154" y="50799"/>
                </a:moveTo>
                <a:lnTo>
                  <a:pt x="10425442" y="50799"/>
                </a:lnTo>
                <a:lnTo>
                  <a:pt x="10411790" y="38099"/>
                </a:lnTo>
                <a:lnTo>
                  <a:pt x="10443679" y="38099"/>
                </a:lnTo>
                <a:lnTo>
                  <a:pt x="10457154" y="50799"/>
                </a:lnTo>
                <a:close/>
              </a:path>
              <a:path w="10812780" h="3594100">
                <a:moveTo>
                  <a:pt x="360794" y="63499"/>
                </a:moveTo>
                <a:lnTo>
                  <a:pt x="329209" y="63499"/>
                </a:lnTo>
                <a:lnTo>
                  <a:pt x="342328" y="50799"/>
                </a:lnTo>
                <a:lnTo>
                  <a:pt x="374116" y="50799"/>
                </a:lnTo>
                <a:lnTo>
                  <a:pt x="360794" y="63499"/>
                </a:lnTo>
                <a:close/>
              </a:path>
              <a:path w="10812780" h="3594100">
                <a:moveTo>
                  <a:pt x="10483570" y="63499"/>
                </a:moveTo>
                <a:lnTo>
                  <a:pt x="10451985" y="63499"/>
                </a:lnTo>
                <a:lnTo>
                  <a:pt x="10438650" y="50799"/>
                </a:lnTo>
                <a:lnTo>
                  <a:pt x="10470451" y="50799"/>
                </a:lnTo>
                <a:lnTo>
                  <a:pt x="10483570" y="63499"/>
                </a:lnTo>
                <a:close/>
              </a:path>
              <a:path w="10812780" h="3594100">
                <a:moveTo>
                  <a:pt x="334937" y="76199"/>
                </a:moveTo>
                <a:lnTo>
                  <a:pt x="303517" y="76199"/>
                </a:lnTo>
                <a:lnTo>
                  <a:pt x="316268" y="63499"/>
                </a:lnTo>
                <a:lnTo>
                  <a:pt x="347916" y="63499"/>
                </a:lnTo>
                <a:lnTo>
                  <a:pt x="334937" y="76199"/>
                </a:lnTo>
                <a:close/>
              </a:path>
              <a:path w="10812780" h="3594100">
                <a:moveTo>
                  <a:pt x="10509262" y="76199"/>
                </a:moveTo>
                <a:lnTo>
                  <a:pt x="10477842" y="76199"/>
                </a:lnTo>
                <a:lnTo>
                  <a:pt x="10464863" y="63499"/>
                </a:lnTo>
                <a:lnTo>
                  <a:pt x="10496511" y="63499"/>
                </a:lnTo>
                <a:lnTo>
                  <a:pt x="10509262" y="76199"/>
                </a:lnTo>
                <a:close/>
              </a:path>
              <a:path w="10812780" h="3594100">
                <a:moveTo>
                  <a:pt x="285394" y="101599"/>
                </a:moveTo>
                <a:lnTo>
                  <a:pt x="266446" y="101599"/>
                </a:lnTo>
                <a:lnTo>
                  <a:pt x="278599" y="88899"/>
                </a:lnTo>
                <a:lnTo>
                  <a:pt x="290969" y="76199"/>
                </a:lnTo>
                <a:lnTo>
                  <a:pt x="322402" y="76199"/>
                </a:lnTo>
                <a:lnTo>
                  <a:pt x="309791" y="88899"/>
                </a:lnTo>
                <a:lnTo>
                  <a:pt x="297624" y="88899"/>
                </a:lnTo>
                <a:lnTo>
                  <a:pt x="285394" y="101599"/>
                </a:lnTo>
                <a:close/>
              </a:path>
              <a:path w="10812780" h="3594100">
                <a:moveTo>
                  <a:pt x="10546334" y="101599"/>
                </a:moveTo>
                <a:lnTo>
                  <a:pt x="10527385" y="101599"/>
                </a:lnTo>
                <a:lnTo>
                  <a:pt x="10515155" y="88899"/>
                </a:lnTo>
                <a:lnTo>
                  <a:pt x="10502988" y="88899"/>
                </a:lnTo>
                <a:lnTo>
                  <a:pt x="10490377" y="76199"/>
                </a:lnTo>
                <a:lnTo>
                  <a:pt x="10521810" y="76199"/>
                </a:lnTo>
                <a:lnTo>
                  <a:pt x="10534180" y="88899"/>
                </a:lnTo>
                <a:lnTo>
                  <a:pt x="10546334" y="101599"/>
                </a:lnTo>
                <a:close/>
              </a:path>
              <a:path w="10812780" h="3594100">
                <a:moveTo>
                  <a:pt x="250291" y="126999"/>
                </a:moveTo>
                <a:lnTo>
                  <a:pt x="231228" y="126999"/>
                </a:lnTo>
                <a:lnTo>
                  <a:pt x="242747" y="114299"/>
                </a:lnTo>
                <a:lnTo>
                  <a:pt x="254495" y="101599"/>
                </a:lnTo>
                <a:lnTo>
                  <a:pt x="273621" y="101599"/>
                </a:lnTo>
                <a:lnTo>
                  <a:pt x="261785" y="114299"/>
                </a:lnTo>
                <a:lnTo>
                  <a:pt x="261912" y="114299"/>
                </a:lnTo>
                <a:lnTo>
                  <a:pt x="250291" y="126999"/>
                </a:lnTo>
                <a:close/>
              </a:path>
              <a:path w="10812780" h="3594100">
                <a:moveTo>
                  <a:pt x="10581551" y="126999"/>
                </a:moveTo>
                <a:lnTo>
                  <a:pt x="10562488" y="126999"/>
                </a:lnTo>
                <a:lnTo>
                  <a:pt x="10550867" y="114299"/>
                </a:lnTo>
                <a:lnTo>
                  <a:pt x="10539158" y="101599"/>
                </a:lnTo>
                <a:lnTo>
                  <a:pt x="10558284" y="101599"/>
                </a:lnTo>
                <a:lnTo>
                  <a:pt x="10570032" y="114299"/>
                </a:lnTo>
                <a:lnTo>
                  <a:pt x="10581551" y="126999"/>
                </a:lnTo>
                <a:close/>
              </a:path>
              <a:path w="10812780" h="3594100">
                <a:moveTo>
                  <a:pt x="206476" y="165099"/>
                </a:moveTo>
                <a:lnTo>
                  <a:pt x="187375" y="165099"/>
                </a:lnTo>
                <a:lnTo>
                  <a:pt x="197993" y="152399"/>
                </a:lnTo>
                <a:lnTo>
                  <a:pt x="208838" y="139699"/>
                </a:lnTo>
                <a:lnTo>
                  <a:pt x="219925" y="126999"/>
                </a:lnTo>
                <a:lnTo>
                  <a:pt x="239128" y="126999"/>
                </a:lnTo>
                <a:lnTo>
                  <a:pt x="227952" y="139699"/>
                </a:lnTo>
                <a:lnTo>
                  <a:pt x="217106" y="152399"/>
                </a:lnTo>
                <a:lnTo>
                  <a:pt x="206476" y="165099"/>
                </a:lnTo>
                <a:close/>
              </a:path>
              <a:path w="10812780" h="3594100">
                <a:moveTo>
                  <a:pt x="10625391" y="165099"/>
                </a:moveTo>
                <a:lnTo>
                  <a:pt x="10606303" y="165099"/>
                </a:lnTo>
                <a:lnTo>
                  <a:pt x="10595559" y="152399"/>
                </a:lnTo>
                <a:lnTo>
                  <a:pt x="10584713" y="139699"/>
                </a:lnTo>
                <a:lnTo>
                  <a:pt x="10573651" y="126999"/>
                </a:lnTo>
                <a:lnTo>
                  <a:pt x="10592854" y="126999"/>
                </a:lnTo>
                <a:lnTo>
                  <a:pt x="10603941" y="139699"/>
                </a:lnTo>
                <a:lnTo>
                  <a:pt x="10614787" y="152399"/>
                </a:lnTo>
                <a:lnTo>
                  <a:pt x="10625391" y="165099"/>
                </a:lnTo>
                <a:close/>
              </a:path>
              <a:path w="10812780" h="3594100">
                <a:moveTo>
                  <a:pt x="121805" y="253999"/>
                </a:moveTo>
                <a:lnTo>
                  <a:pt x="111506" y="253999"/>
                </a:lnTo>
                <a:lnTo>
                  <a:pt x="120065" y="241299"/>
                </a:lnTo>
                <a:lnTo>
                  <a:pt x="147370" y="203199"/>
                </a:lnTo>
                <a:lnTo>
                  <a:pt x="177012" y="165099"/>
                </a:lnTo>
                <a:lnTo>
                  <a:pt x="196202" y="165099"/>
                </a:lnTo>
                <a:lnTo>
                  <a:pt x="185940" y="177799"/>
                </a:lnTo>
                <a:lnTo>
                  <a:pt x="176022" y="190499"/>
                </a:lnTo>
                <a:lnTo>
                  <a:pt x="166344" y="203199"/>
                </a:lnTo>
                <a:lnTo>
                  <a:pt x="156921" y="215899"/>
                </a:lnTo>
                <a:lnTo>
                  <a:pt x="147853" y="215899"/>
                </a:lnTo>
                <a:lnTo>
                  <a:pt x="138836" y="228599"/>
                </a:lnTo>
                <a:lnTo>
                  <a:pt x="130187" y="241299"/>
                </a:lnTo>
                <a:lnTo>
                  <a:pt x="121805" y="253999"/>
                </a:lnTo>
                <a:close/>
              </a:path>
              <a:path w="10812780" h="3594100">
                <a:moveTo>
                  <a:pt x="10701274" y="253999"/>
                </a:moveTo>
                <a:lnTo>
                  <a:pt x="10690974" y="253999"/>
                </a:lnTo>
                <a:lnTo>
                  <a:pt x="10682503" y="241299"/>
                </a:lnTo>
                <a:lnTo>
                  <a:pt x="10673842" y="228599"/>
                </a:lnTo>
                <a:lnTo>
                  <a:pt x="10664926" y="215899"/>
                </a:lnTo>
                <a:lnTo>
                  <a:pt x="10655858" y="215899"/>
                </a:lnTo>
                <a:lnTo>
                  <a:pt x="10646333" y="203199"/>
                </a:lnTo>
                <a:lnTo>
                  <a:pt x="10636656" y="190499"/>
                </a:lnTo>
                <a:lnTo>
                  <a:pt x="10626737" y="177799"/>
                </a:lnTo>
                <a:lnTo>
                  <a:pt x="10616577" y="165099"/>
                </a:lnTo>
                <a:lnTo>
                  <a:pt x="10635767" y="165099"/>
                </a:lnTo>
                <a:lnTo>
                  <a:pt x="10645902" y="177799"/>
                </a:lnTo>
                <a:lnTo>
                  <a:pt x="10674769" y="215899"/>
                </a:lnTo>
                <a:lnTo>
                  <a:pt x="10692714" y="241299"/>
                </a:lnTo>
                <a:lnTo>
                  <a:pt x="10701274" y="253999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899"/>
                </a:lnTo>
                <a:lnTo>
                  <a:pt x="190" y="584199"/>
                </a:lnTo>
                <a:lnTo>
                  <a:pt x="787" y="571499"/>
                </a:lnTo>
                <a:lnTo>
                  <a:pt x="1765" y="546099"/>
                </a:lnTo>
                <a:lnTo>
                  <a:pt x="3124" y="533399"/>
                </a:lnTo>
                <a:lnTo>
                  <a:pt x="4851" y="520699"/>
                </a:lnTo>
                <a:lnTo>
                  <a:pt x="6959" y="507999"/>
                </a:lnTo>
                <a:lnTo>
                  <a:pt x="9436" y="495299"/>
                </a:lnTo>
                <a:lnTo>
                  <a:pt x="12280" y="469899"/>
                </a:lnTo>
                <a:lnTo>
                  <a:pt x="22923" y="431799"/>
                </a:lnTo>
                <a:lnTo>
                  <a:pt x="36677" y="393699"/>
                </a:lnTo>
                <a:lnTo>
                  <a:pt x="53390" y="355599"/>
                </a:lnTo>
                <a:lnTo>
                  <a:pt x="59601" y="330199"/>
                </a:lnTo>
                <a:lnTo>
                  <a:pt x="80073" y="292099"/>
                </a:lnTo>
                <a:lnTo>
                  <a:pt x="103212" y="253999"/>
                </a:lnTo>
                <a:lnTo>
                  <a:pt x="121894" y="253999"/>
                </a:lnTo>
                <a:lnTo>
                  <a:pt x="113690" y="266699"/>
                </a:lnTo>
                <a:lnTo>
                  <a:pt x="105867" y="279399"/>
                </a:lnTo>
                <a:lnTo>
                  <a:pt x="98310" y="292099"/>
                </a:lnTo>
                <a:lnTo>
                  <a:pt x="91046" y="304799"/>
                </a:lnTo>
                <a:lnTo>
                  <a:pt x="84061" y="317499"/>
                </a:lnTo>
                <a:lnTo>
                  <a:pt x="77381" y="330199"/>
                </a:lnTo>
                <a:lnTo>
                  <a:pt x="71005" y="342899"/>
                </a:lnTo>
                <a:lnTo>
                  <a:pt x="64922" y="355599"/>
                </a:lnTo>
                <a:lnTo>
                  <a:pt x="59156" y="368299"/>
                </a:lnTo>
                <a:lnTo>
                  <a:pt x="53708" y="380999"/>
                </a:lnTo>
                <a:lnTo>
                  <a:pt x="48577" y="393699"/>
                </a:lnTo>
                <a:lnTo>
                  <a:pt x="43764" y="406399"/>
                </a:lnTo>
                <a:lnTo>
                  <a:pt x="39268" y="419099"/>
                </a:lnTo>
                <a:lnTo>
                  <a:pt x="35115" y="431799"/>
                </a:lnTo>
                <a:lnTo>
                  <a:pt x="31305" y="444499"/>
                </a:lnTo>
                <a:lnTo>
                  <a:pt x="27825" y="469899"/>
                </a:lnTo>
                <a:lnTo>
                  <a:pt x="24701" y="482599"/>
                </a:lnTo>
                <a:lnTo>
                  <a:pt x="21932" y="495299"/>
                </a:lnTo>
                <a:lnTo>
                  <a:pt x="19507" y="507999"/>
                </a:lnTo>
                <a:lnTo>
                  <a:pt x="17437" y="520699"/>
                </a:lnTo>
                <a:lnTo>
                  <a:pt x="15748" y="533399"/>
                </a:lnTo>
                <a:lnTo>
                  <a:pt x="15087" y="546099"/>
                </a:lnTo>
                <a:lnTo>
                  <a:pt x="14427" y="546099"/>
                </a:lnTo>
                <a:lnTo>
                  <a:pt x="13462" y="571499"/>
                </a:lnTo>
                <a:lnTo>
                  <a:pt x="12890" y="584199"/>
                </a:lnTo>
                <a:lnTo>
                  <a:pt x="12700" y="596899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799"/>
                </a:moveTo>
                <a:lnTo>
                  <a:pt x="10797019" y="533399"/>
                </a:lnTo>
                <a:lnTo>
                  <a:pt x="10795317" y="520699"/>
                </a:lnTo>
                <a:lnTo>
                  <a:pt x="10793247" y="507999"/>
                </a:lnTo>
                <a:lnTo>
                  <a:pt x="10790821" y="495299"/>
                </a:lnTo>
                <a:lnTo>
                  <a:pt x="10788040" y="482599"/>
                </a:lnTo>
                <a:lnTo>
                  <a:pt x="10784916" y="469899"/>
                </a:lnTo>
                <a:lnTo>
                  <a:pt x="10781436" y="444499"/>
                </a:lnTo>
                <a:lnTo>
                  <a:pt x="10777613" y="431799"/>
                </a:lnTo>
                <a:lnTo>
                  <a:pt x="10773460" y="419099"/>
                </a:lnTo>
                <a:lnTo>
                  <a:pt x="10768965" y="406399"/>
                </a:lnTo>
                <a:lnTo>
                  <a:pt x="10764151" y="393699"/>
                </a:lnTo>
                <a:lnTo>
                  <a:pt x="10759020" y="380999"/>
                </a:lnTo>
                <a:lnTo>
                  <a:pt x="10753559" y="368299"/>
                </a:lnTo>
                <a:lnTo>
                  <a:pt x="10747781" y="355599"/>
                </a:lnTo>
                <a:lnTo>
                  <a:pt x="10741710" y="342899"/>
                </a:lnTo>
                <a:lnTo>
                  <a:pt x="10735322" y="330199"/>
                </a:lnTo>
                <a:lnTo>
                  <a:pt x="10728642" y="317499"/>
                </a:lnTo>
                <a:lnTo>
                  <a:pt x="10721657" y="304799"/>
                </a:lnTo>
                <a:lnTo>
                  <a:pt x="10714393" y="292099"/>
                </a:lnTo>
                <a:lnTo>
                  <a:pt x="10706836" y="279399"/>
                </a:lnTo>
                <a:lnTo>
                  <a:pt x="10699000" y="266699"/>
                </a:lnTo>
                <a:lnTo>
                  <a:pt x="10690885" y="253999"/>
                </a:lnTo>
                <a:lnTo>
                  <a:pt x="10709567" y="253999"/>
                </a:lnTo>
                <a:lnTo>
                  <a:pt x="10732706" y="292099"/>
                </a:lnTo>
                <a:lnTo>
                  <a:pt x="10753178" y="330199"/>
                </a:lnTo>
                <a:lnTo>
                  <a:pt x="10759389" y="355599"/>
                </a:lnTo>
                <a:lnTo>
                  <a:pt x="10765282" y="368299"/>
                </a:lnTo>
                <a:lnTo>
                  <a:pt x="10781030" y="406399"/>
                </a:lnTo>
                <a:lnTo>
                  <a:pt x="10793755" y="444499"/>
                </a:lnTo>
                <a:lnTo>
                  <a:pt x="10803343" y="495299"/>
                </a:lnTo>
                <a:lnTo>
                  <a:pt x="10805820" y="507999"/>
                </a:lnTo>
                <a:lnTo>
                  <a:pt x="10807928" y="520699"/>
                </a:lnTo>
                <a:lnTo>
                  <a:pt x="10809655" y="533399"/>
                </a:lnTo>
                <a:lnTo>
                  <a:pt x="10811014" y="546099"/>
                </a:lnTo>
                <a:lnTo>
                  <a:pt x="10798352" y="546099"/>
                </a:lnTo>
                <a:lnTo>
                  <a:pt x="10798365" y="558799"/>
                </a:lnTo>
                <a:close/>
              </a:path>
              <a:path w="10812780" h="3594100">
                <a:moveTo>
                  <a:pt x="14414" y="558799"/>
                </a:moveTo>
                <a:lnTo>
                  <a:pt x="14427" y="546099"/>
                </a:lnTo>
                <a:lnTo>
                  <a:pt x="15087" y="546099"/>
                </a:lnTo>
                <a:lnTo>
                  <a:pt x="14414" y="558799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899"/>
                </a:lnTo>
                <a:lnTo>
                  <a:pt x="10799889" y="584199"/>
                </a:lnTo>
                <a:lnTo>
                  <a:pt x="10799305" y="571499"/>
                </a:lnTo>
                <a:lnTo>
                  <a:pt x="10798352" y="546099"/>
                </a:lnTo>
                <a:lnTo>
                  <a:pt x="10811014" y="546099"/>
                </a:lnTo>
                <a:lnTo>
                  <a:pt x="10811992" y="571499"/>
                </a:lnTo>
                <a:lnTo>
                  <a:pt x="10812576" y="584199"/>
                </a:lnTo>
                <a:lnTo>
                  <a:pt x="10812780" y="596899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748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列表</a:t>
            </a:r>
            <a:r>
              <a:rPr dirty="0" sz="2000" spc="-5" b="1">
                <a:latin typeface="宋体"/>
                <a:cs typeface="宋体"/>
              </a:rPr>
              <a:t>(list)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[]</a:t>
            </a:r>
            <a:r>
              <a:rPr dirty="0" sz="2000">
                <a:latin typeface="宋体"/>
                <a:cs typeface="宋体"/>
              </a:rPr>
              <a:t>标识，有序集合，元素可修改，支持数字、字符串、嵌</a:t>
            </a:r>
            <a:r>
              <a:rPr dirty="0" sz="2000" spc="5">
                <a:latin typeface="宋体"/>
                <a:cs typeface="宋体"/>
              </a:rPr>
              <a:t>套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元组</a:t>
            </a:r>
            <a:r>
              <a:rPr dirty="0" sz="2000" spc="-5" b="1">
                <a:latin typeface="宋体"/>
                <a:cs typeface="宋体"/>
              </a:rPr>
              <a:t>(tuple)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()</a:t>
            </a:r>
            <a:r>
              <a:rPr dirty="0" sz="2000">
                <a:latin typeface="宋体"/>
                <a:cs typeface="宋体"/>
              </a:rPr>
              <a:t>标识，与列表类似，但元素</a:t>
            </a:r>
            <a:r>
              <a:rPr dirty="0" sz="2000" b="1">
                <a:latin typeface="宋体"/>
                <a:cs typeface="宋体"/>
              </a:rPr>
              <a:t>不可修</a:t>
            </a:r>
            <a:r>
              <a:rPr dirty="0" sz="2000" spc="-5" b="1">
                <a:latin typeface="宋体"/>
                <a:cs typeface="宋体"/>
              </a:rPr>
              <a:t>改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字典</a:t>
            </a:r>
            <a:r>
              <a:rPr dirty="0" sz="2000" spc="-5" b="1">
                <a:latin typeface="宋体"/>
                <a:cs typeface="宋体"/>
              </a:rPr>
              <a:t>(dict)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标识，无序集合，键值对形式，</a:t>
            </a:r>
            <a:r>
              <a:rPr dirty="0" sz="2000" b="1">
                <a:latin typeface="宋体"/>
                <a:cs typeface="宋体"/>
              </a:rPr>
              <a:t>键</a:t>
            </a:r>
            <a:r>
              <a:rPr dirty="0" sz="2000" spc="-5" b="1">
                <a:latin typeface="宋体"/>
                <a:cs typeface="宋体"/>
              </a:rPr>
              <a:t>key</a:t>
            </a:r>
            <a:r>
              <a:rPr dirty="0" sz="2000" b="1">
                <a:latin typeface="宋体"/>
                <a:cs typeface="宋体"/>
              </a:rPr>
              <a:t>唯一，不可重</a:t>
            </a:r>
            <a:r>
              <a:rPr dirty="0" sz="2000" spc="-5" b="1">
                <a:latin typeface="宋体"/>
                <a:cs typeface="宋体"/>
              </a:rPr>
              <a:t>复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集合</a:t>
            </a:r>
            <a:r>
              <a:rPr dirty="0" sz="2000" spc="-5" b="1">
                <a:latin typeface="宋体"/>
                <a:cs typeface="宋体"/>
              </a:rPr>
              <a:t>(set)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>
                <a:latin typeface="宋体"/>
                <a:cs typeface="宋体"/>
              </a:rPr>
              <a:t>用</a:t>
            </a:r>
            <a:r>
              <a:rPr dirty="0" sz="2000" spc="-5" b="1">
                <a:latin typeface="宋体"/>
                <a:cs typeface="宋体"/>
              </a:rPr>
              <a:t>{}</a:t>
            </a:r>
            <a:r>
              <a:rPr dirty="0" sz="2000">
                <a:latin typeface="宋体"/>
                <a:cs typeface="宋体"/>
              </a:rPr>
              <a:t>标识，无序集合，</a:t>
            </a:r>
            <a:r>
              <a:rPr dirty="0" sz="2000" b="1">
                <a:latin typeface="宋体"/>
                <a:cs typeface="宋体"/>
              </a:rPr>
              <a:t>不可重</a:t>
            </a:r>
            <a:r>
              <a:rPr dirty="0" sz="2000" spc="-5" b="1">
                <a:latin typeface="宋体"/>
                <a:cs typeface="宋体"/>
              </a:rPr>
              <a:t>复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数据类型转换：</a:t>
            </a:r>
            <a:r>
              <a:rPr dirty="0" sz="2000">
                <a:latin typeface="宋体"/>
                <a:cs typeface="宋体"/>
              </a:rPr>
              <a:t>将数据类型作为函</a:t>
            </a:r>
            <a:r>
              <a:rPr dirty="0" sz="2000" spc="5">
                <a:latin typeface="宋体"/>
                <a:cs typeface="宋体"/>
              </a:rPr>
              <a:t>数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00"/>
              </a:spcBef>
            </a:pPr>
            <a:r>
              <a:rPr dirty="0"/>
              <a:t>谢谢观看</a:t>
            </a:r>
          </a:p>
        </p:txBody>
      </p:sp>
      <p:sp>
        <p:nvSpPr>
          <p:cNvPr id="3" name="object 3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2022-02-15T06:54:41Z</dcterms:created>
  <dcterms:modified xsi:type="dcterms:W3CDTF">2022-02-15T06:54:41Z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2021-03-22T00:00:00Z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2022-02-15T00:00:00Z</vt:filetime>
  </property>
</Properties>
</file>