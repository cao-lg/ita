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Default Extension="jpg" ContentType="image/jpg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2192000" cy="6858000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rgbClr val="F8F8F8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rgbClr val="F8F8F8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9334500" y="0"/>
            <a:ext cx="2857500" cy="14904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bk object 18"/>
          <p:cNvSpPr/>
          <p:nvPr/>
        </p:nvSpPr>
        <p:spPr>
          <a:xfrm>
            <a:off x="1327403" y="2189988"/>
            <a:ext cx="9674860" cy="1781810"/>
          </a:xfrm>
          <a:custGeom>
            <a:avLst/>
            <a:gdLst/>
            <a:ahLst/>
            <a:cxnLst/>
            <a:rect l="l" t="t" r="r" b="b"/>
            <a:pathLst>
              <a:path w="9674860" h="1781810">
                <a:moveTo>
                  <a:pt x="0" y="0"/>
                </a:moveTo>
                <a:lnTo>
                  <a:pt x="9674352" y="0"/>
                </a:lnTo>
                <a:lnTo>
                  <a:pt x="9674352" y="1781556"/>
                </a:lnTo>
                <a:lnTo>
                  <a:pt x="0" y="1781556"/>
                </a:lnTo>
                <a:lnTo>
                  <a:pt x="0" y="0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rgbClr val="F8F8F8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3332988" y="0"/>
            <a:ext cx="8859520" cy="6858000"/>
          </a:xfrm>
          <a:custGeom>
            <a:avLst/>
            <a:gdLst/>
            <a:ahLst/>
            <a:cxnLst/>
            <a:rect l="l" t="t" r="r" b="b"/>
            <a:pathLst>
              <a:path w="8859520" h="6858000">
                <a:moveTo>
                  <a:pt x="0" y="6858000"/>
                </a:moveTo>
                <a:lnTo>
                  <a:pt x="8859012" y="6858000"/>
                </a:lnTo>
                <a:lnTo>
                  <a:pt x="885901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0" y="0"/>
            <a:ext cx="885825" cy="6858000"/>
          </a:xfrm>
          <a:custGeom>
            <a:avLst/>
            <a:gdLst/>
            <a:ahLst/>
            <a:cxnLst/>
            <a:rect l="l" t="t" r="r" b="b"/>
            <a:pathLst>
              <a:path w="885825" h="6858000">
                <a:moveTo>
                  <a:pt x="0" y="6858000"/>
                </a:moveTo>
                <a:lnTo>
                  <a:pt x="885444" y="6858000"/>
                </a:lnTo>
                <a:lnTo>
                  <a:pt x="885444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k object 18"/>
          <p:cNvSpPr/>
          <p:nvPr/>
        </p:nvSpPr>
        <p:spPr>
          <a:xfrm>
            <a:off x="9334500" y="0"/>
            <a:ext cx="2857500" cy="14904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bk object 19"/>
          <p:cNvSpPr/>
          <p:nvPr/>
        </p:nvSpPr>
        <p:spPr>
          <a:xfrm>
            <a:off x="885444" y="0"/>
            <a:ext cx="2447925" cy="6858000"/>
          </a:xfrm>
          <a:custGeom>
            <a:avLst/>
            <a:gdLst/>
            <a:ahLst/>
            <a:cxnLst/>
            <a:rect l="l" t="t" r="r" b="b"/>
            <a:pathLst>
              <a:path w="2447925" h="6858000">
                <a:moveTo>
                  <a:pt x="0" y="0"/>
                </a:moveTo>
                <a:lnTo>
                  <a:pt x="2447544" y="0"/>
                </a:lnTo>
                <a:lnTo>
                  <a:pt x="2447544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20565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k object 20"/>
          <p:cNvSpPr/>
          <p:nvPr/>
        </p:nvSpPr>
        <p:spPr>
          <a:xfrm>
            <a:off x="827532" y="2106167"/>
            <a:ext cx="2185670" cy="2646045"/>
          </a:xfrm>
          <a:custGeom>
            <a:avLst/>
            <a:gdLst/>
            <a:ahLst/>
            <a:cxnLst/>
            <a:rect l="l" t="t" r="r" b="b"/>
            <a:pathLst>
              <a:path w="2185670" h="2646045">
                <a:moveTo>
                  <a:pt x="0" y="0"/>
                </a:moveTo>
                <a:lnTo>
                  <a:pt x="2185416" y="0"/>
                </a:lnTo>
                <a:lnTo>
                  <a:pt x="2185416" y="2645663"/>
                </a:lnTo>
                <a:lnTo>
                  <a:pt x="0" y="2645663"/>
                </a:lnTo>
                <a:lnTo>
                  <a:pt x="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9334500" y="0"/>
            <a:ext cx="2857500" cy="149047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318596" y="2584742"/>
            <a:ext cx="3554806" cy="939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rgbClr val="F8F8F8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64336" y="2790444"/>
            <a:ext cx="9863327" cy="14770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834639" y="2574035"/>
            <a:ext cx="6659880" cy="1015365"/>
          </a:xfrm>
          <a:custGeom>
            <a:avLst/>
            <a:gdLst/>
            <a:ahLst/>
            <a:cxnLst/>
            <a:rect l="l" t="t" r="r" b="b"/>
            <a:pathLst>
              <a:path w="6659880" h="1015364">
                <a:moveTo>
                  <a:pt x="0" y="0"/>
                </a:moveTo>
                <a:lnTo>
                  <a:pt x="6659879" y="0"/>
                </a:lnTo>
                <a:lnTo>
                  <a:pt x="6659879" y="1014984"/>
                </a:lnTo>
                <a:lnTo>
                  <a:pt x="0" y="1014984"/>
                </a:lnTo>
                <a:lnTo>
                  <a:pt x="0" y="0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913557" y="2562339"/>
            <a:ext cx="6502400" cy="9398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流程控制-条件语句</a:t>
            </a:r>
          </a:p>
        </p:txBody>
      </p:sp>
      <p:sp>
        <p:nvSpPr>
          <p:cNvPr id="4" name="object 4"/>
          <p:cNvSpPr/>
          <p:nvPr/>
        </p:nvSpPr>
        <p:spPr>
          <a:xfrm>
            <a:off x="281368" y="990955"/>
            <a:ext cx="1097915" cy="1085215"/>
          </a:xfrm>
          <a:custGeom>
            <a:avLst/>
            <a:gdLst/>
            <a:ahLst/>
            <a:cxnLst/>
            <a:rect l="l" t="t" r="r" b="b"/>
            <a:pathLst>
              <a:path w="1097915" h="1085214">
                <a:moveTo>
                  <a:pt x="1097876" y="1085113"/>
                </a:moveTo>
                <a:lnTo>
                  <a:pt x="0" y="807783"/>
                </a:lnTo>
                <a:lnTo>
                  <a:pt x="788009" y="0"/>
                </a:lnTo>
                <a:lnTo>
                  <a:pt x="792013" y="14020"/>
                </a:lnTo>
                <a:lnTo>
                  <a:pt x="778802" y="14020"/>
                </a:lnTo>
                <a:lnTo>
                  <a:pt x="781806" y="24543"/>
                </a:lnTo>
                <a:lnTo>
                  <a:pt x="27121" y="798169"/>
                </a:lnTo>
                <a:lnTo>
                  <a:pt x="13792" y="798169"/>
                </a:lnTo>
                <a:lnTo>
                  <a:pt x="16789" y="808761"/>
                </a:lnTo>
                <a:lnTo>
                  <a:pt x="55722" y="808761"/>
                </a:lnTo>
                <a:lnTo>
                  <a:pt x="1079610" y="1067402"/>
                </a:lnTo>
                <a:lnTo>
                  <a:pt x="1082636" y="1078001"/>
                </a:lnTo>
                <a:lnTo>
                  <a:pt x="1095845" y="1078001"/>
                </a:lnTo>
                <a:lnTo>
                  <a:pt x="1097876" y="1085113"/>
                </a:lnTo>
                <a:close/>
              </a:path>
              <a:path w="1097915" h="1085214">
                <a:moveTo>
                  <a:pt x="781806" y="24543"/>
                </a:moveTo>
                <a:lnTo>
                  <a:pt x="778802" y="14020"/>
                </a:lnTo>
                <a:lnTo>
                  <a:pt x="789457" y="16700"/>
                </a:lnTo>
                <a:lnTo>
                  <a:pt x="781806" y="24543"/>
                </a:lnTo>
                <a:close/>
              </a:path>
              <a:path w="1097915" h="1085214">
                <a:moveTo>
                  <a:pt x="1095845" y="1078001"/>
                </a:moveTo>
                <a:lnTo>
                  <a:pt x="1082636" y="1078001"/>
                </a:lnTo>
                <a:lnTo>
                  <a:pt x="1090295" y="1070102"/>
                </a:lnTo>
                <a:lnTo>
                  <a:pt x="1079610" y="1067402"/>
                </a:lnTo>
                <a:lnTo>
                  <a:pt x="781806" y="24543"/>
                </a:lnTo>
                <a:lnTo>
                  <a:pt x="789457" y="16700"/>
                </a:lnTo>
                <a:lnTo>
                  <a:pt x="778802" y="14020"/>
                </a:lnTo>
                <a:lnTo>
                  <a:pt x="792013" y="14020"/>
                </a:lnTo>
                <a:lnTo>
                  <a:pt x="1095845" y="1078001"/>
                </a:lnTo>
                <a:close/>
              </a:path>
              <a:path w="1097915" h="1085214">
                <a:moveTo>
                  <a:pt x="16789" y="808761"/>
                </a:moveTo>
                <a:lnTo>
                  <a:pt x="13792" y="798169"/>
                </a:lnTo>
                <a:lnTo>
                  <a:pt x="24486" y="800871"/>
                </a:lnTo>
                <a:lnTo>
                  <a:pt x="16789" y="808761"/>
                </a:lnTo>
                <a:close/>
              </a:path>
              <a:path w="1097915" h="1085214">
                <a:moveTo>
                  <a:pt x="24486" y="800871"/>
                </a:moveTo>
                <a:lnTo>
                  <a:pt x="13792" y="798169"/>
                </a:lnTo>
                <a:lnTo>
                  <a:pt x="27121" y="798169"/>
                </a:lnTo>
                <a:lnTo>
                  <a:pt x="24486" y="800871"/>
                </a:lnTo>
                <a:close/>
              </a:path>
              <a:path w="1097915" h="1085214">
                <a:moveTo>
                  <a:pt x="55722" y="808761"/>
                </a:moveTo>
                <a:lnTo>
                  <a:pt x="16789" y="808761"/>
                </a:lnTo>
                <a:lnTo>
                  <a:pt x="24486" y="800871"/>
                </a:lnTo>
                <a:lnTo>
                  <a:pt x="55722" y="808761"/>
                </a:lnTo>
                <a:close/>
              </a:path>
              <a:path w="1097915" h="1085214">
                <a:moveTo>
                  <a:pt x="1082636" y="1078001"/>
                </a:moveTo>
                <a:lnTo>
                  <a:pt x="1079610" y="1067402"/>
                </a:lnTo>
                <a:lnTo>
                  <a:pt x="1090295" y="1070102"/>
                </a:lnTo>
                <a:lnTo>
                  <a:pt x="1082636" y="1078001"/>
                </a:lnTo>
                <a:close/>
              </a:path>
            </a:pathLst>
          </a:custGeom>
          <a:solidFill>
            <a:srgbClr val="253A2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355775" y="204177"/>
            <a:ext cx="1704975" cy="1703070"/>
          </a:xfrm>
          <a:custGeom>
            <a:avLst/>
            <a:gdLst/>
            <a:ahLst/>
            <a:cxnLst/>
            <a:rect l="l" t="t" r="r" b="b"/>
            <a:pathLst>
              <a:path w="1704975" h="1703070">
                <a:moveTo>
                  <a:pt x="456120" y="1702625"/>
                </a:moveTo>
                <a:lnTo>
                  <a:pt x="0" y="0"/>
                </a:lnTo>
                <a:lnTo>
                  <a:pt x="27638" y="7289"/>
                </a:lnTo>
                <a:lnTo>
                  <a:pt x="15100" y="7289"/>
                </a:lnTo>
                <a:lnTo>
                  <a:pt x="7353" y="15074"/>
                </a:lnTo>
                <a:lnTo>
                  <a:pt x="17933" y="17865"/>
                </a:lnTo>
                <a:lnTo>
                  <a:pt x="462677" y="1678042"/>
                </a:lnTo>
                <a:lnTo>
                  <a:pt x="454901" y="1685848"/>
                </a:lnTo>
                <a:lnTo>
                  <a:pt x="465531" y="1688693"/>
                </a:lnTo>
                <a:lnTo>
                  <a:pt x="469998" y="1688693"/>
                </a:lnTo>
                <a:lnTo>
                  <a:pt x="456120" y="1702625"/>
                </a:lnTo>
                <a:close/>
              </a:path>
              <a:path w="1704975" h="1703070">
                <a:moveTo>
                  <a:pt x="17933" y="17865"/>
                </a:moveTo>
                <a:lnTo>
                  <a:pt x="7353" y="15074"/>
                </a:lnTo>
                <a:lnTo>
                  <a:pt x="15100" y="7289"/>
                </a:lnTo>
                <a:lnTo>
                  <a:pt x="17933" y="17865"/>
                </a:lnTo>
                <a:close/>
              </a:path>
              <a:path w="1704975" h="1703070">
                <a:moveTo>
                  <a:pt x="1679822" y="456207"/>
                </a:moveTo>
                <a:lnTo>
                  <a:pt x="17933" y="17865"/>
                </a:lnTo>
                <a:lnTo>
                  <a:pt x="15100" y="7289"/>
                </a:lnTo>
                <a:lnTo>
                  <a:pt x="27638" y="7289"/>
                </a:lnTo>
                <a:lnTo>
                  <a:pt x="1700044" y="448398"/>
                </a:lnTo>
                <a:lnTo>
                  <a:pt x="1687601" y="448398"/>
                </a:lnTo>
                <a:lnTo>
                  <a:pt x="1679822" y="456207"/>
                </a:lnTo>
                <a:close/>
              </a:path>
              <a:path w="1704975" h="1703070">
                <a:moveTo>
                  <a:pt x="1690471" y="459016"/>
                </a:moveTo>
                <a:lnTo>
                  <a:pt x="1679822" y="456207"/>
                </a:lnTo>
                <a:lnTo>
                  <a:pt x="1687601" y="448398"/>
                </a:lnTo>
                <a:lnTo>
                  <a:pt x="1690471" y="459016"/>
                </a:lnTo>
                <a:close/>
              </a:path>
              <a:path w="1704975" h="1703070">
                <a:moveTo>
                  <a:pt x="1694940" y="459016"/>
                </a:moveTo>
                <a:lnTo>
                  <a:pt x="1690471" y="459016"/>
                </a:lnTo>
                <a:lnTo>
                  <a:pt x="1687601" y="448398"/>
                </a:lnTo>
                <a:lnTo>
                  <a:pt x="1700044" y="448398"/>
                </a:lnTo>
                <a:lnTo>
                  <a:pt x="1704378" y="449541"/>
                </a:lnTo>
                <a:lnTo>
                  <a:pt x="1694940" y="459016"/>
                </a:lnTo>
                <a:close/>
              </a:path>
              <a:path w="1704975" h="1703070">
                <a:moveTo>
                  <a:pt x="469998" y="1688693"/>
                </a:moveTo>
                <a:lnTo>
                  <a:pt x="465531" y="1688693"/>
                </a:lnTo>
                <a:lnTo>
                  <a:pt x="462677" y="1678042"/>
                </a:lnTo>
                <a:lnTo>
                  <a:pt x="1679822" y="456207"/>
                </a:lnTo>
                <a:lnTo>
                  <a:pt x="1690471" y="459016"/>
                </a:lnTo>
                <a:lnTo>
                  <a:pt x="1694940" y="459016"/>
                </a:lnTo>
                <a:lnTo>
                  <a:pt x="469998" y="1688693"/>
                </a:lnTo>
                <a:close/>
              </a:path>
              <a:path w="1704975" h="1703070">
                <a:moveTo>
                  <a:pt x="465531" y="1688693"/>
                </a:moveTo>
                <a:lnTo>
                  <a:pt x="454901" y="1685848"/>
                </a:lnTo>
                <a:lnTo>
                  <a:pt x="462677" y="1678042"/>
                </a:lnTo>
                <a:lnTo>
                  <a:pt x="465531" y="1688693"/>
                </a:lnTo>
                <a:close/>
              </a:path>
            </a:pathLst>
          </a:custGeom>
          <a:solidFill>
            <a:srgbClr val="253A2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0460990" y="4259198"/>
            <a:ext cx="1703705" cy="1703705"/>
          </a:xfrm>
          <a:custGeom>
            <a:avLst/>
            <a:gdLst/>
            <a:ahLst/>
            <a:cxnLst/>
            <a:rect l="l" t="t" r="r" b="b"/>
            <a:pathLst>
              <a:path w="1703704" h="1703704">
                <a:moveTo>
                  <a:pt x="452818" y="1703501"/>
                </a:moveTo>
                <a:lnTo>
                  <a:pt x="0" y="0"/>
                </a:lnTo>
                <a:lnTo>
                  <a:pt x="27566" y="7327"/>
                </a:lnTo>
                <a:lnTo>
                  <a:pt x="15074" y="7327"/>
                </a:lnTo>
                <a:lnTo>
                  <a:pt x="7315" y="15087"/>
                </a:lnTo>
                <a:lnTo>
                  <a:pt x="17884" y="17897"/>
                </a:lnTo>
                <a:lnTo>
                  <a:pt x="459432" y="1678930"/>
                </a:lnTo>
                <a:lnTo>
                  <a:pt x="451637" y="1686725"/>
                </a:lnTo>
                <a:lnTo>
                  <a:pt x="462267" y="1689595"/>
                </a:lnTo>
                <a:lnTo>
                  <a:pt x="466725" y="1689595"/>
                </a:lnTo>
                <a:lnTo>
                  <a:pt x="452818" y="1703501"/>
                </a:lnTo>
                <a:close/>
              </a:path>
              <a:path w="1703704" h="1703704">
                <a:moveTo>
                  <a:pt x="17884" y="17897"/>
                </a:moveTo>
                <a:lnTo>
                  <a:pt x="7315" y="15087"/>
                </a:lnTo>
                <a:lnTo>
                  <a:pt x="15074" y="7327"/>
                </a:lnTo>
                <a:lnTo>
                  <a:pt x="17884" y="17897"/>
                </a:lnTo>
                <a:close/>
              </a:path>
              <a:path w="1703704" h="1703704">
                <a:moveTo>
                  <a:pt x="1678927" y="459447"/>
                </a:moveTo>
                <a:lnTo>
                  <a:pt x="17884" y="17897"/>
                </a:lnTo>
                <a:lnTo>
                  <a:pt x="15074" y="7327"/>
                </a:lnTo>
                <a:lnTo>
                  <a:pt x="27566" y="7327"/>
                </a:lnTo>
                <a:lnTo>
                  <a:pt x="1699045" y="451650"/>
                </a:lnTo>
                <a:lnTo>
                  <a:pt x="1686725" y="451650"/>
                </a:lnTo>
                <a:lnTo>
                  <a:pt x="1678927" y="459447"/>
                </a:lnTo>
                <a:close/>
              </a:path>
              <a:path w="1703704" h="1703704">
                <a:moveTo>
                  <a:pt x="1689582" y="462279"/>
                </a:moveTo>
                <a:lnTo>
                  <a:pt x="1678927" y="459447"/>
                </a:lnTo>
                <a:lnTo>
                  <a:pt x="1686725" y="451650"/>
                </a:lnTo>
                <a:lnTo>
                  <a:pt x="1689582" y="462279"/>
                </a:lnTo>
                <a:close/>
              </a:path>
              <a:path w="1703704" h="1703704">
                <a:moveTo>
                  <a:pt x="1694040" y="462279"/>
                </a:moveTo>
                <a:lnTo>
                  <a:pt x="1689582" y="462279"/>
                </a:lnTo>
                <a:lnTo>
                  <a:pt x="1686725" y="451650"/>
                </a:lnTo>
                <a:lnTo>
                  <a:pt x="1699045" y="451650"/>
                </a:lnTo>
                <a:lnTo>
                  <a:pt x="1703489" y="452831"/>
                </a:lnTo>
                <a:lnTo>
                  <a:pt x="1694040" y="462279"/>
                </a:lnTo>
                <a:close/>
              </a:path>
              <a:path w="1703704" h="1703704">
                <a:moveTo>
                  <a:pt x="466725" y="1689595"/>
                </a:moveTo>
                <a:lnTo>
                  <a:pt x="462267" y="1689595"/>
                </a:lnTo>
                <a:lnTo>
                  <a:pt x="459432" y="1678930"/>
                </a:lnTo>
                <a:lnTo>
                  <a:pt x="1678927" y="459447"/>
                </a:lnTo>
                <a:lnTo>
                  <a:pt x="1689582" y="462279"/>
                </a:lnTo>
                <a:lnTo>
                  <a:pt x="1694040" y="462279"/>
                </a:lnTo>
                <a:lnTo>
                  <a:pt x="466725" y="1689595"/>
                </a:lnTo>
                <a:close/>
              </a:path>
              <a:path w="1703704" h="1703704">
                <a:moveTo>
                  <a:pt x="462267" y="1689595"/>
                </a:moveTo>
                <a:lnTo>
                  <a:pt x="451637" y="1686725"/>
                </a:lnTo>
                <a:lnTo>
                  <a:pt x="459432" y="1678930"/>
                </a:lnTo>
                <a:lnTo>
                  <a:pt x="462267" y="1689595"/>
                </a:lnTo>
                <a:close/>
              </a:path>
            </a:pathLst>
          </a:custGeom>
          <a:solidFill>
            <a:srgbClr val="253A2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1038649" y="5771337"/>
            <a:ext cx="965200" cy="961390"/>
          </a:xfrm>
          <a:custGeom>
            <a:avLst/>
            <a:gdLst/>
            <a:ahLst/>
            <a:cxnLst/>
            <a:rect l="l" t="t" r="r" b="b"/>
            <a:pathLst>
              <a:path w="965200" h="961390">
                <a:moveTo>
                  <a:pt x="964603" y="960780"/>
                </a:moveTo>
                <a:lnTo>
                  <a:pt x="0" y="702322"/>
                </a:lnTo>
                <a:lnTo>
                  <a:pt x="705116" y="0"/>
                </a:lnTo>
                <a:lnTo>
                  <a:pt x="708865" y="13881"/>
                </a:lnTo>
                <a:lnTo>
                  <a:pt x="695706" y="13881"/>
                </a:lnTo>
                <a:lnTo>
                  <a:pt x="698562" y="24456"/>
                </a:lnTo>
                <a:lnTo>
                  <a:pt x="27461" y="692899"/>
                </a:lnTo>
                <a:lnTo>
                  <a:pt x="13931" y="692899"/>
                </a:lnTo>
                <a:lnTo>
                  <a:pt x="16776" y="703541"/>
                </a:lnTo>
                <a:lnTo>
                  <a:pt x="53649" y="703541"/>
                </a:lnTo>
                <a:lnTo>
                  <a:pt x="946591" y="942814"/>
                </a:lnTo>
                <a:lnTo>
                  <a:pt x="949464" y="953452"/>
                </a:lnTo>
                <a:lnTo>
                  <a:pt x="962623" y="953452"/>
                </a:lnTo>
                <a:lnTo>
                  <a:pt x="964603" y="960780"/>
                </a:lnTo>
                <a:close/>
              </a:path>
              <a:path w="965200" h="961390">
                <a:moveTo>
                  <a:pt x="698562" y="24456"/>
                </a:moveTo>
                <a:lnTo>
                  <a:pt x="695706" y="13881"/>
                </a:lnTo>
                <a:lnTo>
                  <a:pt x="706323" y="16725"/>
                </a:lnTo>
                <a:lnTo>
                  <a:pt x="698562" y="24456"/>
                </a:lnTo>
                <a:close/>
              </a:path>
              <a:path w="965200" h="961390">
                <a:moveTo>
                  <a:pt x="962623" y="953452"/>
                </a:moveTo>
                <a:lnTo>
                  <a:pt x="949464" y="953452"/>
                </a:lnTo>
                <a:lnTo>
                  <a:pt x="957237" y="945667"/>
                </a:lnTo>
                <a:lnTo>
                  <a:pt x="946591" y="942814"/>
                </a:lnTo>
                <a:lnTo>
                  <a:pt x="698562" y="24456"/>
                </a:lnTo>
                <a:lnTo>
                  <a:pt x="706323" y="16725"/>
                </a:lnTo>
                <a:lnTo>
                  <a:pt x="695706" y="13881"/>
                </a:lnTo>
                <a:lnTo>
                  <a:pt x="708865" y="13881"/>
                </a:lnTo>
                <a:lnTo>
                  <a:pt x="962623" y="953452"/>
                </a:lnTo>
                <a:close/>
              </a:path>
              <a:path w="965200" h="961390">
                <a:moveTo>
                  <a:pt x="16776" y="703541"/>
                </a:moveTo>
                <a:lnTo>
                  <a:pt x="13931" y="692899"/>
                </a:lnTo>
                <a:lnTo>
                  <a:pt x="24593" y="695756"/>
                </a:lnTo>
                <a:lnTo>
                  <a:pt x="16776" y="703541"/>
                </a:lnTo>
                <a:close/>
              </a:path>
              <a:path w="965200" h="961390">
                <a:moveTo>
                  <a:pt x="24593" y="695756"/>
                </a:moveTo>
                <a:lnTo>
                  <a:pt x="13931" y="692899"/>
                </a:lnTo>
                <a:lnTo>
                  <a:pt x="27461" y="692899"/>
                </a:lnTo>
                <a:lnTo>
                  <a:pt x="24593" y="695756"/>
                </a:lnTo>
                <a:close/>
              </a:path>
              <a:path w="965200" h="961390">
                <a:moveTo>
                  <a:pt x="53649" y="703541"/>
                </a:moveTo>
                <a:lnTo>
                  <a:pt x="16776" y="703541"/>
                </a:lnTo>
                <a:lnTo>
                  <a:pt x="24593" y="695756"/>
                </a:lnTo>
                <a:lnTo>
                  <a:pt x="53649" y="703541"/>
                </a:lnTo>
                <a:close/>
              </a:path>
              <a:path w="965200" h="961390">
                <a:moveTo>
                  <a:pt x="949464" y="953452"/>
                </a:moveTo>
                <a:lnTo>
                  <a:pt x="946591" y="942814"/>
                </a:lnTo>
                <a:lnTo>
                  <a:pt x="957237" y="945667"/>
                </a:lnTo>
                <a:lnTo>
                  <a:pt x="949464" y="953452"/>
                </a:lnTo>
                <a:close/>
              </a:path>
            </a:pathLst>
          </a:custGeom>
          <a:solidFill>
            <a:srgbClr val="253A27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2"/>
            <a:ext cx="203200" cy="609600"/>
          </a:xfrm>
          <a:custGeom>
            <a:avLst/>
            <a:gdLst/>
            <a:ahLst/>
            <a:cxnLst/>
            <a:rect l="l" t="t" r="r" b="b"/>
            <a:pathLst>
              <a:path w="203200" h="609600">
                <a:moveTo>
                  <a:pt x="0" y="0"/>
                </a:moveTo>
                <a:lnTo>
                  <a:pt x="202692" y="0"/>
                </a:lnTo>
                <a:lnTo>
                  <a:pt x="202692" y="609599"/>
                </a:lnTo>
                <a:lnTo>
                  <a:pt x="0" y="609599"/>
                </a:lnTo>
                <a:lnTo>
                  <a:pt x="0" y="0"/>
                </a:lnTo>
                <a:close/>
              </a:path>
            </a:pathLst>
          </a:custGeom>
          <a:solidFill>
            <a:srgbClr val="20565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1940" y="217411"/>
            <a:ext cx="124841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课前回</a:t>
            </a:r>
            <a:r>
              <a:rPr dirty="0" sz="2400" spc="-10" b="1">
                <a:solidFill>
                  <a:srgbClr val="2E5B50"/>
                </a:solidFill>
                <a:latin typeface="宋体"/>
                <a:cs typeface="宋体"/>
              </a:rPr>
              <a:t>顾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96468" y="1722120"/>
            <a:ext cx="10799445" cy="3587750"/>
          </a:xfrm>
          <a:custGeom>
            <a:avLst/>
            <a:gdLst/>
            <a:ahLst/>
            <a:cxnLst/>
            <a:rect l="l" t="t" r="r" b="b"/>
            <a:pathLst>
              <a:path w="10799445" h="3587750">
                <a:moveTo>
                  <a:pt x="10201656" y="3587495"/>
                </a:moveTo>
                <a:lnTo>
                  <a:pt x="597407" y="3587495"/>
                </a:lnTo>
                <a:lnTo>
                  <a:pt x="548374" y="3585586"/>
                </a:lnTo>
                <a:lnTo>
                  <a:pt x="500431" y="3579807"/>
                </a:lnTo>
                <a:lnTo>
                  <a:pt x="453734" y="3570313"/>
                </a:lnTo>
                <a:lnTo>
                  <a:pt x="408436" y="3557258"/>
                </a:lnTo>
                <a:lnTo>
                  <a:pt x="364693" y="3540797"/>
                </a:lnTo>
                <a:lnTo>
                  <a:pt x="322659" y="3521085"/>
                </a:lnTo>
                <a:lnTo>
                  <a:pt x="282487" y="3498275"/>
                </a:lnTo>
                <a:lnTo>
                  <a:pt x="244333" y="3472521"/>
                </a:lnTo>
                <a:lnTo>
                  <a:pt x="208350" y="3443979"/>
                </a:lnTo>
                <a:lnTo>
                  <a:pt x="174693" y="3412802"/>
                </a:lnTo>
                <a:lnTo>
                  <a:pt x="143516" y="3379145"/>
                </a:lnTo>
                <a:lnTo>
                  <a:pt x="114974" y="3343162"/>
                </a:lnTo>
                <a:lnTo>
                  <a:pt x="89220" y="3305008"/>
                </a:lnTo>
                <a:lnTo>
                  <a:pt x="66410" y="3264836"/>
                </a:lnTo>
                <a:lnTo>
                  <a:pt x="46698" y="3222802"/>
                </a:lnTo>
                <a:lnTo>
                  <a:pt x="30237" y="3179059"/>
                </a:lnTo>
                <a:lnTo>
                  <a:pt x="17182" y="3133761"/>
                </a:lnTo>
                <a:lnTo>
                  <a:pt x="7688" y="3087064"/>
                </a:lnTo>
                <a:lnTo>
                  <a:pt x="1909" y="3039121"/>
                </a:lnTo>
                <a:lnTo>
                  <a:pt x="0" y="2990088"/>
                </a:lnTo>
                <a:lnTo>
                  <a:pt x="0" y="597407"/>
                </a:lnTo>
                <a:lnTo>
                  <a:pt x="1909" y="548462"/>
                </a:lnTo>
                <a:lnTo>
                  <a:pt x="7688" y="500599"/>
                </a:lnTo>
                <a:lnTo>
                  <a:pt x="17182" y="453972"/>
                </a:lnTo>
                <a:lnTo>
                  <a:pt x="30237" y="408735"/>
                </a:lnTo>
                <a:lnTo>
                  <a:pt x="46698" y="365043"/>
                </a:lnTo>
                <a:lnTo>
                  <a:pt x="66410" y="323051"/>
                </a:lnTo>
                <a:lnTo>
                  <a:pt x="89220" y="282912"/>
                </a:lnTo>
                <a:lnTo>
                  <a:pt x="114974" y="244781"/>
                </a:lnTo>
                <a:lnTo>
                  <a:pt x="143516" y="208812"/>
                </a:lnTo>
                <a:lnTo>
                  <a:pt x="174693" y="175159"/>
                </a:lnTo>
                <a:lnTo>
                  <a:pt x="208350" y="143978"/>
                </a:lnTo>
                <a:lnTo>
                  <a:pt x="244333" y="115422"/>
                </a:lnTo>
                <a:lnTo>
                  <a:pt x="282487" y="89645"/>
                </a:lnTo>
                <a:lnTo>
                  <a:pt x="322659" y="66802"/>
                </a:lnTo>
                <a:lnTo>
                  <a:pt x="364693" y="47048"/>
                </a:lnTo>
                <a:lnTo>
                  <a:pt x="408436" y="30536"/>
                </a:lnTo>
                <a:lnTo>
                  <a:pt x="453734" y="17420"/>
                </a:lnTo>
                <a:lnTo>
                  <a:pt x="500431" y="7856"/>
                </a:lnTo>
                <a:lnTo>
                  <a:pt x="548374" y="1998"/>
                </a:lnTo>
                <a:lnTo>
                  <a:pt x="597407" y="0"/>
                </a:lnTo>
                <a:lnTo>
                  <a:pt x="10201656" y="0"/>
                </a:lnTo>
                <a:lnTo>
                  <a:pt x="10250689" y="1998"/>
                </a:lnTo>
                <a:lnTo>
                  <a:pt x="10298632" y="7856"/>
                </a:lnTo>
                <a:lnTo>
                  <a:pt x="10345329" y="17420"/>
                </a:lnTo>
                <a:lnTo>
                  <a:pt x="10390627" y="30536"/>
                </a:lnTo>
                <a:lnTo>
                  <a:pt x="10434370" y="47048"/>
                </a:lnTo>
                <a:lnTo>
                  <a:pt x="10476404" y="66802"/>
                </a:lnTo>
                <a:lnTo>
                  <a:pt x="10516576" y="89645"/>
                </a:lnTo>
                <a:lnTo>
                  <a:pt x="10554730" y="115422"/>
                </a:lnTo>
                <a:lnTo>
                  <a:pt x="10590713" y="143978"/>
                </a:lnTo>
                <a:lnTo>
                  <a:pt x="10624370" y="175159"/>
                </a:lnTo>
                <a:lnTo>
                  <a:pt x="10655547" y="208812"/>
                </a:lnTo>
                <a:lnTo>
                  <a:pt x="10684089" y="244781"/>
                </a:lnTo>
                <a:lnTo>
                  <a:pt x="10709843" y="282912"/>
                </a:lnTo>
                <a:lnTo>
                  <a:pt x="10732653" y="323051"/>
                </a:lnTo>
                <a:lnTo>
                  <a:pt x="10752365" y="365043"/>
                </a:lnTo>
                <a:lnTo>
                  <a:pt x="10768826" y="408735"/>
                </a:lnTo>
                <a:lnTo>
                  <a:pt x="10781881" y="453972"/>
                </a:lnTo>
                <a:lnTo>
                  <a:pt x="10791375" y="500599"/>
                </a:lnTo>
                <a:lnTo>
                  <a:pt x="10797154" y="548462"/>
                </a:lnTo>
                <a:lnTo>
                  <a:pt x="10799064" y="597407"/>
                </a:lnTo>
                <a:lnTo>
                  <a:pt x="10799064" y="2990088"/>
                </a:lnTo>
                <a:lnTo>
                  <a:pt x="10797154" y="3039121"/>
                </a:lnTo>
                <a:lnTo>
                  <a:pt x="10791375" y="3087064"/>
                </a:lnTo>
                <a:lnTo>
                  <a:pt x="10781881" y="3133761"/>
                </a:lnTo>
                <a:lnTo>
                  <a:pt x="10768826" y="3179059"/>
                </a:lnTo>
                <a:lnTo>
                  <a:pt x="10752365" y="3222802"/>
                </a:lnTo>
                <a:lnTo>
                  <a:pt x="10732653" y="3264836"/>
                </a:lnTo>
                <a:lnTo>
                  <a:pt x="10709843" y="3305008"/>
                </a:lnTo>
                <a:lnTo>
                  <a:pt x="10684089" y="3343162"/>
                </a:lnTo>
                <a:lnTo>
                  <a:pt x="10655547" y="3379145"/>
                </a:lnTo>
                <a:lnTo>
                  <a:pt x="10624370" y="3412802"/>
                </a:lnTo>
                <a:lnTo>
                  <a:pt x="10590713" y="3443979"/>
                </a:lnTo>
                <a:lnTo>
                  <a:pt x="10554730" y="3472521"/>
                </a:lnTo>
                <a:lnTo>
                  <a:pt x="10516576" y="3498275"/>
                </a:lnTo>
                <a:lnTo>
                  <a:pt x="10476404" y="3521085"/>
                </a:lnTo>
                <a:lnTo>
                  <a:pt x="10434370" y="3540797"/>
                </a:lnTo>
                <a:lnTo>
                  <a:pt x="10390627" y="3557258"/>
                </a:lnTo>
                <a:lnTo>
                  <a:pt x="10345329" y="3570313"/>
                </a:lnTo>
                <a:lnTo>
                  <a:pt x="10298632" y="3579807"/>
                </a:lnTo>
                <a:lnTo>
                  <a:pt x="10250689" y="3585586"/>
                </a:lnTo>
                <a:lnTo>
                  <a:pt x="10201656" y="358749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89609" y="1715884"/>
            <a:ext cx="10812780" cy="3594100"/>
          </a:xfrm>
          <a:custGeom>
            <a:avLst/>
            <a:gdLst/>
            <a:ahLst/>
            <a:cxnLst/>
            <a:rect l="l" t="t" r="r" b="b"/>
            <a:pathLst>
              <a:path w="10812780" h="3594100">
                <a:moveTo>
                  <a:pt x="10344912" y="12699"/>
                </a:moveTo>
                <a:lnTo>
                  <a:pt x="467868" y="12699"/>
                </a:lnTo>
                <a:lnTo>
                  <a:pt x="482549" y="0"/>
                </a:lnTo>
                <a:lnTo>
                  <a:pt x="10330230" y="0"/>
                </a:lnTo>
                <a:lnTo>
                  <a:pt x="10344912" y="12699"/>
                </a:lnTo>
                <a:close/>
              </a:path>
              <a:path w="10812780" h="3594100">
                <a:moveTo>
                  <a:pt x="470649" y="25399"/>
                </a:moveTo>
                <a:lnTo>
                  <a:pt x="424637" y="25399"/>
                </a:lnTo>
                <a:lnTo>
                  <a:pt x="438899" y="12699"/>
                </a:lnTo>
                <a:lnTo>
                  <a:pt x="485178" y="12699"/>
                </a:lnTo>
                <a:lnTo>
                  <a:pt x="470649" y="25399"/>
                </a:lnTo>
                <a:close/>
              </a:path>
              <a:path w="10812780" h="3594100">
                <a:moveTo>
                  <a:pt x="10388142" y="25399"/>
                </a:moveTo>
                <a:lnTo>
                  <a:pt x="10342130" y="25399"/>
                </a:lnTo>
                <a:lnTo>
                  <a:pt x="10327601" y="12699"/>
                </a:lnTo>
                <a:lnTo>
                  <a:pt x="10373880" y="12699"/>
                </a:lnTo>
                <a:lnTo>
                  <a:pt x="10388142" y="25399"/>
                </a:lnTo>
                <a:close/>
              </a:path>
              <a:path w="10812780" h="3594100">
                <a:moveTo>
                  <a:pt x="428332" y="38099"/>
                </a:moveTo>
                <a:lnTo>
                  <a:pt x="382739" y="38099"/>
                </a:lnTo>
                <a:lnTo>
                  <a:pt x="396544" y="25399"/>
                </a:lnTo>
                <a:lnTo>
                  <a:pt x="442442" y="25399"/>
                </a:lnTo>
                <a:lnTo>
                  <a:pt x="428332" y="38099"/>
                </a:lnTo>
                <a:close/>
              </a:path>
              <a:path w="10812780" h="3594100">
                <a:moveTo>
                  <a:pt x="10430040" y="38099"/>
                </a:moveTo>
                <a:lnTo>
                  <a:pt x="10384447" y="38099"/>
                </a:lnTo>
                <a:lnTo>
                  <a:pt x="10370337" y="25399"/>
                </a:lnTo>
                <a:lnTo>
                  <a:pt x="10416235" y="25399"/>
                </a:lnTo>
                <a:lnTo>
                  <a:pt x="10430040" y="38099"/>
                </a:lnTo>
                <a:close/>
              </a:path>
              <a:path w="10812780" h="3594100">
                <a:moveTo>
                  <a:pt x="387337" y="50799"/>
                </a:moveTo>
                <a:lnTo>
                  <a:pt x="355625" y="50799"/>
                </a:lnTo>
                <a:lnTo>
                  <a:pt x="369100" y="38099"/>
                </a:lnTo>
                <a:lnTo>
                  <a:pt x="400989" y="38099"/>
                </a:lnTo>
                <a:lnTo>
                  <a:pt x="387337" y="50799"/>
                </a:lnTo>
                <a:close/>
              </a:path>
              <a:path w="10812780" h="3594100">
                <a:moveTo>
                  <a:pt x="10457154" y="50799"/>
                </a:moveTo>
                <a:lnTo>
                  <a:pt x="10425442" y="50799"/>
                </a:lnTo>
                <a:lnTo>
                  <a:pt x="10411790" y="38099"/>
                </a:lnTo>
                <a:lnTo>
                  <a:pt x="10443679" y="38099"/>
                </a:lnTo>
                <a:lnTo>
                  <a:pt x="10457154" y="50799"/>
                </a:lnTo>
                <a:close/>
              </a:path>
              <a:path w="10812780" h="3594100">
                <a:moveTo>
                  <a:pt x="360794" y="63499"/>
                </a:moveTo>
                <a:lnTo>
                  <a:pt x="329209" y="63499"/>
                </a:lnTo>
                <a:lnTo>
                  <a:pt x="342328" y="50799"/>
                </a:lnTo>
                <a:lnTo>
                  <a:pt x="374116" y="50799"/>
                </a:lnTo>
                <a:lnTo>
                  <a:pt x="360794" y="63499"/>
                </a:lnTo>
                <a:close/>
              </a:path>
              <a:path w="10812780" h="3594100">
                <a:moveTo>
                  <a:pt x="10483570" y="63499"/>
                </a:moveTo>
                <a:lnTo>
                  <a:pt x="10451985" y="63499"/>
                </a:lnTo>
                <a:lnTo>
                  <a:pt x="10438650" y="50799"/>
                </a:lnTo>
                <a:lnTo>
                  <a:pt x="10470451" y="50799"/>
                </a:lnTo>
                <a:lnTo>
                  <a:pt x="10483570" y="63499"/>
                </a:lnTo>
                <a:close/>
              </a:path>
              <a:path w="10812780" h="3594100">
                <a:moveTo>
                  <a:pt x="334937" y="76199"/>
                </a:moveTo>
                <a:lnTo>
                  <a:pt x="303517" y="76199"/>
                </a:lnTo>
                <a:lnTo>
                  <a:pt x="316268" y="63499"/>
                </a:lnTo>
                <a:lnTo>
                  <a:pt x="347916" y="63499"/>
                </a:lnTo>
                <a:lnTo>
                  <a:pt x="334937" y="76199"/>
                </a:lnTo>
                <a:close/>
              </a:path>
              <a:path w="10812780" h="3594100">
                <a:moveTo>
                  <a:pt x="10509262" y="76199"/>
                </a:moveTo>
                <a:lnTo>
                  <a:pt x="10477842" y="76199"/>
                </a:lnTo>
                <a:lnTo>
                  <a:pt x="10464863" y="63499"/>
                </a:lnTo>
                <a:lnTo>
                  <a:pt x="10496511" y="63499"/>
                </a:lnTo>
                <a:lnTo>
                  <a:pt x="10509262" y="76199"/>
                </a:lnTo>
                <a:close/>
              </a:path>
              <a:path w="10812780" h="3594100">
                <a:moveTo>
                  <a:pt x="285394" y="101599"/>
                </a:moveTo>
                <a:lnTo>
                  <a:pt x="266446" y="101599"/>
                </a:lnTo>
                <a:lnTo>
                  <a:pt x="278599" y="88899"/>
                </a:lnTo>
                <a:lnTo>
                  <a:pt x="290969" y="76199"/>
                </a:lnTo>
                <a:lnTo>
                  <a:pt x="322402" y="76199"/>
                </a:lnTo>
                <a:lnTo>
                  <a:pt x="309791" y="88899"/>
                </a:lnTo>
                <a:lnTo>
                  <a:pt x="297624" y="88899"/>
                </a:lnTo>
                <a:lnTo>
                  <a:pt x="285394" y="101599"/>
                </a:lnTo>
                <a:close/>
              </a:path>
              <a:path w="10812780" h="3594100">
                <a:moveTo>
                  <a:pt x="10546334" y="101599"/>
                </a:moveTo>
                <a:lnTo>
                  <a:pt x="10527385" y="101599"/>
                </a:lnTo>
                <a:lnTo>
                  <a:pt x="10515155" y="88899"/>
                </a:lnTo>
                <a:lnTo>
                  <a:pt x="10502988" y="88899"/>
                </a:lnTo>
                <a:lnTo>
                  <a:pt x="10490377" y="76199"/>
                </a:lnTo>
                <a:lnTo>
                  <a:pt x="10521810" y="76199"/>
                </a:lnTo>
                <a:lnTo>
                  <a:pt x="10534180" y="88899"/>
                </a:lnTo>
                <a:lnTo>
                  <a:pt x="10546334" y="101599"/>
                </a:lnTo>
                <a:close/>
              </a:path>
              <a:path w="10812780" h="3594100">
                <a:moveTo>
                  <a:pt x="250291" y="126999"/>
                </a:moveTo>
                <a:lnTo>
                  <a:pt x="231228" y="126999"/>
                </a:lnTo>
                <a:lnTo>
                  <a:pt x="242747" y="114299"/>
                </a:lnTo>
                <a:lnTo>
                  <a:pt x="254495" y="101599"/>
                </a:lnTo>
                <a:lnTo>
                  <a:pt x="273621" y="101599"/>
                </a:lnTo>
                <a:lnTo>
                  <a:pt x="261785" y="114299"/>
                </a:lnTo>
                <a:lnTo>
                  <a:pt x="261912" y="114299"/>
                </a:lnTo>
                <a:lnTo>
                  <a:pt x="250291" y="126999"/>
                </a:lnTo>
                <a:close/>
              </a:path>
              <a:path w="10812780" h="3594100">
                <a:moveTo>
                  <a:pt x="10581551" y="126999"/>
                </a:moveTo>
                <a:lnTo>
                  <a:pt x="10562488" y="126999"/>
                </a:lnTo>
                <a:lnTo>
                  <a:pt x="10550867" y="114299"/>
                </a:lnTo>
                <a:lnTo>
                  <a:pt x="10539158" y="101599"/>
                </a:lnTo>
                <a:lnTo>
                  <a:pt x="10558284" y="101599"/>
                </a:lnTo>
                <a:lnTo>
                  <a:pt x="10570032" y="114299"/>
                </a:lnTo>
                <a:lnTo>
                  <a:pt x="10581551" y="126999"/>
                </a:lnTo>
                <a:close/>
              </a:path>
              <a:path w="10812780" h="3594100">
                <a:moveTo>
                  <a:pt x="206476" y="165099"/>
                </a:moveTo>
                <a:lnTo>
                  <a:pt x="187375" y="165099"/>
                </a:lnTo>
                <a:lnTo>
                  <a:pt x="197993" y="152399"/>
                </a:lnTo>
                <a:lnTo>
                  <a:pt x="208838" y="139699"/>
                </a:lnTo>
                <a:lnTo>
                  <a:pt x="219925" y="126999"/>
                </a:lnTo>
                <a:lnTo>
                  <a:pt x="239128" y="126999"/>
                </a:lnTo>
                <a:lnTo>
                  <a:pt x="227952" y="139699"/>
                </a:lnTo>
                <a:lnTo>
                  <a:pt x="217106" y="152399"/>
                </a:lnTo>
                <a:lnTo>
                  <a:pt x="206476" y="165099"/>
                </a:lnTo>
                <a:close/>
              </a:path>
              <a:path w="10812780" h="3594100">
                <a:moveTo>
                  <a:pt x="10625391" y="165099"/>
                </a:moveTo>
                <a:lnTo>
                  <a:pt x="10606303" y="165099"/>
                </a:lnTo>
                <a:lnTo>
                  <a:pt x="10595559" y="152399"/>
                </a:lnTo>
                <a:lnTo>
                  <a:pt x="10584713" y="139699"/>
                </a:lnTo>
                <a:lnTo>
                  <a:pt x="10573651" y="126999"/>
                </a:lnTo>
                <a:lnTo>
                  <a:pt x="10592854" y="126999"/>
                </a:lnTo>
                <a:lnTo>
                  <a:pt x="10603941" y="139699"/>
                </a:lnTo>
                <a:lnTo>
                  <a:pt x="10614787" y="152399"/>
                </a:lnTo>
                <a:lnTo>
                  <a:pt x="10625391" y="165099"/>
                </a:lnTo>
                <a:close/>
              </a:path>
              <a:path w="10812780" h="3594100">
                <a:moveTo>
                  <a:pt x="121805" y="253999"/>
                </a:moveTo>
                <a:lnTo>
                  <a:pt x="111506" y="253999"/>
                </a:lnTo>
                <a:lnTo>
                  <a:pt x="120065" y="241299"/>
                </a:lnTo>
                <a:lnTo>
                  <a:pt x="147370" y="203199"/>
                </a:lnTo>
                <a:lnTo>
                  <a:pt x="177012" y="165099"/>
                </a:lnTo>
                <a:lnTo>
                  <a:pt x="196202" y="165099"/>
                </a:lnTo>
                <a:lnTo>
                  <a:pt x="185940" y="177799"/>
                </a:lnTo>
                <a:lnTo>
                  <a:pt x="176022" y="190499"/>
                </a:lnTo>
                <a:lnTo>
                  <a:pt x="166344" y="203199"/>
                </a:lnTo>
                <a:lnTo>
                  <a:pt x="156921" y="215899"/>
                </a:lnTo>
                <a:lnTo>
                  <a:pt x="147853" y="215899"/>
                </a:lnTo>
                <a:lnTo>
                  <a:pt x="138836" y="228599"/>
                </a:lnTo>
                <a:lnTo>
                  <a:pt x="130187" y="241299"/>
                </a:lnTo>
                <a:lnTo>
                  <a:pt x="121805" y="253999"/>
                </a:lnTo>
                <a:close/>
              </a:path>
              <a:path w="10812780" h="3594100">
                <a:moveTo>
                  <a:pt x="10701274" y="253999"/>
                </a:moveTo>
                <a:lnTo>
                  <a:pt x="10690974" y="253999"/>
                </a:lnTo>
                <a:lnTo>
                  <a:pt x="10682503" y="241299"/>
                </a:lnTo>
                <a:lnTo>
                  <a:pt x="10673842" y="228599"/>
                </a:lnTo>
                <a:lnTo>
                  <a:pt x="10664926" y="215899"/>
                </a:lnTo>
                <a:lnTo>
                  <a:pt x="10655858" y="215899"/>
                </a:lnTo>
                <a:lnTo>
                  <a:pt x="10646333" y="203199"/>
                </a:lnTo>
                <a:lnTo>
                  <a:pt x="10636656" y="190499"/>
                </a:lnTo>
                <a:lnTo>
                  <a:pt x="10626737" y="177799"/>
                </a:lnTo>
                <a:lnTo>
                  <a:pt x="10616577" y="165099"/>
                </a:lnTo>
                <a:lnTo>
                  <a:pt x="10635767" y="165099"/>
                </a:lnTo>
                <a:lnTo>
                  <a:pt x="10645902" y="177799"/>
                </a:lnTo>
                <a:lnTo>
                  <a:pt x="10674769" y="215899"/>
                </a:lnTo>
                <a:lnTo>
                  <a:pt x="10692714" y="241299"/>
                </a:lnTo>
                <a:lnTo>
                  <a:pt x="10701274" y="253999"/>
                </a:lnTo>
                <a:close/>
              </a:path>
              <a:path w="10812780" h="3594100">
                <a:moveTo>
                  <a:pt x="166446" y="3390900"/>
                </a:moveTo>
                <a:lnTo>
                  <a:pt x="147370" y="3390900"/>
                </a:lnTo>
                <a:lnTo>
                  <a:pt x="138010" y="3378200"/>
                </a:lnTo>
                <a:lnTo>
                  <a:pt x="111506" y="3340100"/>
                </a:lnTo>
                <a:lnTo>
                  <a:pt x="87490" y="3302000"/>
                </a:lnTo>
                <a:lnTo>
                  <a:pt x="66116" y="3263900"/>
                </a:lnTo>
                <a:lnTo>
                  <a:pt x="47498" y="3225800"/>
                </a:lnTo>
                <a:lnTo>
                  <a:pt x="31750" y="3187700"/>
                </a:lnTo>
                <a:lnTo>
                  <a:pt x="22923" y="3149600"/>
                </a:lnTo>
                <a:lnTo>
                  <a:pt x="19024" y="3136900"/>
                </a:lnTo>
                <a:lnTo>
                  <a:pt x="9436" y="3098800"/>
                </a:lnTo>
                <a:lnTo>
                  <a:pt x="4851" y="3060700"/>
                </a:lnTo>
                <a:lnTo>
                  <a:pt x="3124" y="3048000"/>
                </a:lnTo>
                <a:lnTo>
                  <a:pt x="1765" y="3035300"/>
                </a:lnTo>
                <a:lnTo>
                  <a:pt x="787" y="3022600"/>
                </a:lnTo>
                <a:lnTo>
                  <a:pt x="190" y="3009900"/>
                </a:lnTo>
                <a:lnTo>
                  <a:pt x="0" y="2984500"/>
                </a:lnTo>
                <a:lnTo>
                  <a:pt x="0" y="596899"/>
                </a:lnTo>
                <a:lnTo>
                  <a:pt x="190" y="584199"/>
                </a:lnTo>
                <a:lnTo>
                  <a:pt x="787" y="571499"/>
                </a:lnTo>
                <a:lnTo>
                  <a:pt x="1765" y="546099"/>
                </a:lnTo>
                <a:lnTo>
                  <a:pt x="3124" y="533399"/>
                </a:lnTo>
                <a:lnTo>
                  <a:pt x="4851" y="520699"/>
                </a:lnTo>
                <a:lnTo>
                  <a:pt x="6959" y="507999"/>
                </a:lnTo>
                <a:lnTo>
                  <a:pt x="9436" y="495299"/>
                </a:lnTo>
                <a:lnTo>
                  <a:pt x="12280" y="469899"/>
                </a:lnTo>
                <a:lnTo>
                  <a:pt x="22923" y="431799"/>
                </a:lnTo>
                <a:lnTo>
                  <a:pt x="36677" y="393699"/>
                </a:lnTo>
                <a:lnTo>
                  <a:pt x="53390" y="355599"/>
                </a:lnTo>
                <a:lnTo>
                  <a:pt x="59601" y="330199"/>
                </a:lnTo>
                <a:lnTo>
                  <a:pt x="80073" y="292099"/>
                </a:lnTo>
                <a:lnTo>
                  <a:pt x="103212" y="253999"/>
                </a:lnTo>
                <a:lnTo>
                  <a:pt x="121894" y="253999"/>
                </a:lnTo>
                <a:lnTo>
                  <a:pt x="113690" y="266699"/>
                </a:lnTo>
                <a:lnTo>
                  <a:pt x="105867" y="279399"/>
                </a:lnTo>
                <a:lnTo>
                  <a:pt x="98310" y="292099"/>
                </a:lnTo>
                <a:lnTo>
                  <a:pt x="91046" y="304799"/>
                </a:lnTo>
                <a:lnTo>
                  <a:pt x="84061" y="317499"/>
                </a:lnTo>
                <a:lnTo>
                  <a:pt x="77381" y="330199"/>
                </a:lnTo>
                <a:lnTo>
                  <a:pt x="71005" y="342899"/>
                </a:lnTo>
                <a:lnTo>
                  <a:pt x="64922" y="355599"/>
                </a:lnTo>
                <a:lnTo>
                  <a:pt x="59156" y="368299"/>
                </a:lnTo>
                <a:lnTo>
                  <a:pt x="53708" y="380999"/>
                </a:lnTo>
                <a:lnTo>
                  <a:pt x="48577" y="393699"/>
                </a:lnTo>
                <a:lnTo>
                  <a:pt x="43764" y="406399"/>
                </a:lnTo>
                <a:lnTo>
                  <a:pt x="39268" y="419099"/>
                </a:lnTo>
                <a:lnTo>
                  <a:pt x="35115" y="431799"/>
                </a:lnTo>
                <a:lnTo>
                  <a:pt x="31305" y="444499"/>
                </a:lnTo>
                <a:lnTo>
                  <a:pt x="27825" y="469899"/>
                </a:lnTo>
                <a:lnTo>
                  <a:pt x="24701" y="482599"/>
                </a:lnTo>
                <a:lnTo>
                  <a:pt x="21932" y="495299"/>
                </a:lnTo>
                <a:lnTo>
                  <a:pt x="19507" y="507999"/>
                </a:lnTo>
                <a:lnTo>
                  <a:pt x="17437" y="520699"/>
                </a:lnTo>
                <a:lnTo>
                  <a:pt x="15748" y="533399"/>
                </a:lnTo>
                <a:lnTo>
                  <a:pt x="15087" y="546099"/>
                </a:lnTo>
                <a:lnTo>
                  <a:pt x="14427" y="546099"/>
                </a:lnTo>
                <a:lnTo>
                  <a:pt x="13462" y="571499"/>
                </a:lnTo>
                <a:lnTo>
                  <a:pt x="12890" y="584199"/>
                </a:lnTo>
                <a:lnTo>
                  <a:pt x="12700" y="596899"/>
                </a:lnTo>
                <a:lnTo>
                  <a:pt x="12700" y="2984500"/>
                </a:lnTo>
                <a:lnTo>
                  <a:pt x="12890" y="3009900"/>
                </a:lnTo>
                <a:lnTo>
                  <a:pt x="13474" y="3022600"/>
                </a:lnTo>
                <a:lnTo>
                  <a:pt x="14427" y="3035300"/>
                </a:lnTo>
                <a:lnTo>
                  <a:pt x="15760" y="3048000"/>
                </a:lnTo>
                <a:lnTo>
                  <a:pt x="17462" y="3060700"/>
                </a:lnTo>
                <a:lnTo>
                  <a:pt x="19532" y="3086100"/>
                </a:lnTo>
                <a:lnTo>
                  <a:pt x="21958" y="3098800"/>
                </a:lnTo>
                <a:lnTo>
                  <a:pt x="24739" y="3111500"/>
                </a:lnTo>
                <a:lnTo>
                  <a:pt x="27863" y="3124200"/>
                </a:lnTo>
                <a:lnTo>
                  <a:pt x="31343" y="3136900"/>
                </a:lnTo>
                <a:lnTo>
                  <a:pt x="35166" y="3149600"/>
                </a:lnTo>
                <a:lnTo>
                  <a:pt x="39319" y="3162300"/>
                </a:lnTo>
                <a:lnTo>
                  <a:pt x="43815" y="3175000"/>
                </a:lnTo>
                <a:lnTo>
                  <a:pt x="48628" y="3187700"/>
                </a:lnTo>
                <a:lnTo>
                  <a:pt x="53759" y="3213100"/>
                </a:lnTo>
                <a:lnTo>
                  <a:pt x="59220" y="3225800"/>
                </a:lnTo>
                <a:lnTo>
                  <a:pt x="64998" y="3238500"/>
                </a:lnTo>
                <a:lnTo>
                  <a:pt x="71069" y="3251200"/>
                </a:lnTo>
                <a:lnTo>
                  <a:pt x="77457" y="3263900"/>
                </a:lnTo>
                <a:lnTo>
                  <a:pt x="84137" y="3276600"/>
                </a:lnTo>
                <a:lnTo>
                  <a:pt x="91122" y="3289300"/>
                </a:lnTo>
                <a:lnTo>
                  <a:pt x="98386" y="3302000"/>
                </a:lnTo>
                <a:lnTo>
                  <a:pt x="105943" y="3314700"/>
                </a:lnTo>
                <a:lnTo>
                  <a:pt x="113690" y="3314700"/>
                </a:lnTo>
                <a:lnTo>
                  <a:pt x="121894" y="3327400"/>
                </a:lnTo>
                <a:lnTo>
                  <a:pt x="130276" y="3340100"/>
                </a:lnTo>
                <a:lnTo>
                  <a:pt x="138937" y="3352800"/>
                </a:lnTo>
                <a:lnTo>
                  <a:pt x="147853" y="3365500"/>
                </a:lnTo>
                <a:lnTo>
                  <a:pt x="157022" y="3378200"/>
                </a:lnTo>
                <a:lnTo>
                  <a:pt x="166446" y="3390900"/>
                </a:lnTo>
                <a:close/>
              </a:path>
              <a:path w="10812780" h="3594100">
                <a:moveTo>
                  <a:pt x="10798365" y="558799"/>
                </a:moveTo>
                <a:lnTo>
                  <a:pt x="10797019" y="533399"/>
                </a:lnTo>
                <a:lnTo>
                  <a:pt x="10795317" y="520699"/>
                </a:lnTo>
                <a:lnTo>
                  <a:pt x="10793247" y="507999"/>
                </a:lnTo>
                <a:lnTo>
                  <a:pt x="10790821" y="495299"/>
                </a:lnTo>
                <a:lnTo>
                  <a:pt x="10788040" y="482599"/>
                </a:lnTo>
                <a:lnTo>
                  <a:pt x="10784916" y="469899"/>
                </a:lnTo>
                <a:lnTo>
                  <a:pt x="10781436" y="444499"/>
                </a:lnTo>
                <a:lnTo>
                  <a:pt x="10777613" y="431799"/>
                </a:lnTo>
                <a:lnTo>
                  <a:pt x="10773460" y="419099"/>
                </a:lnTo>
                <a:lnTo>
                  <a:pt x="10768965" y="406399"/>
                </a:lnTo>
                <a:lnTo>
                  <a:pt x="10764151" y="393699"/>
                </a:lnTo>
                <a:lnTo>
                  <a:pt x="10759020" y="380999"/>
                </a:lnTo>
                <a:lnTo>
                  <a:pt x="10753559" y="368299"/>
                </a:lnTo>
                <a:lnTo>
                  <a:pt x="10747781" y="355599"/>
                </a:lnTo>
                <a:lnTo>
                  <a:pt x="10741710" y="342899"/>
                </a:lnTo>
                <a:lnTo>
                  <a:pt x="10735322" y="330199"/>
                </a:lnTo>
                <a:lnTo>
                  <a:pt x="10728642" y="317499"/>
                </a:lnTo>
                <a:lnTo>
                  <a:pt x="10721657" y="304799"/>
                </a:lnTo>
                <a:lnTo>
                  <a:pt x="10714393" y="292099"/>
                </a:lnTo>
                <a:lnTo>
                  <a:pt x="10706836" y="279399"/>
                </a:lnTo>
                <a:lnTo>
                  <a:pt x="10699000" y="266699"/>
                </a:lnTo>
                <a:lnTo>
                  <a:pt x="10690885" y="253999"/>
                </a:lnTo>
                <a:lnTo>
                  <a:pt x="10709567" y="253999"/>
                </a:lnTo>
                <a:lnTo>
                  <a:pt x="10732706" y="292099"/>
                </a:lnTo>
                <a:lnTo>
                  <a:pt x="10753178" y="330199"/>
                </a:lnTo>
                <a:lnTo>
                  <a:pt x="10759389" y="355599"/>
                </a:lnTo>
                <a:lnTo>
                  <a:pt x="10765282" y="368299"/>
                </a:lnTo>
                <a:lnTo>
                  <a:pt x="10781030" y="406399"/>
                </a:lnTo>
                <a:lnTo>
                  <a:pt x="10793755" y="444499"/>
                </a:lnTo>
                <a:lnTo>
                  <a:pt x="10803343" y="495299"/>
                </a:lnTo>
                <a:lnTo>
                  <a:pt x="10805820" y="507999"/>
                </a:lnTo>
                <a:lnTo>
                  <a:pt x="10807928" y="520699"/>
                </a:lnTo>
                <a:lnTo>
                  <a:pt x="10809655" y="533399"/>
                </a:lnTo>
                <a:lnTo>
                  <a:pt x="10811014" y="546099"/>
                </a:lnTo>
                <a:lnTo>
                  <a:pt x="10798352" y="546099"/>
                </a:lnTo>
                <a:lnTo>
                  <a:pt x="10798365" y="558799"/>
                </a:lnTo>
                <a:close/>
              </a:path>
              <a:path w="10812780" h="3594100">
                <a:moveTo>
                  <a:pt x="14414" y="558799"/>
                </a:moveTo>
                <a:lnTo>
                  <a:pt x="14427" y="546099"/>
                </a:lnTo>
                <a:lnTo>
                  <a:pt x="15087" y="546099"/>
                </a:lnTo>
                <a:lnTo>
                  <a:pt x="14414" y="558799"/>
                </a:lnTo>
                <a:close/>
              </a:path>
              <a:path w="10812780" h="3594100">
                <a:moveTo>
                  <a:pt x="10665409" y="3390900"/>
                </a:moveTo>
                <a:lnTo>
                  <a:pt x="10646333" y="3390900"/>
                </a:lnTo>
                <a:lnTo>
                  <a:pt x="10655858" y="3378200"/>
                </a:lnTo>
                <a:lnTo>
                  <a:pt x="10665028" y="3365500"/>
                </a:lnTo>
                <a:lnTo>
                  <a:pt x="10673943" y="3352800"/>
                </a:lnTo>
                <a:lnTo>
                  <a:pt x="10682592" y="3340100"/>
                </a:lnTo>
                <a:lnTo>
                  <a:pt x="10690974" y="3327400"/>
                </a:lnTo>
                <a:lnTo>
                  <a:pt x="10699076" y="3314700"/>
                </a:lnTo>
                <a:lnTo>
                  <a:pt x="10706836" y="3314700"/>
                </a:lnTo>
                <a:lnTo>
                  <a:pt x="10714469" y="3302000"/>
                </a:lnTo>
                <a:lnTo>
                  <a:pt x="10721733" y="3289300"/>
                </a:lnTo>
                <a:lnTo>
                  <a:pt x="10728718" y="3276600"/>
                </a:lnTo>
                <a:lnTo>
                  <a:pt x="10735398" y="3263900"/>
                </a:lnTo>
                <a:lnTo>
                  <a:pt x="10741774" y="3251200"/>
                </a:lnTo>
                <a:lnTo>
                  <a:pt x="10747844" y="3238500"/>
                </a:lnTo>
                <a:lnTo>
                  <a:pt x="10753623" y="3225800"/>
                </a:lnTo>
                <a:lnTo>
                  <a:pt x="10759071" y="3213100"/>
                </a:lnTo>
                <a:lnTo>
                  <a:pt x="10764202" y="3187700"/>
                </a:lnTo>
                <a:lnTo>
                  <a:pt x="10769015" y="3175000"/>
                </a:lnTo>
                <a:lnTo>
                  <a:pt x="10773498" y="3162300"/>
                </a:lnTo>
                <a:lnTo>
                  <a:pt x="10777651" y="3149600"/>
                </a:lnTo>
                <a:lnTo>
                  <a:pt x="10781474" y="3136900"/>
                </a:lnTo>
                <a:lnTo>
                  <a:pt x="10784941" y="3124200"/>
                </a:lnTo>
                <a:lnTo>
                  <a:pt x="10788078" y="3111500"/>
                </a:lnTo>
                <a:lnTo>
                  <a:pt x="10790859" y="3098800"/>
                </a:lnTo>
                <a:lnTo>
                  <a:pt x="10793272" y="3086100"/>
                </a:lnTo>
                <a:lnTo>
                  <a:pt x="10795342" y="3060700"/>
                </a:lnTo>
                <a:lnTo>
                  <a:pt x="10797032" y="3048000"/>
                </a:lnTo>
                <a:lnTo>
                  <a:pt x="10798365" y="3035300"/>
                </a:lnTo>
                <a:lnTo>
                  <a:pt x="10799318" y="3022600"/>
                </a:lnTo>
                <a:lnTo>
                  <a:pt x="10799889" y="3009900"/>
                </a:lnTo>
                <a:lnTo>
                  <a:pt x="10800080" y="2984500"/>
                </a:lnTo>
                <a:lnTo>
                  <a:pt x="10800080" y="596899"/>
                </a:lnTo>
                <a:lnTo>
                  <a:pt x="10799889" y="584199"/>
                </a:lnTo>
                <a:lnTo>
                  <a:pt x="10799305" y="571499"/>
                </a:lnTo>
                <a:lnTo>
                  <a:pt x="10798352" y="546099"/>
                </a:lnTo>
                <a:lnTo>
                  <a:pt x="10811014" y="546099"/>
                </a:lnTo>
                <a:lnTo>
                  <a:pt x="10811992" y="571499"/>
                </a:lnTo>
                <a:lnTo>
                  <a:pt x="10812576" y="584199"/>
                </a:lnTo>
                <a:lnTo>
                  <a:pt x="10812780" y="596899"/>
                </a:lnTo>
                <a:lnTo>
                  <a:pt x="10812780" y="2984500"/>
                </a:lnTo>
                <a:lnTo>
                  <a:pt x="10811992" y="3022600"/>
                </a:lnTo>
                <a:lnTo>
                  <a:pt x="10807928" y="3060700"/>
                </a:lnTo>
                <a:lnTo>
                  <a:pt x="10805820" y="3086100"/>
                </a:lnTo>
                <a:lnTo>
                  <a:pt x="10797311" y="3124200"/>
                </a:lnTo>
                <a:lnTo>
                  <a:pt x="10789856" y="3149600"/>
                </a:lnTo>
                <a:lnTo>
                  <a:pt x="10785602" y="3175000"/>
                </a:lnTo>
                <a:lnTo>
                  <a:pt x="10770857" y="3213100"/>
                </a:lnTo>
                <a:lnTo>
                  <a:pt x="10753178" y="3251200"/>
                </a:lnTo>
                <a:lnTo>
                  <a:pt x="10732706" y="3289300"/>
                </a:lnTo>
                <a:lnTo>
                  <a:pt x="10709567" y="3327400"/>
                </a:lnTo>
                <a:lnTo>
                  <a:pt x="10683875" y="3365500"/>
                </a:lnTo>
                <a:lnTo>
                  <a:pt x="10674769" y="3378200"/>
                </a:lnTo>
                <a:lnTo>
                  <a:pt x="10665409" y="3390900"/>
                </a:lnTo>
                <a:close/>
              </a:path>
              <a:path w="10812780" h="3594100">
                <a:moveTo>
                  <a:pt x="217220" y="3441700"/>
                </a:moveTo>
                <a:lnTo>
                  <a:pt x="197993" y="3441700"/>
                </a:lnTo>
                <a:lnTo>
                  <a:pt x="187375" y="3429000"/>
                </a:lnTo>
                <a:lnTo>
                  <a:pt x="177012" y="3416300"/>
                </a:lnTo>
                <a:lnTo>
                  <a:pt x="166878" y="3403600"/>
                </a:lnTo>
                <a:lnTo>
                  <a:pt x="156997" y="3390900"/>
                </a:lnTo>
                <a:lnTo>
                  <a:pt x="166344" y="3390900"/>
                </a:lnTo>
                <a:lnTo>
                  <a:pt x="176123" y="3403600"/>
                </a:lnTo>
                <a:lnTo>
                  <a:pt x="185940" y="3403600"/>
                </a:lnTo>
                <a:lnTo>
                  <a:pt x="196202" y="3416300"/>
                </a:lnTo>
                <a:lnTo>
                  <a:pt x="206590" y="3429000"/>
                </a:lnTo>
                <a:lnTo>
                  <a:pt x="217220" y="3441700"/>
                </a:lnTo>
                <a:close/>
              </a:path>
              <a:path w="10812780" h="3594100">
                <a:moveTo>
                  <a:pt x="10614787" y="3441700"/>
                </a:moveTo>
                <a:lnTo>
                  <a:pt x="10595559" y="3441700"/>
                </a:lnTo>
                <a:lnTo>
                  <a:pt x="10606303" y="3429000"/>
                </a:lnTo>
                <a:lnTo>
                  <a:pt x="10616692" y="3416300"/>
                </a:lnTo>
                <a:lnTo>
                  <a:pt x="10626839" y="3403600"/>
                </a:lnTo>
                <a:lnTo>
                  <a:pt x="10636656" y="3403600"/>
                </a:lnTo>
                <a:lnTo>
                  <a:pt x="10646435" y="3390900"/>
                </a:lnTo>
                <a:lnTo>
                  <a:pt x="10655782" y="3390900"/>
                </a:lnTo>
                <a:lnTo>
                  <a:pt x="10645902" y="3403600"/>
                </a:lnTo>
                <a:lnTo>
                  <a:pt x="10635767" y="3416300"/>
                </a:lnTo>
                <a:lnTo>
                  <a:pt x="10625391" y="3429000"/>
                </a:lnTo>
                <a:lnTo>
                  <a:pt x="10614787" y="3441700"/>
                </a:lnTo>
                <a:close/>
              </a:path>
              <a:path w="10812780" h="3594100">
                <a:moveTo>
                  <a:pt x="273621" y="3479800"/>
                </a:moveTo>
                <a:lnTo>
                  <a:pt x="242747" y="3479800"/>
                </a:lnTo>
                <a:lnTo>
                  <a:pt x="231228" y="3467100"/>
                </a:lnTo>
                <a:lnTo>
                  <a:pt x="219925" y="3454400"/>
                </a:lnTo>
                <a:lnTo>
                  <a:pt x="208838" y="3441700"/>
                </a:lnTo>
                <a:lnTo>
                  <a:pt x="227952" y="3441700"/>
                </a:lnTo>
                <a:lnTo>
                  <a:pt x="239128" y="3454400"/>
                </a:lnTo>
                <a:lnTo>
                  <a:pt x="250418" y="3467100"/>
                </a:lnTo>
                <a:lnTo>
                  <a:pt x="261785" y="3467100"/>
                </a:lnTo>
                <a:lnTo>
                  <a:pt x="273621" y="3479800"/>
                </a:lnTo>
                <a:close/>
              </a:path>
              <a:path w="10812780" h="3594100">
                <a:moveTo>
                  <a:pt x="10570032" y="3479800"/>
                </a:moveTo>
                <a:lnTo>
                  <a:pt x="10539158" y="3479800"/>
                </a:lnTo>
                <a:lnTo>
                  <a:pt x="10550994" y="3467100"/>
                </a:lnTo>
                <a:lnTo>
                  <a:pt x="10562361" y="3467100"/>
                </a:lnTo>
                <a:lnTo>
                  <a:pt x="10573766" y="3454400"/>
                </a:lnTo>
                <a:lnTo>
                  <a:pt x="10584827" y="3441700"/>
                </a:lnTo>
                <a:lnTo>
                  <a:pt x="10603941" y="3441700"/>
                </a:lnTo>
                <a:lnTo>
                  <a:pt x="10592854" y="3454400"/>
                </a:lnTo>
                <a:lnTo>
                  <a:pt x="10581551" y="3467100"/>
                </a:lnTo>
                <a:lnTo>
                  <a:pt x="10570032" y="3479800"/>
                </a:lnTo>
                <a:close/>
              </a:path>
              <a:path w="10812780" h="3594100">
                <a:moveTo>
                  <a:pt x="309918" y="3505200"/>
                </a:moveTo>
                <a:lnTo>
                  <a:pt x="278599" y="3505200"/>
                </a:lnTo>
                <a:lnTo>
                  <a:pt x="266446" y="3492500"/>
                </a:lnTo>
                <a:lnTo>
                  <a:pt x="254495" y="3479800"/>
                </a:lnTo>
                <a:lnTo>
                  <a:pt x="273494" y="3479800"/>
                </a:lnTo>
                <a:lnTo>
                  <a:pt x="285521" y="3492500"/>
                </a:lnTo>
                <a:lnTo>
                  <a:pt x="297497" y="3492500"/>
                </a:lnTo>
                <a:lnTo>
                  <a:pt x="309918" y="3505200"/>
                </a:lnTo>
                <a:close/>
              </a:path>
              <a:path w="10812780" h="3594100">
                <a:moveTo>
                  <a:pt x="10534180" y="3505200"/>
                </a:moveTo>
                <a:lnTo>
                  <a:pt x="10502861" y="3505200"/>
                </a:lnTo>
                <a:lnTo>
                  <a:pt x="10515282" y="3492500"/>
                </a:lnTo>
                <a:lnTo>
                  <a:pt x="10527258" y="3492500"/>
                </a:lnTo>
                <a:lnTo>
                  <a:pt x="10539285" y="3479800"/>
                </a:lnTo>
                <a:lnTo>
                  <a:pt x="10558284" y="3479800"/>
                </a:lnTo>
                <a:lnTo>
                  <a:pt x="10546334" y="3492500"/>
                </a:lnTo>
                <a:lnTo>
                  <a:pt x="10534180" y="3505200"/>
                </a:lnTo>
                <a:close/>
              </a:path>
              <a:path w="10812780" h="3594100">
                <a:moveTo>
                  <a:pt x="335064" y="3517900"/>
                </a:moveTo>
                <a:lnTo>
                  <a:pt x="303517" y="3517900"/>
                </a:lnTo>
                <a:lnTo>
                  <a:pt x="290969" y="3505200"/>
                </a:lnTo>
                <a:lnTo>
                  <a:pt x="322262" y="3505200"/>
                </a:lnTo>
                <a:lnTo>
                  <a:pt x="335064" y="3517900"/>
                </a:lnTo>
                <a:close/>
              </a:path>
              <a:path w="10812780" h="3594100">
                <a:moveTo>
                  <a:pt x="10509262" y="3517900"/>
                </a:moveTo>
                <a:lnTo>
                  <a:pt x="10477715" y="3517900"/>
                </a:lnTo>
                <a:lnTo>
                  <a:pt x="10490517" y="3505200"/>
                </a:lnTo>
                <a:lnTo>
                  <a:pt x="10521810" y="3505200"/>
                </a:lnTo>
                <a:lnTo>
                  <a:pt x="10509262" y="3517900"/>
                </a:lnTo>
                <a:close/>
              </a:path>
              <a:path w="10812780" h="3594100">
                <a:moveTo>
                  <a:pt x="360934" y="3530600"/>
                </a:moveTo>
                <a:lnTo>
                  <a:pt x="329209" y="3530600"/>
                </a:lnTo>
                <a:lnTo>
                  <a:pt x="316268" y="3517900"/>
                </a:lnTo>
                <a:lnTo>
                  <a:pt x="347776" y="3517900"/>
                </a:lnTo>
                <a:lnTo>
                  <a:pt x="360934" y="3530600"/>
                </a:lnTo>
                <a:close/>
              </a:path>
              <a:path w="10812780" h="3594100">
                <a:moveTo>
                  <a:pt x="10483570" y="3530600"/>
                </a:moveTo>
                <a:lnTo>
                  <a:pt x="10451846" y="3530600"/>
                </a:lnTo>
                <a:lnTo>
                  <a:pt x="10465003" y="3517900"/>
                </a:lnTo>
                <a:lnTo>
                  <a:pt x="10496511" y="3517900"/>
                </a:lnTo>
                <a:lnTo>
                  <a:pt x="10483570" y="3530600"/>
                </a:lnTo>
                <a:close/>
              </a:path>
              <a:path w="10812780" h="3594100">
                <a:moveTo>
                  <a:pt x="387477" y="3543300"/>
                </a:moveTo>
                <a:lnTo>
                  <a:pt x="355625" y="3543300"/>
                </a:lnTo>
                <a:lnTo>
                  <a:pt x="342328" y="3530600"/>
                </a:lnTo>
                <a:lnTo>
                  <a:pt x="373976" y="3530600"/>
                </a:lnTo>
                <a:lnTo>
                  <a:pt x="387477" y="3543300"/>
                </a:lnTo>
                <a:close/>
              </a:path>
              <a:path w="10812780" h="3594100">
                <a:moveTo>
                  <a:pt x="10457154" y="3543300"/>
                </a:moveTo>
                <a:lnTo>
                  <a:pt x="10425303" y="3543300"/>
                </a:lnTo>
                <a:lnTo>
                  <a:pt x="10438803" y="3530600"/>
                </a:lnTo>
                <a:lnTo>
                  <a:pt x="10470451" y="3530600"/>
                </a:lnTo>
                <a:lnTo>
                  <a:pt x="10457154" y="3543300"/>
                </a:lnTo>
                <a:close/>
              </a:path>
              <a:path w="10812780" h="3594100">
                <a:moveTo>
                  <a:pt x="414655" y="3556000"/>
                </a:moveTo>
                <a:lnTo>
                  <a:pt x="382739" y="3556000"/>
                </a:lnTo>
                <a:lnTo>
                  <a:pt x="369100" y="3543300"/>
                </a:lnTo>
                <a:lnTo>
                  <a:pt x="400837" y="3543300"/>
                </a:lnTo>
                <a:lnTo>
                  <a:pt x="414655" y="3556000"/>
                </a:lnTo>
                <a:close/>
              </a:path>
              <a:path w="10812780" h="3594100">
                <a:moveTo>
                  <a:pt x="10430040" y="3556000"/>
                </a:moveTo>
                <a:lnTo>
                  <a:pt x="10398125" y="3556000"/>
                </a:lnTo>
                <a:lnTo>
                  <a:pt x="10411942" y="3543300"/>
                </a:lnTo>
                <a:lnTo>
                  <a:pt x="10443679" y="3543300"/>
                </a:lnTo>
                <a:lnTo>
                  <a:pt x="10430040" y="3556000"/>
                </a:lnTo>
                <a:close/>
              </a:path>
              <a:path w="10812780" h="3594100">
                <a:moveTo>
                  <a:pt x="456552" y="3568700"/>
                </a:moveTo>
                <a:lnTo>
                  <a:pt x="410514" y="3568700"/>
                </a:lnTo>
                <a:lnTo>
                  <a:pt x="396544" y="3556000"/>
                </a:lnTo>
                <a:lnTo>
                  <a:pt x="442290" y="3556000"/>
                </a:lnTo>
                <a:lnTo>
                  <a:pt x="456552" y="3568700"/>
                </a:lnTo>
                <a:close/>
              </a:path>
              <a:path w="10812780" h="3594100">
                <a:moveTo>
                  <a:pt x="10402265" y="3568700"/>
                </a:moveTo>
                <a:lnTo>
                  <a:pt x="10356227" y="3568700"/>
                </a:lnTo>
                <a:lnTo>
                  <a:pt x="10370489" y="3556000"/>
                </a:lnTo>
                <a:lnTo>
                  <a:pt x="10416235" y="3556000"/>
                </a:lnTo>
                <a:lnTo>
                  <a:pt x="10402265" y="3568700"/>
                </a:lnTo>
                <a:close/>
              </a:path>
              <a:path w="10812780" h="3594100">
                <a:moveTo>
                  <a:pt x="529056" y="3581400"/>
                </a:moveTo>
                <a:lnTo>
                  <a:pt x="453313" y="3581400"/>
                </a:lnTo>
                <a:lnTo>
                  <a:pt x="438899" y="3568700"/>
                </a:lnTo>
                <a:lnTo>
                  <a:pt x="514159" y="3568700"/>
                </a:lnTo>
                <a:lnTo>
                  <a:pt x="529056" y="3581400"/>
                </a:lnTo>
                <a:close/>
              </a:path>
              <a:path w="10812780" h="3594100">
                <a:moveTo>
                  <a:pt x="10359466" y="3581400"/>
                </a:moveTo>
                <a:lnTo>
                  <a:pt x="10283723" y="3581400"/>
                </a:lnTo>
                <a:lnTo>
                  <a:pt x="10298620" y="3568700"/>
                </a:lnTo>
                <a:lnTo>
                  <a:pt x="10373880" y="3568700"/>
                </a:lnTo>
                <a:lnTo>
                  <a:pt x="10359466" y="3581400"/>
                </a:lnTo>
                <a:close/>
              </a:path>
              <a:path w="10812780" h="3594100">
                <a:moveTo>
                  <a:pt x="10285399" y="3594100"/>
                </a:moveTo>
                <a:lnTo>
                  <a:pt x="527380" y="3594100"/>
                </a:lnTo>
                <a:lnTo>
                  <a:pt x="512318" y="3581400"/>
                </a:lnTo>
                <a:lnTo>
                  <a:pt x="10300462" y="3581400"/>
                </a:lnTo>
                <a:lnTo>
                  <a:pt x="10285399" y="3594100"/>
                </a:lnTo>
                <a:close/>
              </a:path>
            </a:pathLst>
          </a:custGeom>
          <a:solidFill>
            <a:srgbClr val="78A77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164336" y="2316479"/>
            <a:ext cx="9862185" cy="239903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157480" rIns="0" bIns="0" rtlCol="0" vert="horz">
            <a:spAutoFit/>
          </a:bodyPr>
          <a:lstStyle/>
          <a:p>
            <a:pPr marL="434975" indent="-342900">
              <a:lnSpc>
                <a:spcPct val="100000"/>
              </a:lnSpc>
              <a:spcBef>
                <a:spcPts val="1240"/>
              </a:spcBef>
              <a:buFont typeface="Arial"/>
              <a:buChar char="•"/>
              <a:tabLst>
                <a:tab pos="434340" algn="l"/>
                <a:tab pos="434975" algn="l"/>
              </a:tabLst>
            </a:pPr>
            <a:r>
              <a:rPr dirty="0" sz="2000" b="1">
                <a:latin typeface="宋体"/>
                <a:cs typeface="宋体"/>
              </a:rPr>
              <a:t>列表</a:t>
            </a:r>
            <a:r>
              <a:rPr dirty="0" sz="2000" spc="-5" b="1">
                <a:latin typeface="宋体"/>
                <a:cs typeface="宋体"/>
              </a:rPr>
              <a:t>(list)</a:t>
            </a:r>
            <a:r>
              <a:rPr dirty="0" sz="2000" spc="-5">
                <a:latin typeface="宋体"/>
                <a:cs typeface="宋体"/>
              </a:rPr>
              <a:t>：</a:t>
            </a:r>
            <a:r>
              <a:rPr dirty="0" sz="2000">
                <a:latin typeface="宋体"/>
                <a:cs typeface="宋体"/>
              </a:rPr>
              <a:t>用</a:t>
            </a:r>
            <a:r>
              <a:rPr dirty="0" sz="2000" spc="-5" b="1">
                <a:latin typeface="宋体"/>
                <a:cs typeface="宋体"/>
              </a:rPr>
              <a:t>[]</a:t>
            </a:r>
            <a:r>
              <a:rPr dirty="0" sz="2000">
                <a:latin typeface="宋体"/>
                <a:cs typeface="宋体"/>
              </a:rPr>
              <a:t>标识，有序集合，元素可修改，支持数字、字符串、嵌</a:t>
            </a:r>
            <a:r>
              <a:rPr dirty="0" sz="2000" spc="5">
                <a:latin typeface="宋体"/>
                <a:cs typeface="宋体"/>
              </a:rPr>
              <a:t>套</a:t>
            </a:r>
            <a:endParaRPr sz="2000">
              <a:latin typeface="宋体"/>
              <a:cs typeface="宋体"/>
            </a:endParaRPr>
          </a:p>
          <a:p>
            <a:pPr marL="434975" indent="-342900">
              <a:lnSpc>
                <a:spcPct val="100000"/>
              </a:lnSpc>
              <a:spcBef>
                <a:spcPts val="1200"/>
              </a:spcBef>
              <a:buFont typeface="Arial"/>
              <a:buChar char="•"/>
              <a:tabLst>
                <a:tab pos="434340" algn="l"/>
                <a:tab pos="434975" algn="l"/>
              </a:tabLst>
            </a:pPr>
            <a:r>
              <a:rPr dirty="0" sz="2000" b="1">
                <a:latin typeface="宋体"/>
                <a:cs typeface="宋体"/>
              </a:rPr>
              <a:t>元组</a:t>
            </a:r>
            <a:r>
              <a:rPr dirty="0" sz="2000" spc="-5" b="1">
                <a:latin typeface="宋体"/>
                <a:cs typeface="宋体"/>
              </a:rPr>
              <a:t>(tuple)</a:t>
            </a:r>
            <a:r>
              <a:rPr dirty="0" sz="2000" spc="-5">
                <a:latin typeface="宋体"/>
                <a:cs typeface="宋体"/>
              </a:rPr>
              <a:t>：</a:t>
            </a:r>
            <a:r>
              <a:rPr dirty="0" sz="2000">
                <a:latin typeface="宋体"/>
                <a:cs typeface="宋体"/>
              </a:rPr>
              <a:t>用</a:t>
            </a:r>
            <a:r>
              <a:rPr dirty="0" sz="2000" spc="-5" b="1">
                <a:latin typeface="宋体"/>
                <a:cs typeface="宋体"/>
              </a:rPr>
              <a:t>()</a:t>
            </a:r>
            <a:r>
              <a:rPr dirty="0" sz="2000">
                <a:latin typeface="宋体"/>
                <a:cs typeface="宋体"/>
              </a:rPr>
              <a:t>标识，与列表类似，但元素</a:t>
            </a:r>
            <a:r>
              <a:rPr dirty="0" sz="2000" b="1">
                <a:latin typeface="宋体"/>
                <a:cs typeface="宋体"/>
              </a:rPr>
              <a:t>不可修</a:t>
            </a:r>
            <a:r>
              <a:rPr dirty="0" sz="2000" spc="-5" b="1">
                <a:latin typeface="宋体"/>
                <a:cs typeface="宋体"/>
              </a:rPr>
              <a:t>改</a:t>
            </a:r>
            <a:endParaRPr sz="2000">
              <a:latin typeface="宋体"/>
              <a:cs typeface="宋体"/>
            </a:endParaRPr>
          </a:p>
          <a:p>
            <a:pPr marL="434975" indent="-342900">
              <a:lnSpc>
                <a:spcPct val="100000"/>
              </a:lnSpc>
              <a:spcBef>
                <a:spcPts val="1200"/>
              </a:spcBef>
              <a:buFont typeface="Arial"/>
              <a:buChar char="•"/>
              <a:tabLst>
                <a:tab pos="434340" algn="l"/>
                <a:tab pos="434975" algn="l"/>
              </a:tabLst>
            </a:pPr>
            <a:r>
              <a:rPr dirty="0" sz="2000" b="1">
                <a:latin typeface="宋体"/>
                <a:cs typeface="宋体"/>
              </a:rPr>
              <a:t>字典</a:t>
            </a:r>
            <a:r>
              <a:rPr dirty="0" sz="2000" spc="-5" b="1">
                <a:latin typeface="宋体"/>
                <a:cs typeface="宋体"/>
              </a:rPr>
              <a:t>(dict)</a:t>
            </a:r>
            <a:r>
              <a:rPr dirty="0" sz="2000" spc="-5">
                <a:latin typeface="宋体"/>
                <a:cs typeface="宋体"/>
              </a:rPr>
              <a:t>：</a:t>
            </a:r>
            <a:r>
              <a:rPr dirty="0" sz="2000">
                <a:latin typeface="宋体"/>
                <a:cs typeface="宋体"/>
              </a:rPr>
              <a:t>用</a:t>
            </a:r>
            <a:r>
              <a:rPr dirty="0" sz="2000" spc="-5" b="1">
                <a:latin typeface="宋体"/>
                <a:cs typeface="宋体"/>
              </a:rPr>
              <a:t>{}</a:t>
            </a:r>
            <a:r>
              <a:rPr dirty="0" sz="2000">
                <a:latin typeface="宋体"/>
                <a:cs typeface="宋体"/>
              </a:rPr>
              <a:t>标识，无序集合，键值对形式，</a:t>
            </a:r>
            <a:r>
              <a:rPr dirty="0" sz="2000" b="1">
                <a:latin typeface="宋体"/>
                <a:cs typeface="宋体"/>
              </a:rPr>
              <a:t>键</a:t>
            </a:r>
            <a:r>
              <a:rPr dirty="0" sz="2000" spc="-5" b="1">
                <a:latin typeface="宋体"/>
                <a:cs typeface="宋体"/>
              </a:rPr>
              <a:t>key</a:t>
            </a:r>
            <a:r>
              <a:rPr dirty="0" sz="2000" b="1">
                <a:latin typeface="宋体"/>
                <a:cs typeface="宋体"/>
              </a:rPr>
              <a:t>唯一，不可重</a:t>
            </a:r>
            <a:r>
              <a:rPr dirty="0" sz="2000" spc="-5" b="1">
                <a:latin typeface="宋体"/>
                <a:cs typeface="宋体"/>
              </a:rPr>
              <a:t>复</a:t>
            </a:r>
            <a:endParaRPr sz="2000">
              <a:latin typeface="宋体"/>
              <a:cs typeface="宋体"/>
            </a:endParaRPr>
          </a:p>
          <a:p>
            <a:pPr marL="434975" indent="-342900">
              <a:lnSpc>
                <a:spcPct val="100000"/>
              </a:lnSpc>
              <a:spcBef>
                <a:spcPts val="1200"/>
              </a:spcBef>
              <a:buFont typeface="Arial"/>
              <a:buChar char="•"/>
              <a:tabLst>
                <a:tab pos="434340" algn="l"/>
                <a:tab pos="434975" algn="l"/>
              </a:tabLst>
            </a:pPr>
            <a:r>
              <a:rPr dirty="0" sz="2000" b="1">
                <a:latin typeface="宋体"/>
                <a:cs typeface="宋体"/>
              </a:rPr>
              <a:t>集合</a:t>
            </a:r>
            <a:r>
              <a:rPr dirty="0" sz="2000" spc="-5" b="1">
                <a:latin typeface="宋体"/>
                <a:cs typeface="宋体"/>
              </a:rPr>
              <a:t>(set)</a:t>
            </a:r>
            <a:r>
              <a:rPr dirty="0" sz="2000" spc="-5">
                <a:latin typeface="宋体"/>
                <a:cs typeface="宋体"/>
              </a:rPr>
              <a:t>：</a:t>
            </a:r>
            <a:r>
              <a:rPr dirty="0" sz="2000">
                <a:latin typeface="宋体"/>
                <a:cs typeface="宋体"/>
              </a:rPr>
              <a:t>用</a:t>
            </a:r>
            <a:r>
              <a:rPr dirty="0" sz="2000" spc="-5" b="1">
                <a:latin typeface="宋体"/>
                <a:cs typeface="宋体"/>
              </a:rPr>
              <a:t>{}</a:t>
            </a:r>
            <a:r>
              <a:rPr dirty="0" sz="2000">
                <a:latin typeface="宋体"/>
                <a:cs typeface="宋体"/>
              </a:rPr>
              <a:t>标识，无序集合，</a:t>
            </a:r>
            <a:r>
              <a:rPr dirty="0" sz="2000" b="1">
                <a:latin typeface="宋体"/>
                <a:cs typeface="宋体"/>
              </a:rPr>
              <a:t>不可重</a:t>
            </a:r>
            <a:r>
              <a:rPr dirty="0" sz="2000" spc="-5" b="1">
                <a:latin typeface="宋体"/>
                <a:cs typeface="宋体"/>
              </a:rPr>
              <a:t>复</a:t>
            </a:r>
            <a:endParaRPr sz="2000">
              <a:latin typeface="宋体"/>
              <a:cs typeface="宋体"/>
            </a:endParaRPr>
          </a:p>
          <a:p>
            <a:pPr marL="434975" indent="-342900">
              <a:lnSpc>
                <a:spcPct val="100000"/>
              </a:lnSpc>
              <a:spcBef>
                <a:spcPts val="1200"/>
              </a:spcBef>
              <a:buFont typeface="Arial"/>
              <a:buChar char="•"/>
              <a:tabLst>
                <a:tab pos="434340" algn="l"/>
                <a:tab pos="434975" algn="l"/>
              </a:tabLst>
            </a:pPr>
            <a:r>
              <a:rPr dirty="0" sz="2000" b="1">
                <a:latin typeface="宋体"/>
                <a:cs typeface="宋体"/>
              </a:rPr>
              <a:t>数据类型转换：</a:t>
            </a:r>
            <a:r>
              <a:rPr dirty="0" sz="2000">
                <a:latin typeface="宋体"/>
                <a:cs typeface="宋体"/>
              </a:rPr>
              <a:t>将数据类型作为函</a:t>
            </a:r>
            <a:r>
              <a:rPr dirty="0" sz="2000" spc="5">
                <a:latin typeface="宋体"/>
                <a:cs typeface="宋体"/>
              </a:rPr>
              <a:t>数</a:t>
            </a:r>
            <a:endParaRPr sz="2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2"/>
            <a:ext cx="203200" cy="609600"/>
          </a:xfrm>
          <a:custGeom>
            <a:avLst/>
            <a:gdLst/>
            <a:ahLst/>
            <a:cxnLst/>
            <a:rect l="l" t="t" r="r" b="b"/>
            <a:pathLst>
              <a:path w="203200" h="609600">
                <a:moveTo>
                  <a:pt x="0" y="0"/>
                </a:moveTo>
                <a:lnTo>
                  <a:pt x="202692" y="0"/>
                </a:lnTo>
                <a:lnTo>
                  <a:pt x="202692" y="609599"/>
                </a:lnTo>
                <a:lnTo>
                  <a:pt x="0" y="609599"/>
                </a:lnTo>
                <a:lnTo>
                  <a:pt x="0" y="0"/>
                </a:lnTo>
                <a:close/>
              </a:path>
            </a:pathLst>
          </a:custGeom>
          <a:solidFill>
            <a:srgbClr val="20565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1940" y="217411"/>
            <a:ext cx="124841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流程控</a:t>
            </a:r>
            <a:r>
              <a:rPr dirty="0" sz="2400" spc="-10" b="1">
                <a:solidFill>
                  <a:srgbClr val="2E5B50"/>
                </a:solidFill>
                <a:latin typeface="宋体"/>
                <a:cs typeface="宋体"/>
              </a:rPr>
              <a:t>制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96468" y="1243583"/>
            <a:ext cx="10799445" cy="1728470"/>
          </a:xfrm>
          <a:custGeom>
            <a:avLst/>
            <a:gdLst/>
            <a:ahLst/>
            <a:cxnLst/>
            <a:rect l="l" t="t" r="r" b="b"/>
            <a:pathLst>
              <a:path w="10799445" h="1728470">
                <a:moveTo>
                  <a:pt x="10511028" y="1728215"/>
                </a:moveTo>
                <a:lnTo>
                  <a:pt x="288035" y="1728215"/>
                </a:lnTo>
                <a:lnTo>
                  <a:pt x="241180" y="1724572"/>
                </a:lnTo>
                <a:lnTo>
                  <a:pt x="196754" y="1713756"/>
                </a:lnTo>
                <a:lnTo>
                  <a:pt x="155351" y="1696360"/>
                </a:lnTo>
                <a:lnTo>
                  <a:pt x="117564" y="1672977"/>
                </a:lnTo>
                <a:lnTo>
                  <a:pt x="83986" y="1644200"/>
                </a:lnTo>
                <a:lnTo>
                  <a:pt x="55211" y="1610624"/>
                </a:lnTo>
                <a:lnTo>
                  <a:pt x="31831" y="1572840"/>
                </a:lnTo>
                <a:lnTo>
                  <a:pt x="14441" y="1531443"/>
                </a:lnTo>
                <a:lnTo>
                  <a:pt x="3633" y="1487025"/>
                </a:lnTo>
                <a:lnTo>
                  <a:pt x="0" y="1440179"/>
                </a:lnTo>
                <a:lnTo>
                  <a:pt x="0" y="288035"/>
                </a:lnTo>
                <a:lnTo>
                  <a:pt x="3633" y="241420"/>
                </a:lnTo>
                <a:lnTo>
                  <a:pt x="14441" y="197181"/>
                </a:lnTo>
                <a:lnTo>
                  <a:pt x="31831" y="155911"/>
                </a:lnTo>
                <a:lnTo>
                  <a:pt x="55211" y="118204"/>
                </a:lnTo>
                <a:lnTo>
                  <a:pt x="83986" y="84653"/>
                </a:lnTo>
                <a:lnTo>
                  <a:pt x="117564" y="55851"/>
                </a:lnTo>
                <a:lnTo>
                  <a:pt x="155351" y="32392"/>
                </a:lnTo>
                <a:lnTo>
                  <a:pt x="196754" y="14868"/>
                </a:lnTo>
                <a:lnTo>
                  <a:pt x="241180" y="3873"/>
                </a:lnTo>
                <a:lnTo>
                  <a:pt x="288035" y="0"/>
                </a:lnTo>
                <a:lnTo>
                  <a:pt x="10511028" y="0"/>
                </a:lnTo>
                <a:lnTo>
                  <a:pt x="10557883" y="3873"/>
                </a:lnTo>
                <a:lnTo>
                  <a:pt x="10602309" y="14868"/>
                </a:lnTo>
                <a:lnTo>
                  <a:pt x="10643712" y="32392"/>
                </a:lnTo>
                <a:lnTo>
                  <a:pt x="10681499" y="55851"/>
                </a:lnTo>
                <a:lnTo>
                  <a:pt x="10715077" y="84653"/>
                </a:lnTo>
                <a:lnTo>
                  <a:pt x="10743852" y="118204"/>
                </a:lnTo>
                <a:lnTo>
                  <a:pt x="10767232" y="155911"/>
                </a:lnTo>
                <a:lnTo>
                  <a:pt x="10784622" y="197181"/>
                </a:lnTo>
                <a:lnTo>
                  <a:pt x="10795430" y="241420"/>
                </a:lnTo>
                <a:lnTo>
                  <a:pt x="10799064" y="288035"/>
                </a:lnTo>
                <a:lnTo>
                  <a:pt x="10799064" y="1440179"/>
                </a:lnTo>
                <a:lnTo>
                  <a:pt x="10795430" y="1487025"/>
                </a:lnTo>
                <a:lnTo>
                  <a:pt x="10784622" y="1531443"/>
                </a:lnTo>
                <a:lnTo>
                  <a:pt x="10767232" y="1572840"/>
                </a:lnTo>
                <a:lnTo>
                  <a:pt x="10743852" y="1610624"/>
                </a:lnTo>
                <a:lnTo>
                  <a:pt x="10715077" y="1644200"/>
                </a:lnTo>
                <a:lnTo>
                  <a:pt x="10681499" y="1672977"/>
                </a:lnTo>
                <a:lnTo>
                  <a:pt x="10643712" y="1696360"/>
                </a:lnTo>
                <a:lnTo>
                  <a:pt x="10602309" y="1713756"/>
                </a:lnTo>
                <a:lnTo>
                  <a:pt x="10557883" y="1724572"/>
                </a:lnTo>
                <a:lnTo>
                  <a:pt x="10511028" y="1728215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4744" y="1361186"/>
            <a:ext cx="9683115" cy="1397000"/>
          </a:xfrm>
          <a:prstGeom prst="rect">
            <a:avLst/>
          </a:prstGeom>
        </p:spPr>
        <p:txBody>
          <a:bodyPr wrap="square" lIns="0" tIns="1651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dirty="0" sz="2000" b="1">
                <a:solidFill>
                  <a:srgbClr val="FFFFFF"/>
                </a:solidFill>
                <a:latin typeface="宋体"/>
                <a:cs typeface="宋体"/>
              </a:rPr>
              <a:t>流程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：即计算机执行代码的顺序</a:t>
            </a:r>
            <a:r>
              <a:rPr dirty="0" sz="2000" spc="5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2000">
              <a:latin typeface="宋体"/>
              <a:cs typeface="宋体"/>
            </a:endParaRPr>
          </a:p>
          <a:p>
            <a:pPr marL="12700" marR="5080">
              <a:lnSpc>
                <a:spcPct val="150000"/>
              </a:lnSpc>
            </a:pPr>
            <a:r>
              <a:rPr dirty="0" sz="2000" b="1">
                <a:solidFill>
                  <a:srgbClr val="FFFFFF"/>
                </a:solidFill>
                <a:latin typeface="宋体"/>
                <a:cs typeface="宋体"/>
              </a:rPr>
              <a:t>流程控制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：对计算机执行代码的顺序进行有效的管理，通过流程控制才能实现工作中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的 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业务逻辑</a:t>
            </a:r>
            <a:r>
              <a:rPr dirty="0" sz="2000" spc="5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96468" y="3413759"/>
            <a:ext cx="10799445" cy="2654935"/>
          </a:xfrm>
          <a:custGeom>
            <a:avLst/>
            <a:gdLst/>
            <a:ahLst/>
            <a:cxnLst/>
            <a:rect l="l" t="t" r="r" b="b"/>
            <a:pathLst>
              <a:path w="10799445" h="2654935">
                <a:moveTo>
                  <a:pt x="10357104" y="2654807"/>
                </a:moveTo>
                <a:lnTo>
                  <a:pt x="441959" y="2654807"/>
                </a:lnTo>
                <a:lnTo>
                  <a:pt x="393868" y="2652235"/>
                </a:lnTo>
                <a:lnTo>
                  <a:pt x="347263" y="2644647"/>
                </a:lnTo>
                <a:lnTo>
                  <a:pt x="302417" y="2632314"/>
                </a:lnTo>
                <a:lnTo>
                  <a:pt x="259600" y="2615508"/>
                </a:lnTo>
                <a:lnTo>
                  <a:pt x="219083" y="2594499"/>
                </a:lnTo>
                <a:lnTo>
                  <a:pt x="181137" y="2569559"/>
                </a:lnTo>
                <a:lnTo>
                  <a:pt x="146032" y="2540957"/>
                </a:lnTo>
                <a:lnTo>
                  <a:pt x="114040" y="2508965"/>
                </a:lnTo>
                <a:lnTo>
                  <a:pt x="85431" y="2473853"/>
                </a:lnTo>
                <a:lnTo>
                  <a:pt x="60477" y="2435893"/>
                </a:lnTo>
                <a:lnTo>
                  <a:pt x="39448" y="2395356"/>
                </a:lnTo>
                <a:lnTo>
                  <a:pt x="22614" y="2352512"/>
                </a:lnTo>
                <a:lnTo>
                  <a:pt x="10248" y="2307632"/>
                </a:lnTo>
                <a:lnTo>
                  <a:pt x="2619" y="2260987"/>
                </a:lnTo>
                <a:lnTo>
                  <a:pt x="0" y="2212848"/>
                </a:lnTo>
                <a:lnTo>
                  <a:pt x="0" y="441960"/>
                </a:lnTo>
                <a:lnTo>
                  <a:pt x="2619" y="393844"/>
                </a:lnTo>
                <a:lnTo>
                  <a:pt x="10248" y="347219"/>
                </a:lnTo>
                <a:lnTo>
                  <a:pt x="22614" y="302356"/>
                </a:lnTo>
                <a:lnTo>
                  <a:pt x="39448" y="259526"/>
                </a:lnTo>
                <a:lnTo>
                  <a:pt x="60477" y="218998"/>
                </a:lnTo>
                <a:lnTo>
                  <a:pt x="85431" y="181045"/>
                </a:lnTo>
                <a:lnTo>
                  <a:pt x="114040" y="145937"/>
                </a:lnTo>
                <a:lnTo>
                  <a:pt x="146032" y="113945"/>
                </a:lnTo>
                <a:lnTo>
                  <a:pt x="181137" y="85340"/>
                </a:lnTo>
                <a:lnTo>
                  <a:pt x="219083" y="60392"/>
                </a:lnTo>
                <a:lnTo>
                  <a:pt x="259600" y="39373"/>
                </a:lnTo>
                <a:lnTo>
                  <a:pt x="302417" y="22553"/>
                </a:lnTo>
                <a:lnTo>
                  <a:pt x="347263" y="10204"/>
                </a:lnTo>
                <a:lnTo>
                  <a:pt x="393868" y="2596"/>
                </a:lnTo>
                <a:lnTo>
                  <a:pt x="441959" y="0"/>
                </a:lnTo>
                <a:lnTo>
                  <a:pt x="10357104" y="0"/>
                </a:lnTo>
                <a:lnTo>
                  <a:pt x="10405328" y="2596"/>
                </a:lnTo>
                <a:lnTo>
                  <a:pt x="10452046" y="10204"/>
                </a:lnTo>
                <a:lnTo>
                  <a:pt x="10496987" y="22553"/>
                </a:lnTo>
                <a:lnTo>
                  <a:pt x="10539880" y="39373"/>
                </a:lnTo>
                <a:lnTo>
                  <a:pt x="10580454" y="60392"/>
                </a:lnTo>
                <a:lnTo>
                  <a:pt x="10618438" y="85340"/>
                </a:lnTo>
                <a:lnTo>
                  <a:pt x="10653562" y="113945"/>
                </a:lnTo>
                <a:lnTo>
                  <a:pt x="10685554" y="145937"/>
                </a:lnTo>
                <a:lnTo>
                  <a:pt x="10714144" y="181045"/>
                </a:lnTo>
                <a:lnTo>
                  <a:pt x="10739060" y="218998"/>
                </a:lnTo>
                <a:lnTo>
                  <a:pt x="10760033" y="259526"/>
                </a:lnTo>
                <a:lnTo>
                  <a:pt x="10776790" y="302356"/>
                </a:lnTo>
                <a:lnTo>
                  <a:pt x="10789061" y="347219"/>
                </a:lnTo>
                <a:lnTo>
                  <a:pt x="10796576" y="393844"/>
                </a:lnTo>
                <a:lnTo>
                  <a:pt x="10799064" y="441960"/>
                </a:lnTo>
                <a:lnTo>
                  <a:pt x="10799064" y="2212848"/>
                </a:lnTo>
                <a:lnTo>
                  <a:pt x="10796576" y="2260987"/>
                </a:lnTo>
                <a:lnTo>
                  <a:pt x="10789061" y="2307632"/>
                </a:lnTo>
                <a:lnTo>
                  <a:pt x="10776790" y="2352512"/>
                </a:lnTo>
                <a:lnTo>
                  <a:pt x="10760033" y="2395356"/>
                </a:lnTo>
                <a:lnTo>
                  <a:pt x="10739060" y="2435893"/>
                </a:lnTo>
                <a:lnTo>
                  <a:pt x="10714144" y="2473853"/>
                </a:lnTo>
                <a:lnTo>
                  <a:pt x="10685554" y="2508965"/>
                </a:lnTo>
                <a:lnTo>
                  <a:pt x="10653562" y="2540957"/>
                </a:lnTo>
                <a:lnTo>
                  <a:pt x="10618438" y="2569559"/>
                </a:lnTo>
                <a:lnTo>
                  <a:pt x="10580454" y="2594499"/>
                </a:lnTo>
                <a:lnTo>
                  <a:pt x="10539880" y="2615508"/>
                </a:lnTo>
                <a:lnTo>
                  <a:pt x="10496987" y="2632314"/>
                </a:lnTo>
                <a:lnTo>
                  <a:pt x="10452046" y="2644647"/>
                </a:lnTo>
                <a:lnTo>
                  <a:pt x="10405328" y="2652235"/>
                </a:lnTo>
                <a:lnTo>
                  <a:pt x="10357104" y="265480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90244" y="3407409"/>
            <a:ext cx="10812780" cy="2667000"/>
          </a:xfrm>
          <a:custGeom>
            <a:avLst/>
            <a:gdLst/>
            <a:ahLst/>
            <a:cxnLst/>
            <a:rect l="l" t="t" r="r" b="b"/>
            <a:pathLst>
              <a:path w="10812780" h="2667000">
                <a:moveTo>
                  <a:pt x="10475544" y="12700"/>
                </a:moveTo>
                <a:lnTo>
                  <a:pt x="336677" y="12700"/>
                </a:lnTo>
                <a:lnTo>
                  <a:pt x="347484" y="0"/>
                </a:lnTo>
                <a:lnTo>
                  <a:pt x="10464736" y="0"/>
                </a:lnTo>
                <a:lnTo>
                  <a:pt x="10475544" y="12700"/>
                </a:lnTo>
                <a:close/>
              </a:path>
              <a:path w="10812780" h="2667000">
                <a:moveTo>
                  <a:pt x="339763" y="25400"/>
                </a:moveTo>
                <a:lnTo>
                  <a:pt x="294513" y="25400"/>
                </a:lnTo>
                <a:lnTo>
                  <a:pt x="304888" y="12700"/>
                </a:lnTo>
                <a:lnTo>
                  <a:pt x="350418" y="12700"/>
                </a:lnTo>
                <a:lnTo>
                  <a:pt x="339763" y="25400"/>
                </a:lnTo>
                <a:close/>
              </a:path>
              <a:path w="10812780" h="2667000">
                <a:moveTo>
                  <a:pt x="10517708" y="25400"/>
                </a:moveTo>
                <a:lnTo>
                  <a:pt x="10472458" y="25400"/>
                </a:lnTo>
                <a:lnTo>
                  <a:pt x="10461802" y="12700"/>
                </a:lnTo>
                <a:lnTo>
                  <a:pt x="10507332" y="12700"/>
                </a:lnTo>
                <a:lnTo>
                  <a:pt x="10517708" y="25400"/>
                </a:lnTo>
                <a:close/>
              </a:path>
              <a:path w="10812780" h="2667000">
                <a:moveTo>
                  <a:pt x="298805" y="38100"/>
                </a:moveTo>
                <a:lnTo>
                  <a:pt x="264121" y="38100"/>
                </a:lnTo>
                <a:lnTo>
                  <a:pt x="274129" y="25400"/>
                </a:lnTo>
                <a:lnTo>
                  <a:pt x="309041" y="25400"/>
                </a:lnTo>
                <a:lnTo>
                  <a:pt x="298805" y="38100"/>
                </a:lnTo>
                <a:close/>
              </a:path>
              <a:path w="10812780" h="2667000">
                <a:moveTo>
                  <a:pt x="10548086" y="38100"/>
                </a:moveTo>
                <a:lnTo>
                  <a:pt x="10513402" y="38100"/>
                </a:lnTo>
                <a:lnTo>
                  <a:pt x="10503179" y="25400"/>
                </a:lnTo>
                <a:lnTo>
                  <a:pt x="10538091" y="25400"/>
                </a:lnTo>
                <a:lnTo>
                  <a:pt x="10548086" y="38100"/>
                </a:lnTo>
                <a:close/>
              </a:path>
              <a:path w="10812780" h="2667000">
                <a:moveTo>
                  <a:pt x="269290" y="50800"/>
                </a:moveTo>
                <a:lnTo>
                  <a:pt x="234899" y="50800"/>
                </a:lnTo>
                <a:lnTo>
                  <a:pt x="244500" y="38100"/>
                </a:lnTo>
                <a:lnTo>
                  <a:pt x="279158" y="38100"/>
                </a:lnTo>
                <a:lnTo>
                  <a:pt x="269290" y="50800"/>
                </a:lnTo>
                <a:close/>
              </a:path>
              <a:path w="10812780" h="2667000">
                <a:moveTo>
                  <a:pt x="10577322" y="50800"/>
                </a:moveTo>
                <a:lnTo>
                  <a:pt x="10542930" y="50800"/>
                </a:lnTo>
                <a:lnTo>
                  <a:pt x="10533062" y="38100"/>
                </a:lnTo>
                <a:lnTo>
                  <a:pt x="10567720" y="38100"/>
                </a:lnTo>
                <a:lnTo>
                  <a:pt x="10577322" y="50800"/>
                </a:lnTo>
                <a:close/>
              </a:path>
              <a:path w="10812780" h="2667000">
                <a:moveTo>
                  <a:pt x="240893" y="63500"/>
                </a:moveTo>
                <a:lnTo>
                  <a:pt x="216103" y="63500"/>
                </a:lnTo>
                <a:lnTo>
                  <a:pt x="225424" y="50800"/>
                </a:lnTo>
                <a:lnTo>
                  <a:pt x="250367" y="50800"/>
                </a:lnTo>
                <a:lnTo>
                  <a:pt x="240893" y="63500"/>
                </a:lnTo>
                <a:close/>
              </a:path>
              <a:path w="10812780" h="2667000">
                <a:moveTo>
                  <a:pt x="10596118" y="63500"/>
                </a:moveTo>
                <a:lnTo>
                  <a:pt x="10571327" y="63500"/>
                </a:lnTo>
                <a:lnTo>
                  <a:pt x="10561853" y="50800"/>
                </a:lnTo>
                <a:lnTo>
                  <a:pt x="10586796" y="50800"/>
                </a:lnTo>
                <a:lnTo>
                  <a:pt x="10596118" y="63500"/>
                </a:lnTo>
                <a:close/>
              </a:path>
              <a:path w="10812780" h="2667000">
                <a:moveTo>
                  <a:pt x="213702" y="76200"/>
                </a:moveTo>
                <a:lnTo>
                  <a:pt x="197891" y="76200"/>
                </a:lnTo>
                <a:lnTo>
                  <a:pt x="206921" y="63500"/>
                </a:lnTo>
                <a:lnTo>
                  <a:pt x="222758" y="63500"/>
                </a:lnTo>
                <a:lnTo>
                  <a:pt x="213702" y="76200"/>
                </a:lnTo>
                <a:close/>
              </a:path>
              <a:path w="10812780" h="2667000">
                <a:moveTo>
                  <a:pt x="10614329" y="76200"/>
                </a:moveTo>
                <a:lnTo>
                  <a:pt x="10598505" y="76200"/>
                </a:lnTo>
                <a:lnTo>
                  <a:pt x="10589463" y="63500"/>
                </a:lnTo>
                <a:lnTo>
                  <a:pt x="10605300" y="63500"/>
                </a:lnTo>
                <a:lnTo>
                  <a:pt x="10614329" y="76200"/>
                </a:lnTo>
                <a:close/>
              </a:path>
              <a:path w="10812780" h="2667000">
                <a:moveTo>
                  <a:pt x="196303" y="88900"/>
                </a:moveTo>
                <a:lnTo>
                  <a:pt x="180289" y="88900"/>
                </a:lnTo>
                <a:lnTo>
                  <a:pt x="189014" y="76200"/>
                </a:lnTo>
                <a:lnTo>
                  <a:pt x="205066" y="76200"/>
                </a:lnTo>
                <a:lnTo>
                  <a:pt x="196303" y="88900"/>
                </a:lnTo>
                <a:close/>
              </a:path>
              <a:path w="10812780" h="2667000">
                <a:moveTo>
                  <a:pt x="10631932" y="88900"/>
                </a:moveTo>
                <a:lnTo>
                  <a:pt x="10615904" y="88900"/>
                </a:lnTo>
                <a:lnTo>
                  <a:pt x="10607154" y="76200"/>
                </a:lnTo>
                <a:lnTo>
                  <a:pt x="10623207" y="76200"/>
                </a:lnTo>
                <a:lnTo>
                  <a:pt x="10631932" y="88900"/>
                </a:lnTo>
                <a:close/>
              </a:path>
              <a:path w="10812780" h="2667000">
                <a:moveTo>
                  <a:pt x="179514" y="101600"/>
                </a:moveTo>
                <a:lnTo>
                  <a:pt x="163334" y="101600"/>
                </a:lnTo>
                <a:lnTo>
                  <a:pt x="171729" y="88900"/>
                </a:lnTo>
                <a:lnTo>
                  <a:pt x="187960" y="88900"/>
                </a:lnTo>
                <a:lnTo>
                  <a:pt x="179514" y="101600"/>
                </a:lnTo>
                <a:close/>
              </a:path>
              <a:path w="10812780" h="2667000">
                <a:moveTo>
                  <a:pt x="10648886" y="101600"/>
                </a:moveTo>
                <a:lnTo>
                  <a:pt x="10632706" y="101600"/>
                </a:lnTo>
                <a:lnTo>
                  <a:pt x="10624261" y="88900"/>
                </a:lnTo>
                <a:lnTo>
                  <a:pt x="10640491" y="88900"/>
                </a:lnTo>
                <a:lnTo>
                  <a:pt x="10648886" y="101600"/>
                </a:lnTo>
                <a:close/>
              </a:path>
              <a:path w="10812780" h="2667000">
                <a:moveTo>
                  <a:pt x="163360" y="114300"/>
                </a:moveTo>
                <a:lnTo>
                  <a:pt x="147053" y="114300"/>
                </a:lnTo>
                <a:lnTo>
                  <a:pt x="155105" y="101600"/>
                </a:lnTo>
                <a:lnTo>
                  <a:pt x="171475" y="101600"/>
                </a:lnTo>
                <a:lnTo>
                  <a:pt x="163360" y="114300"/>
                </a:lnTo>
                <a:close/>
              </a:path>
              <a:path w="10812780" h="2667000">
                <a:moveTo>
                  <a:pt x="10665167" y="114300"/>
                </a:moveTo>
                <a:lnTo>
                  <a:pt x="10648848" y="114300"/>
                </a:lnTo>
                <a:lnTo>
                  <a:pt x="10640745" y="101600"/>
                </a:lnTo>
                <a:lnTo>
                  <a:pt x="10657116" y="101600"/>
                </a:lnTo>
                <a:lnTo>
                  <a:pt x="10665167" y="114300"/>
                </a:lnTo>
                <a:close/>
              </a:path>
              <a:path w="10812780" h="2667000">
                <a:moveTo>
                  <a:pt x="147878" y="127000"/>
                </a:moveTo>
                <a:lnTo>
                  <a:pt x="131470" y="127000"/>
                </a:lnTo>
                <a:lnTo>
                  <a:pt x="139166" y="114300"/>
                </a:lnTo>
                <a:lnTo>
                  <a:pt x="155651" y="114300"/>
                </a:lnTo>
                <a:lnTo>
                  <a:pt x="147878" y="127000"/>
                </a:lnTo>
                <a:close/>
              </a:path>
              <a:path w="10812780" h="2667000">
                <a:moveTo>
                  <a:pt x="10680750" y="127000"/>
                </a:moveTo>
                <a:lnTo>
                  <a:pt x="10664342" y="127000"/>
                </a:lnTo>
                <a:lnTo>
                  <a:pt x="10656570" y="114300"/>
                </a:lnTo>
                <a:lnTo>
                  <a:pt x="10673054" y="114300"/>
                </a:lnTo>
                <a:lnTo>
                  <a:pt x="10680750" y="127000"/>
                </a:lnTo>
                <a:close/>
              </a:path>
              <a:path w="10812780" h="2667000">
                <a:moveTo>
                  <a:pt x="125945" y="152400"/>
                </a:moveTo>
                <a:lnTo>
                  <a:pt x="109448" y="152400"/>
                </a:lnTo>
                <a:lnTo>
                  <a:pt x="116598" y="139700"/>
                </a:lnTo>
                <a:lnTo>
                  <a:pt x="123939" y="127000"/>
                </a:lnTo>
                <a:lnTo>
                  <a:pt x="147993" y="127000"/>
                </a:lnTo>
                <a:lnTo>
                  <a:pt x="140385" y="139700"/>
                </a:lnTo>
                <a:lnTo>
                  <a:pt x="133184" y="139700"/>
                </a:lnTo>
                <a:lnTo>
                  <a:pt x="125945" y="152400"/>
                </a:lnTo>
                <a:close/>
              </a:path>
              <a:path w="10812780" h="2667000">
                <a:moveTo>
                  <a:pt x="10702759" y="152400"/>
                </a:moveTo>
                <a:lnTo>
                  <a:pt x="10686275" y="152400"/>
                </a:lnTo>
                <a:lnTo>
                  <a:pt x="10679036" y="139700"/>
                </a:lnTo>
                <a:lnTo>
                  <a:pt x="10671822" y="139700"/>
                </a:lnTo>
                <a:lnTo>
                  <a:pt x="10664228" y="127000"/>
                </a:lnTo>
                <a:lnTo>
                  <a:pt x="10688281" y="127000"/>
                </a:lnTo>
                <a:lnTo>
                  <a:pt x="10695622" y="139700"/>
                </a:lnTo>
                <a:lnTo>
                  <a:pt x="10702759" y="152400"/>
                </a:lnTo>
                <a:close/>
              </a:path>
              <a:path w="10812780" h="2667000">
                <a:moveTo>
                  <a:pt x="105676" y="177800"/>
                </a:moveTo>
                <a:lnTo>
                  <a:pt x="89166" y="177800"/>
                </a:lnTo>
                <a:lnTo>
                  <a:pt x="95732" y="165100"/>
                </a:lnTo>
                <a:lnTo>
                  <a:pt x="102501" y="152400"/>
                </a:lnTo>
                <a:lnTo>
                  <a:pt x="119100" y="152400"/>
                </a:lnTo>
                <a:lnTo>
                  <a:pt x="112242" y="165100"/>
                </a:lnTo>
                <a:lnTo>
                  <a:pt x="105676" y="177800"/>
                </a:lnTo>
                <a:close/>
              </a:path>
              <a:path w="10812780" h="2667000">
                <a:moveTo>
                  <a:pt x="10723041" y="177800"/>
                </a:moveTo>
                <a:lnTo>
                  <a:pt x="10706544" y="177800"/>
                </a:lnTo>
                <a:lnTo>
                  <a:pt x="10699877" y="165100"/>
                </a:lnTo>
                <a:lnTo>
                  <a:pt x="10693120" y="152400"/>
                </a:lnTo>
                <a:lnTo>
                  <a:pt x="10709719" y="152400"/>
                </a:lnTo>
                <a:lnTo>
                  <a:pt x="10716488" y="165100"/>
                </a:lnTo>
                <a:lnTo>
                  <a:pt x="10723041" y="177800"/>
                </a:lnTo>
                <a:close/>
              </a:path>
              <a:path w="10812780" h="2667000">
                <a:moveTo>
                  <a:pt x="75793" y="215900"/>
                </a:moveTo>
                <a:lnTo>
                  <a:pt x="64985" y="215900"/>
                </a:lnTo>
                <a:lnTo>
                  <a:pt x="70713" y="203200"/>
                </a:lnTo>
                <a:lnTo>
                  <a:pt x="76657" y="190500"/>
                </a:lnTo>
                <a:lnTo>
                  <a:pt x="82816" y="177800"/>
                </a:lnTo>
                <a:lnTo>
                  <a:pt x="99390" y="177800"/>
                </a:lnTo>
                <a:lnTo>
                  <a:pt x="93116" y="190500"/>
                </a:lnTo>
                <a:lnTo>
                  <a:pt x="87134" y="203200"/>
                </a:lnTo>
                <a:lnTo>
                  <a:pt x="81445" y="203200"/>
                </a:lnTo>
                <a:lnTo>
                  <a:pt x="75793" y="215900"/>
                </a:lnTo>
                <a:close/>
              </a:path>
              <a:path w="10812780" h="2667000">
                <a:moveTo>
                  <a:pt x="10747235" y="215900"/>
                </a:moveTo>
                <a:lnTo>
                  <a:pt x="10736427" y="215900"/>
                </a:lnTo>
                <a:lnTo>
                  <a:pt x="10730776" y="203200"/>
                </a:lnTo>
                <a:lnTo>
                  <a:pt x="10725073" y="203200"/>
                </a:lnTo>
                <a:lnTo>
                  <a:pt x="10719015" y="190500"/>
                </a:lnTo>
                <a:lnTo>
                  <a:pt x="10712831" y="177800"/>
                </a:lnTo>
                <a:lnTo>
                  <a:pt x="10729404" y="177800"/>
                </a:lnTo>
                <a:lnTo>
                  <a:pt x="10735564" y="190500"/>
                </a:lnTo>
                <a:lnTo>
                  <a:pt x="10741507" y="203200"/>
                </a:lnTo>
                <a:lnTo>
                  <a:pt x="10747235" y="215900"/>
                </a:lnTo>
                <a:close/>
              </a:path>
              <a:path w="10812780" h="2667000">
                <a:moveTo>
                  <a:pt x="55676" y="254000"/>
                </a:moveTo>
                <a:lnTo>
                  <a:pt x="44259" y="254000"/>
                </a:lnTo>
                <a:lnTo>
                  <a:pt x="49110" y="241300"/>
                </a:lnTo>
                <a:lnTo>
                  <a:pt x="54178" y="228600"/>
                </a:lnTo>
                <a:lnTo>
                  <a:pt x="59474" y="215900"/>
                </a:lnTo>
                <a:lnTo>
                  <a:pt x="75882" y="215900"/>
                </a:lnTo>
                <a:lnTo>
                  <a:pt x="70446" y="228600"/>
                </a:lnTo>
                <a:lnTo>
                  <a:pt x="65379" y="228600"/>
                </a:lnTo>
                <a:lnTo>
                  <a:pt x="60375" y="241300"/>
                </a:lnTo>
                <a:lnTo>
                  <a:pt x="55676" y="254000"/>
                </a:lnTo>
                <a:close/>
              </a:path>
              <a:path w="10812780" h="2667000">
                <a:moveTo>
                  <a:pt x="10767961" y="254000"/>
                </a:moveTo>
                <a:lnTo>
                  <a:pt x="10756544" y="254000"/>
                </a:lnTo>
                <a:lnTo>
                  <a:pt x="10751769" y="241300"/>
                </a:lnTo>
                <a:lnTo>
                  <a:pt x="10746841" y="228600"/>
                </a:lnTo>
                <a:lnTo>
                  <a:pt x="10741774" y="228600"/>
                </a:lnTo>
                <a:lnTo>
                  <a:pt x="10736338" y="215900"/>
                </a:lnTo>
                <a:lnTo>
                  <a:pt x="10752747" y="215900"/>
                </a:lnTo>
                <a:lnTo>
                  <a:pt x="10758043" y="228600"/>
                </a:lnTo>
                <a:lnTo>
                  <a:pt x="10763110" y="241300"/>
                </a:lnTo>
                <a:lnTo>
                  <a:pt x="10767961" y="254000"/>
                </a:lnTo>
                <a:close/>
              </a:path>
              <a:path w="10812780" h="2667000">
                <a:moveTo>
                  <a:pt x="35585" y="304800"/>
                </a:moveTo>
                <a:lnTo>
                  <a:pt x="23583" y="304800"/>
                </a:lnTo>
                <a:lnTo>
                  <a:pt x="27241" y="292100"/>
                </a:lnTo>
                <a:lnTo>
                  <a:pt x="31140" y="279400"/>
                </a:lnTo>
                <a:lnTo>
                  <a:pt x="35280" y="266700"/>
                </a:lnTo>
                <a:lnTo>
                  <a:pt x="39649" y="254000"/>
                </a:lnTo>
                <a:lnTo>
                  <a:pt x="55740" y="254000"/>
                </a:lnTo>
                <a:lnTo>
                  <a:pt x="51193" y="266700"/>
                </a:lnTo>
                <a:lnTo>
                  <a:pt x="47002" y="266700"/>
                </a:lnTo>
                <a:lnTo>
                  <a:pt x="42925" y="279400"/>
                </a:lnTo>
                <a:lnTo>
                  <a:pt x="39141" y="292100"/>
                </a:lnTo>
                <a:lnTo>
                  <a:pt x="35585" y="304800"/>
                </a:lnTo>
                <a:close/>
              </a:path>
              <a:path w="10812780" h="2667000">
                <a:moveTo>
                  <a:pt x="10788637" y="304800"/>
                </a:moveTo>
                <a:lnTo>
                  <a:pt x="10776635" y="304800"/>
                </a:lnTo>
                <a:lnTo>
                  <a:pt x="10773029" y="292100"/>
                </a:lnTo>
                <a:lnTo>
                  <a:pt x="10769244" y="279400"/>
                </a:lnTo>
                <a:lnTo>
                  <a:pt x="10765218" y="266700"/>
                </a:lnTo>
                <a:lnTo>
                  <a:pt x="10761027" y="266700"/>
                </a:lnTo>
                <a:lnTo>
                  <a:pt x="10756480" y="254000"/>
                </a:lnTo>
                <a:lnTo>
                  <a:pt x="10772571" y="254000"/>
                </a:lnTo>
                <a:lnTo>
                  <a:pt x="10776940" y="266700"/>
                </a:lnTo>
                <a:lnTo>
                  <a:pt x="10781080" y="279400"/>
                </a:lnTo>
                <a:lnTo>
                  <a:pt x="10784979" y="292100"/>
                </a:lnTo>
                <a:lnTo>
                  <a:pt x="10788637" y="304800"/>
                </a:lnTo>
                <a:close/>
              </a:path>
              <a:path w="10812780" h="2667000">
                <a:moveTo>
                  <a:pt x="19494" y="368300"/>
                </a:moveTo>
                <a:lnTo>
                  <a:pt x="7010" y="368300"/>
                </a:lnTo>
                <a:lnTo>
                  <a:pt x="9118" y="355600"/>
                </a:lnTo>
                <a:lnTo>
                  <a:pt x="11493" y="342900"/>
                </a:lnTo>
                <a:lnTo>
                  <a:pt x="14135" y="330200"/>
                </a:lnTo>
                <a:lnTo>
                  <a:pt x="17030" y="317500"/>
                </a:lnTo>
                <a:lnTo>
                  <a:pt x="20180" y="304800"/>
                </a:lnTo>
                <a:lnTo>
                  <a:pt x="35636" y="304800"/>
                </a:lnTo>
                <a:lnTo>
                  <a:pt x="32283" y="317500"/>
                </a:lnTo>
                <a:lnTo>
                  <a:pt x="29260" y="317500"/>
                </a:lnTo>
                <a:lnTo>
                  <a:pt x="26415" y="330200"/>
                </a:lnTo>
                <a:lnTo>
                  <a:pt x="23850" y="342900"/>
                </a:lnTo>
                <a:lnTo>
                  <a:pt x="21539" y="355600"/>
                </a:lnTo>
                <a:lnTo>
                  <a:pt x="19494" y="368300"/>
                </a:lnTo>
                <a:close/>
              </a:path>
              <a:path w="10812780" h="2667000">
                <a:moveTo>
                  <a:pt x="10805210" y="368300"/>
                </a:moveTo>
                <a:lnTo>
                  <a:pt x="10792726" y="368300"/>
                </a:lnTo>
                <a:lnTo>
                  <a:pt x="10790643" y="355600"/>
                </a:lnTo>
                <a:lnTo>
                  <a:pt x="10788332" y="342900"/>
                </a:lnTo>
                <a:lnTo>
                  <a:pt x="10785767" y="330200"/>
                </a:lnTo>
                <a:lnTo>
                  <a:pt x="10782947" y="317500"/>
                </a:lnTo>
                <a:lnTo>
                  <a:pt x="10779937" y="317500"/>
                </a:lnTo>
                <a:lnTo>
                  <a:pt x="10776585" y="304800"/>
                </a:lnTo>
                <a:lnTo>
                  <a:pt x="10792040" y="304800"/>
                </a:lnTo>
                <a:lnTo>
                  <a:pt x="10795190" y="317500"/>
                </a:lnTo>
                <a:lnTo>
                  <a:pt x="10798086" y="330200"/>
                </a:lnTo>
                <a:lnTo>
                  <a:pt x="10800727" y="342900"/>
                </a:lnTo>
                <a:lnTo>
                  <a:pt x="10803102" y="355600"/>
                </a:lnTo>
                <a:lnTo>
                  <a:pt x="10805210" y="368300"/>
                </a:lnTo>
                <a:close/>
              </a:path>
              <a:path w="10812780" h="2667000">
                <a:moveTo>
                  <a:pt x="19519" y="2286000"/>
                </a:moveTo>
                <a:lnTo>
                  <a:pt x="5168" y="2286000"/>
                </a:lnTo>
                <a:lnTo>
                  <a:pt x="3606" y="2273300"/>
                </a:lnTo>
                <a:lnTo>
                  <a:pt x="584" y="2235200"/>
                </a:lnTo>
                <a:lnTo>
                  <a:pt x="0" y="2209800"/>
                </a:lnTo>
                <a:lnTo>
                  <a:pt x="0" y="444500"/>
                </a:lnTo>
                <a:lnTo>
                  <a:pt x="1308" y="406400"/>
                </a:lnTo>
                <a:lnTo>
                  <a:pt x="5168" y="368300"/>
                </a:lnTo>
                <a:lnTo>
                  <a:pt x="19519" y="368300"/>
                </a:lnTo>
                <a:lnTo>
                  <a:pt x="17716" y="381000"/>
                </a:lnTo>
                <a:lnTo>
                  <a:pt x="16217" y="381000"/>
                </a:lnTo>
                <a:lnTo>
                  <a:pt x="14947" y="393700"/>
                </a:lnTo>
                <a:lnTo>
                  <a:pt x="13970" y="406400"/>
                </a:lnTo>
                <a:lnTo>
                  <a:pt x="13258" y="419100"/>
                </a:lnTo>
                <a:lnTo>
                  <a:pt x="12839" y="431800"/>
                </a:lnTo>
                <a:lnTo>
                  <a:pt x="12700" y="444500"/>
                </a:lnTo>
                <a:lnTo>
                  <a:pt x="12700" y="2209800"/>
                </a:lnTo>
                <a:lnTo>
                  <a:pt x="12839" y="2222500"/>
                </a:lnTo>
                <a:lnTo>
                  <a:pt x="13271" y="2235200"/>
                </a:lnTo>
                <a:lnTo>
                  <a:pt x="13982" y="2247900"/>
                </a:lnTo>
                <a:lnTo>
                  <a:pt x="14960" y="2260600"/>
                </a:lnTo>
                <a:lnTo>
                  <a:pt x="16217" y="2273300"/>
                </a:lnTo>
                <a:lnTo>
                  <a:pt x="17716" y="2273300"/>
                </a:lnTo>
                <a:lnTo>
                  <a:pt x="19519" y="2286000"/>
                </a:lnTo>
                <a:close/>
              </a:path>
              <a:path w="10812780" h="2667000">
                <a:moveTo>
                  <a:pt x="10807052" y="2286000"/>
                </a:moveTo>
                <a:lnTo>
                  <a:pt x="10792701" y="2286000"/>
                </a:lnTo>
                <a:lnTo>
                  <a:pt x="10794504" y="2273300"/>
                </a:lnTo>
                <a:lnTo>
                  <a:pt x="10796003" y="2273300"/>
                </a:lnTo>
                <a:lnTo>
                  <a:pt x="10797273" y="2260600"/>
                </a:lnTo>
                <a:lnTo>
                  <a:pt x="10798251" y="2247900"/>
                </a:lnTo>
                <a:lnTo>
                  <a:pt x="10798962" y="2235200"/>
                </a:lnTo>
                <a:lnTo>
                  <a:pt x="10799381" y="2222500"/>
                </a:lnTo>
                <a:lnTo>
                  <a:pt x="10799521" y="2209800"/>
                </a:lnTo>
                <a:lnTo>
                  <a:pt x="10799521" y="444500"/>
                </a:lnTo>
                <a:lnTo>
                  <a:pt x="10799381" y="431800"/>
                </a:lnTo>
                <a:lnTo>
                  <a:pt x="10798949" y="419100"/>
                </a:lnTo>
                <a:lnTo>
                  <a:pt x="10798238" y="406400"/>
                </a:lnTo>
                <a:lnTo>
                  <a:pt x="10797260" y="393700"/>
                </a:lnTo>
                <a:lnTo>
                  <a:pt x="10796003" y="381000"/>
                </a:lnTo>
                <a:lnTo>
                  <a:pt x="10794504" y="381000"/>
                </a:lnTo>
                <a:lnTo>
                  <a:pt x="10792701" y="368300"/>
                </a:lnTo>
                <a:lnTo>
                  <a:pt x="10807052" y="368300"/>
                </a:lnTo>
                <a:lnTo>
                  <a:pt x="10808614" y="381000"/>
                </a:lnTo>
                <a:lnTo>
                  <a:pt x="10811637" y="419100"/>
                </a:lnTo>
                <a:lnTo>
                  <a:pt x="10812221" y="444500"/>
                </a:lnTo>
                <a:lnTo>
                  <a:pt x="10812221" y="2209800"/>
                </a:lnTo>
                <a:lnTo>
                  <a:pt x="10810913" y="2247900"/>
                </a:lnTo>
                <a:lnTo>
                  <a:pt x="10808614" y="2273300"/>
                </a:lnTo>
                <a:lnTo>
                  <a:pt x="10807052" y="2286000"/>
                </a:lnTo>
                <a:close/>
              </a:path>
              <a:path w="10812780" h="2667000">
                <a:moveTo>
                  <a:pt x="39192" y="2362200"/>
                </a:moveTo>
                <a:lnTo>
                  <a:pt x="23583" y="2362200"/>
                </a:lnTo>
                <a:lnTo>
                  <a:pt x="20180" y="2349500"/>
                </a:lnTo>
                <a:lnTo>
                  <a:pt x="11493" y="2311400"/>
                </a:lnTo>
                <a:lnTo>
                  <a:pt x="7010" y="2286000"/>
                </a:lnTo>
                <a:lnTo>
                  <a:pt x="19494" y="2286000"/>
                </a:lnTo>
                <a:lnTo>
                  <a:pt x="21577" y="2298700"/>
                </a:lnTo>
                <a:lnTo>
                  <a:pt x="23888" y="2311400"/>
                </a:lnTo>
                <a:lnTo>
                  <a:pt x="26454" y="2324100"/>
                </a:lnTo>
                <a:lnTo>
                  <a:pt x="29260" y="2336800"/>
                </a:lnTo>
                <a:lnTo>
                  <a:pt x="32283" y="2336800"/>
                </a:lnTo>
                <a:lnTo>
                  <a:pt x="35636" y="2349500"/>
                </a:lnTo>
                <a:lnTo>
                  <a:pt x="39192" y="2362200"/>
                </a:lnTo>
                <a:close/>
              </a:path>
              <a:path w="10812780" h="2667000">
                <a:moveTo>
                  <a:pt x="10788637" y="2362200"/>
                </a:moveTo>
                <a:lnTo>
                  <a:pt x="10773029" y="2362200"/>
                </a:lnTo>
                <a:lnTo>
                  <a:pt x="10776635" y="2349500"/>
                </a:lnTo>
                <a:lnTo>
                  <a:pt x="10779937" y="2336800"/>
                </a:lnTo>
                <a:lnTo>
                  <a:pt x="10782947" y="2336800"/>
                </a:lnTo>
                <a:lnTo>
                  <a:pt x="10785805" y="2324100"/>
                </a:lnTo>
                <a:lnTo>
                  <a:pt x="10788370" y="2311400"/>
                </a:lnTo>
                <a:lnTo>
                  <a:pt x="10790682" y="2298700"/>
                </a:lnTo>
                <a:lnTo>
                  <a:pt x="10792726" y="2286000"/>
                </a:lnTo>
                <a:lnTo>
                  <a:pt x="10805210" y="2286000"/>
                </a:lnTo>
                <a:lnTo>
                  <a:pt x="10803102" y="2298700"/>
                </a:lnTo>
                <a:lnTo>
                  <a:pt x="10800727" y="2311400"/>
                </a:lnTo>
                <a:lnTo>
                  <a:pt x="10798086" y="2324100"/>
                </a:lnTo>
                <a:lnTo>
                  <a:pt x="10795190" y="2336800"/>
                </a:lnTo>
                <a:lnTo>
                  <a:pt x="10792040" y="2349500"/>
                </a:lnTo>
                <a:lnTo>
                  <a:pt x="10788637" y="2362200"/>
                </a:lnTo>
                <a:close/>
              </a:path>
              <a:path w="10812780" h="2667000">
                <a:moveTo>
                  <a:pt x="60439" y="2413000"/>
                </a:moveTo>
                <a:lnTo>
                  <a:pt x="44259" y="2413000"/>
                </a:lnTo>
                <a:lnTo>
                  <a:pt x="39649" y="2400300"/>
                </a:lnTo>
                <a:lnTo>
                  <a:pt x="35280" y="2387600"/>
                </a:lnTo>
                <a:lnTo>
                  <a:pt x="31140" y="2374900"/>
                </a:lnTo>
                <a:lnTo>
                  <a:pt x="27241" y="2362200"/>
                </a:lnTo>
                <a:lnTo>
                  <a:pt x="39141" y="2362200"/>
                </a:lnTo>
                <a:lnTo>
                  <a:pt x="42976" y="2374900"/>
                </a:lnTo>
                <a:lnTo>
                  <a:pt x="47002" y="2387600"/>
                </a:lnTo>
                <a:lnTo>
                  <a:pt x="51193" y="2387600"/>
                </a:lnTo>
                <a:lnTo>
                  <a:pt x="55740" y="2400300"/>
                </a:lnTo>
                <a:lnTo>
                  <a:pt x="60439" y="2413000"/>
                </a:lnTo>
                <a:close/>
              </a:path>
              <a:path w="10812780" h="2667000">
                <a:moveTo>
                  <a:pt x="10767961" y="2413000"/>
                </a:moveTo>
                <a:lnTo>
                  <a:pt x="10751769" y="2413000"/>
                </a:lnTo>
                <a:lnTo>
                  <a:pt x="10756544" y="2400300"/>
                </a:lnTo>
                <a:lnTo>
                  <a:pt x="10761027" y="2387600"/>
                </a:lnTo>
                <a:lnTo>
                  <a:pt x="10765218" y="2387600"/>
                </a:lnTo>
                <a:lnTo>
                  <a:pt x="10769295" y="2374900"/>
                </a:lnTo>
                <a:lnTo>
                  <a:pt x="10773079" y="2362200"/>
                </a:lnTo>
                <a:lnTo>
                  <a:pt x="10784979" y="2362200"/>
                </a:lnTo>
                <a:lnTo>
                  <a:pt x="10781080" y="2374900"/>
                </a:lnTo>
                <a:lnTo>
                  <a:pt x="10776940" y="2387600"/>
                </a:lnTo>
                <a:lnTo>
                  <a:pt x="10772571" y="2400300"/>
                </a:lnTo>
                <a:lnTo>
                  <a:pt x="10767961" y="2413000"/>
                </a:lnTo>
                <a:close/>
              </a:path>
              <a:path w="10812780" h="2667000">
                <a:moveTo>
                  <a:pt x="81445" y="2451100"/>
                </a:moveTo>
                <a:lnTo>
                  <a:pt x="64985" y="2451100"/>
                </a:lnTo>
                <a:lnTo>
                  <a:pt x="59474" y="2438400"/>
                </a:lnTo>
                <a:lnTo>
                  <a:pt x="54178" y="2425700"/>
                </a:lnTo>
                <a:lnTo>
                  <a:pt x="49110" y="2413000"/>
                </a:lnTo>
                <a:lnTo>
                  <a:pt x="60375" y="2413000"/>
                </a:lnTo>
                <a:lnTo>
                  <a:pt x="65379" y="2425700"/>
                </a:lnTo>
                <a:lnTo>
                  <a:pt x="70446" y="2425700"/>
                </a:lnTo>
                <a:lnTo>
                  <a:pt x="75882" y="2438400"/>
                </a:lnTo>
                <a:lnTo>
                  <a:pt x="81445" y="2451100"/>
                </a:lnTo>
                <a:close/>
              </a:path>
              <a:path w="10812780" h="2667000">
                <a:moveTo>
                  <a:pt x="10747235" y="2451100"/>
                </a:moveTo>
                <a:lnTo>
                  <a:pt x="10730776" y="2451100"/>
                </a:lnTo>
                <a:lnTo>
                  <a:pt x="10736427" y="2438400"/>
                </a:lnTo>
                <a:lnTo>
                  <a:pt x="10741774" y="2425700"/>
                </a:lnTo>
                <a:lnTo>
                  <a:pt x="10746841" y="2425700"/>
                </a:lnTo>
                <a:lnTo>
                  <a:pt x="10751845" y="2413000"/>
                </a:lnTo>
                <a:lnTo>
                  <a:pt x="10763110" y="2413000"/>
                </a:lnTo>
                <a:lnTo>
                  <a:pt x="10758043" y="2425700"/>
                </a:lnTo>
                <a:lnTo>
                  <a:pt x="10752747" y="2438400"/>
                </a:lnTo>
                <a:lnTo>
                  <a:pt x="10747235" y="2451100"/>
                </a:lnTo>
                <a:close/>
              </a:path>
              <a:path w="10812780" h="2667000">
                <a:moveTo>
                  <a:pt x="99390" y="2476500"/>
                </a:moveTo>
                <a:lnTo>
                  <a:pt x="82816" y="2476500"/>
                </a:lnTo>
                <a:lnTo>
                  <a:pt x="76657" y="2463800"/>
                </a:lnTo>
                <a:lnTo>
                  <a:pt x="70713" y="2451100"/>
                </a:lnTo>
                <a:lnTo>
                  <a:pt x="87134" y="2451100"/>
                </a:lnTo>
                <a:lnTo>
                  <a:pt x="93205" y="2463800"/>
                </a:lnTo>
                <a:lnTo>
                  <a:pt x="99390" y="2476500"/>
                </a:lnTo>
                <a:close/>
              </a:path>
              <a:path w="10812780" h="2667000">
                <a:moveTo>
                  <a:pt x="10729404" y="2476500"/>
                </a:moveTo>
                <a:lnTo>
                  <a:pt x="10712831" y="2476500"/>
                </a:lnTo>
                <a:lnTo>
                  <a:pt x="10719104" y="2463800"/>
                </a:lnTo>
                <a:lnTo>
                  <a:pt x="10725073" y="2451100"/>
                </a:lnTo>
                <a:lnTo>
                  <a:pt x="10741507" y="2451100"/>
                </a:lnTo>
                <a:lnTo>
                  <a:pt x="10735564" y="2463800"/>
                </a:lnTo>
                <a:lnTo>
                  <a:pt x="10729404" y="2476500"/>
                </a:lnTo>
                <a:close/>
              </a:path>
              <a:path w="10812780" h="2667000">
                <a:moveTo>
                  <a:pt x="119100" y="2501900"/>
                </a:moveTo>
                <a:lnTo>
                  <a:pt x="102501" y="2501900"/>
                </a:lnTo>
                <a:lnTo>
                  <a:pt x="95732" y="2489200"/>
                </a:lnTo>
                <a:lnTo>
                  <a:pt x="89166" y="2476500"/>
                </a:lnTo>
                <a:lnTo>
                  <a:pt x="105676" y="2476500"/>
                </a:lnTo>
                <a:lnTo>
                  <a:pt x="112344" y="2489200"/>
                </a:lnTo>
                <a:lnTo>
                  <a:pt x="119100" y="2501900"/>
                </a:lnTo>
                <a:close/>
              </a:path>
              <a:path w="10812780" h="2667000">
                <a:moveTo>
                  <a:pt x="10709719" y="2501900"/>
                </a:moveTo>
                <a:lnTo>
                  <a:pt x="10693120" y="2501900"/>
                </a:lnTo>
                <a:lnTo>
                  <a:pt x="10699978" y="2489200"/>
                </a:lnTo>
                <a:lnTo>
                  <a:pt x="10706544" y="2476500"/>
                </a:lnTo>
                <a:lnTo>
                  <a:pt x="10723041" y="2476500"/>
                </a:lnTo>
                <a:lnTo>
                  <a:pt x="10716488" y="2489200"/>
                </a:lnTo>
                <a:lnTo>
                  <a:pt x="10709719" y="2501900"/>
                </a:lnTo>
                <a:close/>
              </a:path>
              <a:path w="10812780" h="2667000">
                <a:moveTo>
                  <a:pt x="147993" y="2527300"/>
                </a:moveTo>
                <a:lnTo>
                  <a:pt x="123939" y="2527300"/>
                </a:lnTo>
                <a:lnTo>
                  <a:pt x="116598" y="2514600"/>
                </a:lnTo>
                <a:lnTo>
                  <a:pt x="109448" y="2501900"/>
                </a:lnTo>
                <a:lnTo>
                  <a:pt x="125945" y="2501900"/>
                </a:lnTo>
                <a:lnTo>
                  <a:pt x="133184" y="2514600"/>
                </a:lnTo>
                <a:lnTo>
                  <a:pt x="140385" y="2514600"/>
                </a:lnTo>
                <a:lnTo>
                  <a:pt x="147993" y="2527300"/>
                </a:lnTo>
                <a:close/>
              </a:path>
              <a:path w="10812780" h="2667000">
                <a:moveTo>
                  <a:pt x="10688281" y="2527300"/>
                </a:moveTo>
                <a:lnTo>
                  <a:pt x="10664228" y="2527300"/>
                </a:lnTo>
                <a:lnTo>
                  <a:pt x="10671822" y="2514600"/>
                </a:lnTo>
                <a:lnTo>
                  <a:pt x="10679036" y="2514600"/>
                </a:lnTo>
                <a:lnTo>
                  <a:pt x="10686275" y="2501900"/>
                </a:lnTo>
                <a:lnTo>
                  <a:pt x="10702759" y="2501900"/>
                </a:lnTo>
                <a:lnTo>
                  <a:pt x="10695622" y="2514600"/>
                </a:lnTo>
                <a:lnTo>
                  <a:pt x="10688281" y="2527300"/>
                </a:lnTo>
                <a:close/>
              </a:path>
              <a:path w="10812780" h="2667000">
                <a:moveTo>
                  <a:pt x="155651" y="2540000"/>
                </a:moveTo>
                <a:lnTo>
                  <a:pt x="139166" y="2540000"/>
                </a:lnTo>
                <a:lnTo>
                  <a:pt x="131470" y="2527300"/>
                </a:lnTo>
                <a:lnTo>
                  <a:pt x="147878" y="2527300"/>
                </a:lnTo>
                <a:lnTo>
                  <a:pt x="155651" y="2540000"/>
                </a:lnTo>
                <a:close/>
              </a:path>
              <a:path w="10812780" h="2667000">
                <a:moveTo>
                  <a:pt x="10673054" y="2540000"/>
                </a:moveTo>
                <a:lnTo>
                  <a:pt x="10656570" y="2540000"/>
                </a:lnTo>
                <a:lnTo>
                  <a:pt x="10664342" y="2527300"/>
                </a:lnTo>
                <a:lnTo>
                  <a:pt x="10680750" y="2527300"/>
                </a:lnTo>
                <a:lnTo>
                  <a:pt x="10673054" y="2540000"/>
                </a:lnTo>
                <a:close/>
              </a:path>
              <a:path w="10812780" h="2667000">
                <a:moveTo>
                  <a:pt x="171475" y="2552700"/>
                </a:moveTo>
                <a:lnTo>
                  <a:pt x="155105" y="2552700"/>
                </a:lnTo>
                <a:lnTo>
                  <a:pt x="147053" y="2540000"/>
                </a:lnTo>
                <a:lnTo>
                  <a:pt x="163360" y="2540000"/>
                </a:lnTo>
                <a:lnTo>
                  <a:pt x="171475" y="2552700"/>
                </a:lnTo>
                <a:close/>
              </a:path>
              <a:path w="10812780" h="2667000">
                <a:moveTo>
                  <a:pt x="10657116" y="2552700"/>
                </a:moveTo>
                <a:lnTo>
                  <a:pt x="10640745" y="2552700"/>
                </a:lnTo>
                <a:lnTo>
                  <a:pt x="10648848" y="2540000"/>
                </a:lnTo>
                <a:lnTo>
                  <a:pt x="10665167" y="2540000"/>
                </a:lnTo>
                <a:lnTo>
                  <a:pt x="10657116" y="2552700"/>
                </a:lnTo>
                <a:close/>
              </a:path>
              <a:path w="10812780" h="2667000">
                <a:moveTo>
                  <a:pt x="205066" y="2578100"/>
                </a:moveTo>
                <a:lnTo>
                  <a:pt x="180289" y="2578100"/>
                </a:lnTo>
                <a:lnTo>
                  <a:pt x="171729" y="2565400"/>
                </a:lnTo>
                <a:lnTo>
                  <a:pt x="163334" y="2552700"/>
                </a:lnTo>
                <a:lnTo>
                  <a:pt x="179514" y="2552700"/>
                </a:lnTo>
                <a:lnTo>
                  <a:pt x="187960" y="2565400"/>
                </a:lnTo>
                <a:lnTo>
                  <a:pt x="196303" y="2565400"/>
                </a:lnTo>
                <a:lnTo>
                  <a:pt x="205066" y="2578100"/>
                </a:lnTo>
                <a:close/>
              </a:path>
              <a:path w="10812780" h="2667000">
                <a:moveTo>
                  <a:pt x="10631932" y="2578100"/>
                </a:moveTo>
                <a:lnTo>
                  <a:pt x="10607154" y="2578100"/>
                </a:lnTo>
                <a:lnTo>
                  <a:pt x="10615904" y="2565400"/>
                </a:lnTo>
                <a:lnTo>
                  <a:pt x="10624261" y="2565400"/>
                </a:lnTo>
                <a:lnTo>
                  <a:pt x="10632706" y="2552700"/>
                </a:lnTo>
                <a:lnTo>
                  <a:pt x="10648886" y="2552700"/>
                </a:lnTo>
                <a:lnTo>
                  <a:pt x="10640491" y="2565400"/>
                </a:lnTo>
                <a:lnTo>
                  <a:pt x="10631932" y="2578100"/>
                </a:lnTo>
                <a:close/>
              </a:path>
              <a:path w="10812780" h="2667000">
                <a:moveTo>
                  <a:pt x="222758" y="2590800"/>
                </a:moveTo>
                <a:lnTo>
                  <a:pt x="197891" y="2590800"/>
                </a:lnTo>
                <a:lnTo>
                  <a:pt x="189014" y="2578100"/>
                </a:lnTo>
                <a:lnTo>
                  <a:pt x="213702" y="2578100"/>
                </a:lnTo>
                <a:lnTo>
                  <a:pt x="222758" y="2590800"/>
                </a:lnTo>
                <a:close/>
              </a:path>
              <a:path w="10812780" h="2667000">
                <a:moveTo>
                  <a:pt x="10614329" y="2590800"/>
                </a:moveTo>
                <a:lnTo>
                  <a:pt x="10589463" y="2590800"/>
                </a:lnTo>
                <a:lnTo>
                  <a:pt x="10598505" y="2578100"/>
                </a:lnTo>
                <a:lnTo>
                  <a:pt x="10623207" y="2578100"/>
                </a:lnTo>
                <a:lnTo>
                  <a:pt x="10614329" y="2590800"/>
                </a:lnTo>
                <a:close/>
              </a:path>
              <a:path w="10812780" h="2667000">
                <a:moveTo>
                  <a:pt x="250367" y="2603500"/>
                </a:moveTo>
                <a:lnTo>
                  <a:pt x="225424" y="2603500"/>
                </a:lnTo>
                <a:lnTo>
                  <a:pt x="216103" y="2590800"/>
                </a:lnTo>
                <a:lnTo>
                  <a:pt x="240893" y="2590800"/>
                </a:lnTo>
                <a:lnTo>
                  <a:pt x="250367" y="2603500"/>
                </a:lnTo>
                <a:close/>
              </a:path>
              <a:path w="10812780" h="2667000">
                <a:moveTo>
                  <a:pt x="10586796" y="2603500"/>
                </a:moveTo>
                <a:lnTo>
                  <a:pt x="10561853" y="2603500"/>
                </a:lnTo>
                <a:lnTo>
                  <a:pt x="10571327" y="2590800"/>
                </a:lnTo>
                <a:lnTo>
                  <a:pt x="10596118" y="2590800"/>
                </a:lnTo>
                <a:lnTo>
                  <a:pt x="10586796" y="2603500"/>
                </a:lnTo>
                <a:close/>
              </a:path>
              <a:path w="10812780" h="2667000">
                <a:moveTo>
                  <a:pt x="269430" y="2616200"/>
                </a:moveTo>
                <a:lnTo>
                  <a:pt x="244500" y="2616200"/>
                </a:lnTo>
                <a:lnTo>
                  <a:pt x="234899" y="2603500"/>
                </a:lnTo>
                <a:lnTo>
                  <a:pt x="259689" y="2603500"/>
                </a:lnTo>
                <a:lnTo>
                  <a:pt x="269430" y="2616200"/>
                </a:lnTo>
                <a:close/>
              </a:path>
              <a:path w="10812780" h="2667000">
                <a:moveTo>
                  <a:pt x="10567720" y="2616200"/>
                </a:moveTo>
                <a:lnTo>
                  <a:pt x="10542790" y="2616200"/>
                </a:lnTo>
                <a:lnTo>
                  <a:pt x="10552531" y="2603500"/>
                </a:lnTo>
                <a:lnTo>
                  <a:pt x="10577322" y="2603500"/>
                </a:lnTo>
                <a:lnTo>
                  <a:pt x="10567720" y="2616200"/>
                </a:lnTo>
                <a:close/>
              </a:path>
              <a:path w="10812780" h="2667000">
                <a:moveTo>
                  <a:pt x="309041" y="2628900"/>
                </a:moveTo>
                <a:lnTo>
                  <a:pt x="274129" y="2628900"/>
                </a:lnTo>
                <a:lnTo>
                  <a:pt x="264121" y="2616200"/>
                </a:lnTo>
                <a:lnTo>
                  <a:pt x="298805" y="2616200"/>
                </a:lnTo>
                <a:lnTo>
                  <a:pt x="309041" y="2628900"/>
                </a:lnTo>
                <a:close/>
              </a:path>
              <a:path w="10812780" h="2667000">
                <a:moveTo>
                  <a:pt x="10538091" y="2628900"/>
                </a:moveTo>
                <a:lnTo>
                  <a:pt x="10503179" y="2628900"/>
                </a:lnTo>
                <a:lnTo>
                  <a:pt x="10513402" y="2616200"/>
                </a:lnTo>
                <a:lnTo>
                  <a:pt x="10548086" y="2616200"/>
                </a:lnTo>
                <a:lnTo>
                  <a:pt x="10538091" y="2628900"/>
                </a:lnTo>
                <a:close/>
              </a:path>
              <a:path w="10812780" h="2667000">
                <a:moveTo>
                  <a:pt x="350418" y="2641600"/>
                </a:moveTo>
                <a:lnTo>
                  <a:pt x="304888" y="2641600"/>
                </a:lnTo>
                <a:lnTo>
                  <a:pt x="294513" y="2628900"/>
                </a:lnTo>
                <a:lnTo>
                  <a:pt x="339763" y="2628900"/>
                </a:lnTo>
                <a:lnTo>
                  <a:pt x="350418" y="2641600"/>
                </a:lnTo>
                <a:close/>
              </a:path>
              <a:path w="10812780" h="2667000">
                <a:moveTo>
                  <a:pt x="10507332" y="2641600"/>
                </a:moveTo>
                <a:lnTo>
                  <a:pt x="10461802" y="2641600"/>
                </a:lnTo>
                <a:lnTo>
                  <a:pt x="10472458" y="2628900"/>
                </a:lnTo>
                <a:lnTo>
                  <a:pt x="10517708" y="2628900"/>
                </a:lnTo>
                <a:lnTo>
                  <a:pt x="10507332" y="2641600"/>
                </a:lnTo>
                <a:close/>
              </a:path>
              <a:path w="10812780" h="2667000">
                <a:moveTo>
                  <a:pt x="426478" y="2654300"/>
                </a:moveTo>
                <a:lnTo>
                  <a:pt x="347484" y="2654300"/>
                </a:lnTo>
                <a:lnTo>
                  <a:pt x="336677" y="2641600"/>
                </a:lnTo>
                <a:lnTo>
                  <a:pt x="415201" y="2641600"/>
                </a:lnTo>
                <a:lnTo>
                  <a:pt x="426478" y="2654300"/>
                </a:lnTo>
                <a:close/>
              </a:path>
              <a:path w="10812780" h="2667000">
                <a:moveTo>
                  <a:pt x="10464736" y="2654300"/>
                </a:moveTo>
                <a:lnTo>
                  <a:pt x="10385742" y="2654300"/>
                </a:lnTo>
                <a:lnTo>
                  <a:pt x="10397020" y="2641600"/>
                </a:lnTo>
                <a:lnTo>
                  <a:pt x="10475544" y="2641600"/>
                </a:lnTo>
                <a:lnTo>
                  <a:pt x="10464736" y="2654300"/>
                </a:lnTo>
                <a:close/>
              </a:path>
              <a:path w="10812780" h="2667000">
                <a:moveTo>
                  <a:pt x="10386466" y="2667000"/>
                </a:moveTo>
                <a:lnTo>
                  <a:pt x="425754" y="2667000"/>
                </a:lnTo>
                <a:lnTo>
                  <a:pt x="414324" y="2654300"/>
                </a:lnTo>
                <a:lnTo>
                  <a:pt x="10397896" y="2654300"/>
                </a:lnTo>
                <a:lnTo>
                  <a:pt x="10386466" y="2667000"/>
                </a:lnTo>
                <a:close/>
              </a:path>
            </a:pathLst>
          </a:custGeom>
          <a:solidFill>
            <a:srgbClr val="293E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031214" y="3765677"/>
            <a:ext cx="8761095" cy="1854200"/>
          </a:xfrm>
          <a:prstGeom prst="rect">
            <a:avLst/>
          </a:prstGeom>
        </p:spPr>
        <p:txBody>
          <a:bodyPr wrap="square" lIns="0" tIns="1651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dirty="0" sz="2000" b="1">
                <a:latin typeface="宋体"/>
                <a:cs typeface="宋体"/>
              </a:rPr>
              <a:t>流程控制分类</a:t>
            </a:r>
            <a:r>
              <a:rPr dirty="0" sz="2000" spc="-5" b="1">
                <a:latin typeface="宋体"/>
                <a:cs typeface="宋体"/>
              </a:rPr>
              <a:t>：</a:t>
            </a:r>
            <a:endParaRPr sz="20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12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dirty="0" sz="2000" b="1">
                <a:latin typeface="宋体"/>
                <a:cs typeface="宋体"/>
              </a:rPr>
              <a:t>顺序流程</a:t>
            </a:r>
            <a:r>
              <a:rPr dirty="0" sz="2000">
                <a:latin typeface="宋体"/>
                <a:cs typeface="宋体"/>
              </a:rPr>
              <a:t>：代码自上而下执行，是</a:t>
            </a:r>
            <a:r>
              <a:rPr dirty="0" sz="2000" spc="-5">
                <a:latin typeface="宋体"/>
                <a:cs typeface="宋体"/>
              </a:rPr>
              <a:t>Python</a:t>
            </a:r>
            <a:r>
              <a:rPr dirty="0" sz="2000">
                <a:latin typeface="宋体"/>
                <a:cs typeface="宋体"/>
              </a:rPr>
              <a:t>默认的流程</a:t>
            </a:r>
            <a:r>
              <a:rPr dirty="0" sz="2000" spc="5">
                <a:latin typeface="宋体"/>
                <a:cs typeface="宋体"/>
              </a:rPr>
              <a:t>；</a:t>
            </a:r>
            <a:endParaRPr sz="20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12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dirty="0" sz="2000" b="1">
                <a:latin typeface="宋体"/>
                <a:cs typeface="宋体"/>
              </a:rPr>
              <a:t>分支</a:t>
            </a:r>
            <a:r>
              <a:rPr dirty="0" sz="2000" spc="-5" b="1">
                <a:latin typeface="宋体"/>
                <a:cs typeface="宋体"/>
              </a:rPr>
              <a:t>(</a:t>
            </a:r>
            <a:r>
              <a:rPr dirty="0" sz="2000" b="1">
                <a:latin typeface="宋体"/>
                <a:cs typeface="宋体"/>
              </a:rPr>
              <a:t>选择</a:t>
            </a:r>
            <a:r>
              <a:rPr dirty="0" sz="2000" spc="-5" b="1">
                <a:latin typeface="宋体"/>
                <a:cs typeface="宋体"/>
              </a:rPr>
              <a:t>)</a:t>
            </a:r>
            <a:r>
              <a:rPr dirty="0" sz="2000" b="1">
                <a:latin typeface="宋体"/>
                <a:cs typeface="宋体"/>
              </a:rPr>
              <a:t>流程</a:t>
            </a:r>
            <a:r>
              <a:rPr dirty="0" sz="2000">
                <a:latin typeface="宋体"/>
                <a:cs typeface="宋体"/>
              </a:rPr>
              <a:t>：根据在某一步的条件判断，有选择的去执行相应的代码</a:t>
            </a:r>
            <a:r>
              <a:rPr dirty="0" sz="2000" spc="5">
                <a:latin typeface="宋体"/>
                <a:cs typeface="宋体"/>
              </a:rPr>
              <a:t>；</a:t>
            </a:r>
            <a:endParaRPr sz="20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12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dirty="0" sz="2000" b="1">
                <a:latin typeface="宋体"/>
                <a:cs typeface="宋体"/>
              </a:rPr>
              <a:t>循环流程</a:t>
            </a:r>
            <a:r>
              <a:rPr dirty="0" sz="2000">
                <a:latin typeface="宋体"/>
                <a:cs typeface="宋体"/>
              </a:rPr>
              <a:t>：在满足一定条件下，一直重复执行某段代码</a:t>
            </a:r>
            <a:r>
              <a:rPr dirty="0" sz="2000" spc="5">
                <a:latin typeface="宋体"/>
                <a:cs typeface="宋体"/>
              </a:rPr>
              <a:t>。</a:t>
            </a:r>
            <a:endParaRPr sz="2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76755" y="2267711"/>
            <a:ext cx="1335405" cy="1945005"/>
          </a:xfrm>
          <a:custGeom>
            <a:avLst/>
            <a:gdLst/>
            <a:ahLst/>
            <a:cxnLst/>
            <a:rect l="l" t="t" r="r" b="b"/>
            <a:pathLst>
              <a:path w="1335405" h="1945004">
                <a:moveTo>
                  <a:pt x="0" y="0"/>
                </a:moveTo>
                <a:lnTo>
                  <a:pt x="1335024" y="0"/>
                </a:lnTo>
                <a:lnTo>
                  <a:pt x="1335024" y="1944624"/>
                </a:lnTo>
                <a:lnTo>
                  <a:pt x="0" y="1944624"/>
                </a:lnTo>
                <a:lnTo>
                  <a:pt x="0" y="0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476755" y="2363635"/>
            <a:ext cx="1335405" cy="1671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24485" marR="316865">
              <a:lnSpc>
                <a:spcPct val="100000"/>
              </a:lnSpc>
              <a:spcBef>
                <a:spcPts val="100"/>
              </a:spcBef>
            </a:pPr>
            <a:r>
              <a:rPr dirty="0" sz="5400">
                <a:solidFill>
                  <a:srgbClr val="EBEBEB"/>
                </a:solidFill>
                <a:latin typeface="宋体"/>
                <a:cs typeface="宋体"/>
              </a:rPr>
              <a:t>目 录</a:t>
            </a:r>
            <a:endParaRPr sz="5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92491" y="2279535"/>
            <a:ext cx="1304925" cy="1891664"/>
          </a:xfrm>
          <a:custGeom>
            <a:avLst/>
            <a:gdLst/>
            <a:ahLst/>
            <a:cxnLst/>
            <a:rect l="l" t="t" r="r" b="b"/>
            <a:pathLst>
              <a:path w="1304925" h="1891664">
                <a:moveTo>
                  <a:pt x="1304302" y="1891055"/>
                </a:moveTo>
                <a:lnTo>
                  <a:pt x="0" y="1891055"/>
                </a:lnTo>
                <a:lnTo>
                  <a:pt x="0" y="0"/>
                </a:lnTo>
                <a:lnTo>
                  <a:pt x="1304302" y="0"/>
                </a:lnTo>
                <a:lnTo>
                  <a:pt x="1304302" y="9525"/>
                </a:lnTo>
                <a:lnTo>
                  <a:pt x="19050" y="9525"/>
                </a:lnTo>
                <a:lnTo>
                  <a:pt x="9525" y="19050"/>
                </a:lnTo>
                <a:lnTo>
                  <a:pt x="19050" y="19050"/>
                </a:lnTo>
                <a:lnTo>
                  <a:pt x="19050" y="1872005"/>
                </a:lnTo>
                <a:lnTo>
                  <a:pt x="9525" y="1872005"/>
                </a:lnTo>
                <a:lnTo>
                  <a:pt x="19050" y="1881530"/>
                </a:lnTo>
                <a:lnTo>
                  <a:pt x="1304302" y="1881530"/>
                </a:lnTo>
                <a:lnTo>
                  <a:pt x="1304302" y="1891055"/>
                </a:lnTo>
                <a:close/>
              </a:path>
              <a:path w="1304925" h="1891664">
                <a:moveTo>
                  <a:pt x="19050" y="19050"/>
                </a:moveTo>
                <a:lnTo>
                  <a:pt x="9525" y="19050"/>
                </a:lnTo>
                <a:lnTo>
                  <a:pt x="19050" y="9525"/>
                </a:lnTo>
                <a:lnTo>
                  <a:pt x="19050" y="19050"/>
                </a:lnTo>
                <a:close/>
              </a:path>
              <a:path w="1304925" h="1891664">
                <a:moveTo>
                  <a:pt x="1285252" y="19050"/>
                </a:moveTo>
                <a:lnTo>
                  <a:pt x="19050" y="19050"/>
                </a:lnTo>
                <a:lnTo>
                  <a:pt x="19050" y="9525"/>
                </a:lnTo>
                <a:lnTo>
                  <a:pt x="1285252" y="9525"/>
                </a:lnTo>
                <a:lnTo>
                  <a:pt x="1285252" y="19050"/>
                </a:lnTo>
                <a:close/>
              </a:path>
              <a:path w="1304925" h="1891664">
                <a:moveTo>
                  <a:pt x="1285252" y="1881530"/>
                </a:moveTo>
                <a:lnTo>
                  <a:pt x="1285252" y="9525"/>
                </a:lnTo>
                <a:lnTo>
                  <a:pt x="1294777" y="19050"/>
                </a:lnTo>
                <a:lnTo>
                  <a:pt x="1304302" y="19050"/>
                </a:lnTo>
                <a:lnTo>
                  <a:pt x="1304302" y="1872005"/>
                </a:lnTo>
                <a:lnTo>
                  <a:pt x="1294777" y="1872005"/>
                </a:lnTo>
                <a:lnTo>
                  <a:pt x="1285252" y="1881530"/>
                </a:lnTo>
                <a:close/>
              </a:path>
              <a:path w="1304925" h="1891664">
                <a:moveTo>
                  <a:pt x="1304302" y="19050"/>
                </a:moveTo>
                <a:lnTo>
                  <a:pt x="1294777" y="19050"/>
                </a:lnTo>
                <a:lnTo>
                  <a:pt x="1285252" y="9525"/>
                </a:lnTo>
                <a:lnTo>
                  <a:pt x="1304302" y="9525"/>
                </a:lnTo>
                <a:lnTo>
                  <a:pt x="1304302" y="19050"/>
                </a:lnTo>
                <a:close/>
              </a:path>
              <a:path w="1304925" h="1891664">
                <a:moveTo>
                  <a:pt x="19050" y="1881530"/>
                </a:moveTo>
                <a:lnTo>
                  <a:pt x="9525" y="1872005"/>
                </a:lnTo>
                <a:lnTo>
                  <a:pt x="19050" y="1872005"/>
                </a:lnTo>
                <a:lnTo>
                  <a:pt x="19050" y="1881530"/>
                </a:lnTo>
                <a:close/>
              </a:path>
              <a:path w="1304925" h="1891664">
                <a:moveTo>
                  <a:pt x="1285252" y="1881530"/>
                </a:moveTo>
                <a:lnTo>
                  <a:pt x="19050" y="1881530"/>
                </a:lnTo>
                <a:lnTo>
                  <a:pt x="19050" y="1872005"/>
                </a:lnTo>
                <a:lnTo>
                  <a:pt x="1285252" y="1872005"/>
                </a:lnTo>
                <a:lnTo>
                  <a:pt x="1285252" y="1881530"/>
                </a:lnTo>
                <a:close/>
              </a:path>
              <a:path w="1304925" h="1891664">
                <a:moveTo>
                  <a:pt x="1304302" y="1881530"/>
                </a:moveTo>
                <a:lnTo>
                  <a:pt x="1285252" y="1881530"/>
                </a:lnTo>
                <a:lnTo>
                  <a:pt x="1294777" y="1872005"/>
                </a:lnTo>
                <a:lnTo>
                  <a:pt x="1304302" y="1872005"/>
                </a:lnTo>
                <a:lnTo>
                  <a:pt x="1304302" y="1881530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201767" y="3632"/>
            <a:ext cx="0" cy="6854825"/>
          </a:xfrm>
          <a:custGeom>
            <a:avLst/>
            <a:gdLst/>
            <a:ahLst/>
            <a:cxnLst/>
            <a:rect l="l" t="t" r="r" b="b"/>
            <a:pathLst>
              <a:path w="0" h="6854825">
                <a:moveTo>
                  <a:pt x="0" y="0"/>
                </a:moveTo>
                <a:lnTo>
                  <a:pt x="0" y="6854367"/>
                </a:lnTo>
              </a:path>
            </a:pathLst>
          </a:custGeom>
          <a:ln w="22225">
            <a:solidFill>
              <a:srgbClr val="2E5B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838700" y="1515110"/>
            <a:ext cx="704215" cy="704215"/>
          </a:xfrm>
          <a:custGeom>
            <a:avLst/>
            <a:gdLst/>
            <a:ahLst/>
            <a:cxnLst/>
            <a:rect l="l" t="t" r="r" b="b"/>
            <a:pathLst>
              <a:path w="704214" h="704214">
                <a:moveTo>
                  <a:pt x="352107" y="704214"/>
                </a:moveTo>
                <a:lnTo>
                  <a:pt x="304328" y="701000"/>
                </a:lnTo>
                <a:lnTo>
                  <a:pt x="258503" y="691635"/>
                </a:lnTo>
                <a:lnTo>
                  <a:pt x="215051" y="676539"/>
                </a:lnTo>
                <a:lnTo>
                  <a:pt x="174392" y="656129"/>
                </a:lnTo>
                <a:lnTo>
                  <a:pt x="136945" y="630825"/>
                </a:lnTo>
                <a:lnTo>
                  <a:pt x="103130" y="601044"/>
                </a:lnTo>
                <a:lnTo>
                  <a:pt x="73366" y="567206"/>
                </a:lnTo>
                <a:lnTo>
                  <a:pt x="48073" y="529728"/>
                </a:lnTo>
                <a:lnTo>
                  <a:pt x="27670" y="489029"/>
                </a:lnTo>
                <a:lnTo>
                  <a:pt x="12577" y="445527"/>
                </a:lnTo>
                <a:lnTo>
                  <a:pt x="3214" y="399641"/>
                </a:lnTo>
                <a:lnTo>
                  <a:pt x="0" y="351789"/>
                </a:lnTo>
                <a:lnTo>
                  <a:pt x="3214" y="304084"/>
                </a:lnTo>
                <a:lnTo>
                  <a:pt x="12577" y="258320"/>
                </a:lnTo>
                <a:lnTo>
                  <a:pt x="27670" y="214917"/>
                </a:lnTo>
                <a:lnTo>
                  <a:pt x="48073" y="174298"/>
                </a:lnTo>
                <a:lnTo>
                  <a:pt x="73366" y="136882"/>
                </a:lnTo>
                <a:lnTo>
                  <a:pt x="103130" y="103090"/>
                </a:lnTo>
                <a:lnTo>
                  <a:pt x="136945" y="73343"/>
                </a:lnTo>
                <a:lnTo>
                  <a:pt x="174392" y="48061"/>
                </a:lnTo>
                <a:lnTo>
                  <a:pt x="215051" y="27665"/>
                </a:lnTo>
                <a:lnTo>
                  <a:pt x="258503" y="12576"/>
                </a:lnTo>
                <a:lnTo>
                  <a:pt x="304328" y="3214"/>
                </a:lnTo>
                <a:lnTo>
                  <a:pt x="352107" y="0"/>
                </a:lnTo>
                <a:lnTo>
                  <a:pt x="399886" y="3214"/>
                </a:lnTo>
                <a:lnTo>
                  <a:pt x="445711" y="12577"/>
                </a:lnTo>
                <a:lnTo>
                  <a:pt x="489163" y="27670"/>
                </a:lnTo>
                <a:lnTo>
                  <a:pt x="529822" y="48073"/>
                </a:lnTo>
                <a:lnTo>
                  <a:pt x="567269" y="73366"/>
                </a:lnTo>
                <a:lnTo>
                  <a:pt x="601084" y="103130"/>
                </a:lnTo>
                <a:lnTo>
                  <a:pt x="630848" y="136945"/>
                </a:lnTo>
                <a:lnTo>
                  <a:pt x="656141" y="174392"/>
                </a:lnTo>
                <a:lnTo>
                  <a:pt x="676544" y="215051"/>
                </a:lnTo>
                <a:lnTo>
                  <a:pt x="691637" y="258503"/>
                </a:lnTo>
                <a:lnTo>
                  <a:pt x="701000" y="304328"/>
                </a:lnTo>
                <a:lnTo>
                  <a:pt x="704214" y="352107"/>
                </a:lnTo>
                <a:lnTo>
                  <a:pt x="701000" y="399886"/>
                </a:lnTo>
                <a:lnTo>
                  <a:pt x="691637" y="445711"/>
                </a:lnTo>
                <a:lnTo>
                  <a:pt x="676544" y="489163"/>
                </a:lnTo>
                <a:lnTo>
                  <a:pt x="656141" y="529822"/>
                </a:lnTo>
                <a:lnTo>
                  <a:pt x="630848" y="567269"/>
                </a:lnTo>
                <a:lnTo>
                  <a:pt x="601084" y="601084"/>
                </a:lnTo>
                <a:lnTo>
                  <a:pt x="567269" y="630848"/>
                </a:lnTo>
                <a:lnTo>
                  <a:pt x="529822" y="656141"/>
                </a:lnTo>
                <a:lnTo>
                  <a:pt x="489163" y="676544"/>
                </a:lnTo>
                <a:lnTo>
                  <a:pt x="445711" y="691637"/>
                </a:lnTo>
                <a:lnTo>
                  <a:pt x="399886" y="701000"/>
                </a:lnTo>
                <a:lnTo>
                  <a:pt x="352107" y="704214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5063744" y="1704594"/>
            <a:ext cx="2540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01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838700" y="2875914"/>
            <a:ext cx="704215" cy="704215"/>
          </a:xfrm>
          <a:custGeom>
            <a:avLst/>
            <a:gdLst/>
            <a:ahLst/>
            <a:cxnLst/>
            <a:rect l="l" t="t" r="r" b="b"/>
            <a:pathLst>
              <a:path w="704214" h="704214">
                <a:moveTo>
                  <a:pt x="352107" y="704214"/>
                </a:moveTo>
                <a:lnTo>
                  <a:pt x="304328" y="701000"/>
                </a:lnTo>
                <a:lnTo>
                  <a:pt x="258503" y="691636"/>
                </a:lnTo>
                <a:lnTo>
                  <a:pt x="215051" y="676541"/>
                </a:lnTo>
                <a:lnTo>
                  <a:pt x="174392" y="656134"/>
                </a:lnTo>
                <a:lnTo>
                  <a:pt x="136945" y="630834"/>
                </a:lnTo>
                <a:lnTo>
                  <a:pt x="103130" y="601060"/>
                </a:lnTo>
                <a:lnTo>
                  <a:pt x="73366" y="567231"/>
                </a:lnTo>
                <a:lnTo>
                  <a:pt x="48073" y="529765"/>
                </a:lnTo>
                <a:lnTo>
                  <a:pt x="27670" y="489082"/>
                </a:lnTo>
                <a:lnTo>
                  <a:pt x="12577" y="445600"/>
                </a:lnTo>
                <a:lnTo>
                  <a:pt x="3214" y="399739"/>
                </a:lnTo>
                <a:lnTo>
                  <a:pt x="0" y="351917"/>
                </a:lnTo>
                <a:lnTo>
                  <a:pt x="3214" y="304182"/>
                </a:lnTo>
                <a:lnTo>
                  <a:pt x="12577" y="258393"/>
                </a:lnTo>
                <a:lnTo>
                  <a:pt x="27670" y="214971"/>
                </a:lnTo>
                <a:lnTo>
                  <a:pt x="48073" y="174336"/>
                </a:lnTo>
                <a:lnTo>
                  <a:pt x="73366" y="136907"/>
                </a:lnTo>
                <a:lnTo>
                  <a:pt x="103130" y="103106"/>
                </a:lnTo>
                <a:lnTo>
                  <a:pt x="136945" y="73352"/>
                </a:lnTo>
                <a:lnTo>
                  <a:pt x="174392" y="48066"/>
                </a:lnTo>
                <a:lnTo>
                  <a:pt x="215051" y="27667"/>
                </a:lnTo>
                <a:lnTo>
                  <a:pt x="258503" y="12576"/>
                </a:lnTo>
                <a:lnTo>
                  <a:pt x="304328" y="3214"/>
                </a:lnTo>
                <a:lnTo>
                  <a:pt x="352107" y="0"/>
                </a:lnTo>
                <a:lnTo>
                  <a:pt x="399886" y="3214"/>
                </a:lnTo>
                <a:lnTo>
                  <a:pt x="445711" y="12577"/>
                </a:lnTo>
                <a:lnTo>
                  <a:pt x="489163" y="27670"/>
                </a:lnTo>
                <a:lnTo>
                  <a:pt x="529822" y="48073"/>
                </a:lnTo>
                <a:lnTo>
                  <a:pt x="567269" y="73366"/>
                </a:lnTo>
                <a:lnTo>
                  <a:pt x="601084" y="103130"/>
                </a:lnTo>
                <a:lnTo>
                  <a:pt x="630848" y="136945"/>
                </a:lnTo>
                <a:lnTo>
                  <a:pt x="656141" y="174392"/>
                </a:lnTo>
                <a:lnTo>
                  <a:pt x="676544" y="215051"/>
                </a:lnTo>
                <a:lnTo>
                  <a:pt x="691637" y="258503"/>
                </a:lnTo>
                <a:lnTo>
                  <a:pt x="701000" y="304328"/>
                </a:lnTo>
                <a:lnTo>
                  <a:pt x="704214" y="352107"/>
                </a:lnTo>
                <a:lnTo>
                  <a:pt x="701000" y="399886"/>
                </a:lnTo>
                <a:lnTo>
                  <a:pt x="691637" y="445711"/>
                </a:lnTo>
                <a:lnTo>
                  <a:pt x="676544" y="489163"/>
                </a:lnTo>
                <a:lnTo>
                  <a:pt x="656141" y="529822"/>
                </a:lnTo>
                <a:lnTo>
                  <a:pt x="630848" y="567269"/>
                </a:lnTo>
                <a:lnTo>
                  <a:pt x="601084" y="601084"/>
                </a:lnTo>
                <a:lnTo>
                  <a:pt x="567269" y="630848"/>
                </a:lnTo>
                <a:lnTo>
                  <a:pt x="529822" y="656141"/>
                </a:lnTo>
                <a:lnTo>
                  <a:pt x="489163" y="676544"/>
                </a:lnTo>
                <a:lnTo>
                  <a:pt x="445711" y="691637"/>
                </a:lnTo>
                <a:lnTo>
                  <a:pt x="399886" y="701000"/>
                </a:lnTo>
                <a:lnTo>
                  <a:pt x="352107" y="704214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5063744" y="3065398"/>
            <a:ext cx="2540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02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838700" y="4236084"/>
            <a:ext cx="704215" cy="704215"/>
          </a:xfrm>
          <a:custGeom>
            <a:avLst/>
            <a:gdLst/>
            <a:ahLst/>
            <a:cxnLst/>
            <a:rect l="l" t="t" r="r" b="b"/>
            <a:pathLst>
              <a:path w="704214" h="704214">
                <a:moveTo>
                  <a:pt x="352107" y="704214"/>
                </a:moveTo>
                <a:lnTo>
                  <a:pt x="304327" y="701000"/>
                </a:lnTo>
                <a:lnTo>
                  <a:pt x="258496" y="691637"/>
                </a:lnTo>
                <a:lnTo>
                  <a:pt x="215034" y="676544"/>
                </a:lnTo>
                <a:lnTo>
                  <a:pt x="174361" y="656141"/>
                </a:lnTo>
                <a:lnTo>
                  <a:pt x="136898" y="630848"/>
                </a:lnTo>
                <a:lnTo>
                  <a:pt x="103067" y="601084"/>
                </a:lnTo>
                <a:lnTo>
                  <a:pt x="73366" y="567382"/>
                </a:lnTo>
                <a:lnTo>
                  <a:pt x="48073" y="529991"/>
                </a:lnTo>
                <a:lnTo>
                  <a:pt x="27670" y="489404"/>
                </a:lnTo>
                <a:lnTo>
                  <a:pt x="12577" y="446041"/>
                </a:lnTo>
                <a:lnTo>
                  <a:pt x="3214" y="400326"/>
                </a:lnTo>
                <a:lnTo>
                  <a:pt x="0" y="352678"/>
                </a:lnTo>
                <a:lnTo>
                  <a:pt x="3214" y="304769"/>
                </a:lnTo>
                <a:lnTo>
                  <a:pt x="12577" y="258834"/>
                </a:lnTo>
                <a:lnTo>
                  <a:pt x="27670" y="215292"/>
                </a:lnTo>
                <a:lnTo>
                  <a:pt x="48073" y="174561"/>
                </a:lnTo>
                <a:lnTo>
                  <a:pt x="73366" y="137059"/>
                </a:lnTo>
                <a:lnTo>
                  <a:pt x="103130" y="103201"/>
                </a:lnTo>
                <a:lnTo>
                  <a:pt x="137006" y="73366"/>
                </a:lnTo>
                <a:lnTo>
                  <a:pt x="174434" y="48073"/>
                </a:lnTo>
                <a:lnTo>
                  <a:pt x="215077" y="27670"/>
                </a:lnTo>
                <a:lnTo>
                  <a:pt x="258516" y="12577"/>
                </a:lnTo>
                <a:lnTo>
                  <a:pt x="304333" y="3214"/>
                </a:lnTo>
                <a:lnTo>
                  <a:pt x="352107" y="0"/>
                </a:lnTo>
                <a:lnTo>
                  <a:pt x="399887" y="3214"/>
                </a:lnTo>
                <a:lnTo>
                  <a:pt x="445718" y="12580"/>
                </a:lnTo>
                <a:lnTo>
                  <a:pt x="489180" y="27679"/>
                </a:lnTo>
                <a:lnTo>
                  <a:pt x="529853" y="48094"/>
                </a:lnTo>
                <a:lnTo>
                  <a:pt x="567316" y="73407"/>
                </a:lnTo>
                <a:lnTo>
                  <a:pt x="601147" y="103201"/>
                </a:lnTo>
                <a:lnTo>
                  <a:pt x="630848" y="136945"/>
                </a:lnTo>
                <a:lnTo>
                  <a:pt x="656141" y="174392"/>
                </a:lnTo>
                <a:lnTo>
                  <a:pt x="676544" y="215051"/>
                </a:lnTo>
                <a:lnTo>
                  <a:pt x="691637" y="258503"/>
                </a:lnTo>
                <a:lnTo>
                  <a:pt x="701000" y="304328"/>
                </a:lnTo>
                <a:lnTo>
                  <a:pt x="704214" y="352107"/>
                </a:lnTo>
                <a:lnTo>
                  <a:pt x="701000" y="399886"/>
                </a:lnTo>
                <a:lnTo>
                  <a:pt x="691637" y="445711"/>
                </a:lnTo>
                <a:lnTo>
                  <a:pt x="676544" y="489163"/>
                </a:lnTo>
                <a:lnTo>
                  <a:pt x="656141" y="529822"/>
                </a:lnTo>
                <a:lnTo>
                  <a:pt x="630848" y="567269"/>
                </a:lnTo>
                <a:lnTo>
                  <a:pt x="601084" y="601084"/>
                </a:lnTo>
                <a:lnTo>
                  <a:pt x="567208" y="630889"/>
                </a:lnTo>
                <a:lnTo>
                  <a:pt x="529780" y="656162"/>
                </a:lnTo>
                <a:lnTo>
                  <a:pt x="489137" y="676553"/>
                </a:lnTo>
                <a:lnTo>
                  <a:pt x="445698" y="691639"/>
                </a:lnTo>
                <a:lnTo>
                  <a:pt x="399881" y="701000"/>
                </a:lnTo>
                <a:lnTo>
                  <a:pt x="352107" y="704214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5063744" y="4425569"/>
            <a:ext cx="2540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03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5915025" y="1652904"/>
            <a:ext cx="217297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if...else</a:t>
            </a:r>
            <a:r>
              <a:rPr dirty="0" sz="2400" spc="-90" b="1">
                <a:solidFill>
                  <a:srgbClr val="2E5B50"/>
                </a:solidFill>
                <a:latin typeface="宋体"/>
                <a:cs typeface="宋体"/>
              </a:rPr>
              <a:t> </a:t>
            </a: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语</a:t>
            </a:r>
            <a:r>
              <a:rPr dirty="0" sz="2400" spc="-10" b="1">
                <a:solidFill>
                  <a:srgbClr val="2E5B50"/>
                </a:solidFill>
                <a:latin typeface="宋体"/>
                <a:cs typeface="宋体"/>
              </a:rPr>
              <a:t>句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915025" y="3013709"/>
            <a:ext cx="32486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if...elif...else</a:t>
            </a:r>
            <a:r>
              <a:rPr dirty="0" sz="2400" spc="-85" b="1">
                <a:solidFill>
                  <a:srgbClr val="2E5B50"/>
                </a:solidFill>
                <a:latin typeface="宋体"/>
                <a:cs typeface="宋体"/>
              </a:rPr>
              <a:t> </a:t>
            </a: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语</a:t>
            </a:r>
            <a:r>
              <a:rPr dirty="0" sz="2400" spc="-10" b="1">
                <a:solidFill>
                  <a:srgbClr val="2E5B50"/>
                </a:solidFill>
                <a:latin typeface="宋体"/>
                <a:cs typeface="宋体"/>
              </a:rPr>
              <a:t>句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915025" y="4373245"/>
            <a:ext cx="9436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if</a:t>
            </a: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嵌</a:t>
            </a:r>
            <a:r>
              <a:rPr dirty="0" sz="2400" spc="-10" b="1">
                <a:solidFill>
                  <a:srgbClr val="2E5B50"/>
                </a:solidFill>
                <a:latin typeface="宋体"/>
                <a:cs typeface="宋体"/>
              </a:rPr>
              <a:t>套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332988" y="0"/>
            <a:ext cx="8859520" cy="6858000"/>
          </a:xfrm>
          <a:custGeom>
            <a:avLst/>
            <a:gdLst/>
            <a:ahLst/>
            <a:cxnLst/>
            <a:rect l="l" t="t" r="r" b="b"/>
            <a:pathLst>
              <a:path w="8859520" h="6858000">
                <a:moveTo>
                  <a:pt x="0" y="6858000"/>
                </a:moveTo>
                <a:lnTo>
                  <a:pt x="8859012" y="6858000"/>
                </a:lnTo>
                <a:lnTo>
                  <a:pt x="885901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0"/>
            <a:ext cx="885825" cy="6858000"/>
          </a:xfrm>
          <a:custGeom>
            <a:avLst/>
            <a:gdLst/>
            <a:ahLst/>
            <a:cxnLst/>
            <a:rect l="l" t="t" r="r" b="b"/>
            <a:pathLst>
              <a:path w="885825" h="6858000">
                <a:moveTo>
                  <a:pt x="0" y="6858000"/>
                </a:moveTo>
                <a:lnTo>
                  <a:pt x="885444" y="6858000"/>
                </a:lnTo>
                <a:lnTo>
                  <a:pt x="885444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9334500" y="0"/>
            <a:ext cx="2857500" cy="14904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85444" y="0"/>
            <a:ext cx="2447925" cy="6858000"/>
          </a:xfrm>
          <a:custGeom>
            <a:avLst/>
            <a:gdLst/>
            <a:ahLst/>
            <a:cxnLst/>
            <a:rect l="l" t="t" r="r" b="b"/>
            <a:pathLst>
              <a:path w="2447925" h="6858000">
                <a:moveTo>
                  <a:pt x="0" y="0"/>
                </a:moveTo>
                <a:lnTo>
                  <a:pt x="2447544" y="0"/>
                </a:lnTo>
                <a:lnTo>
                  <a:pt x="2447544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20565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827532" y="2106167"/>
            <a:ext cx="2185670" cy="2646045"/>
          </a:xfrm>
          <a:custGeom>
            <a:avLst/>
            <a:gdLst/>
            <a:ahLst/>
            <a:cxnLst/>
            <a:rect l="l" t="t" r="r" b="b"/>
            <a:pathLst>
              <a:path w="2185670" h="2646045">
                <a:moveTo>
                  <a:pt x="0" y="0"/>
                </a:moveTo>
                <a:lnTo>
                  <a:pt x="2185416" y="0"/>
                </a:lnTo>
                <a:lnTo>
                  <a:pt x="2185416" y="2645663"/>
                </a:lnTo>
                <a:lnTo>
                  <a:pt x="0" y="2645663"/>
                </a:lnTo>
                <a:lnTo>
                  <a:pt x="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85444" y="2106167"/>
            <a:ext cx="2127885" cy="2646045"/>
          </a:xfrm>
          <a:prstGeom prst="rect">
            <a:avLst/>
          </a:prstGeom>
          <a:solidFill>
            <a:srgbClr val="F1F1F1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9300"/>
              </a:lnSpc>
            </a:pPr>
            <a:r>
              <a:rPr dirty="0" sz="16600" spc="-35" b="1">
                <a:solidFill>
                  <a:srgbClr val="205657"/>
                </a:solidFill>
                <a:latin typeface="宋体"/>
                <a:cs typeface="宋体"/>
              </a:rPr>
              <a:t>01</a:t>
            </a:r>
            <a:endParaRPr sz="16600">
              <a:latin typeface="宋体"/>
              <a:cs typeface="宋体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5775401" y="2909912"/>
            <a:ext cx="3863975" cy="9398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="1">
                <a:solidFill>
                  <a:srgbClr val="2E5B50"/>
                </a:solidFill>
                <a:latin typeface="宋体"/>
                <a:cs typeface="宋体"/>
              </a:rPr>
              <a:t>if...else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2"/>
            <a:ext cx="203200" cy="609600"/>
          </a:xfrm>
          <a:custGeom>
            <a:avLst/>
            <a:gdLst/>
            <a:ahLst/>
            <a:cxnLst/>
            <a:rect l="l" t="t" r="r" b="b"/>
            <a:pathLst>
              <a:path w="203200" h="609600">
                <a:moveTo>
                  <a:pt x="0" y="0"/>
                </a:moveTo>
                <a:lnTo>
                  <a:pt x="202692" y="0"/>
                </a:lnTo>
                <a:lnTo>
                  <a:pt x="202692" y="609599"/>
                </a:lnTo>
                <a:lnTo>
                  <a:pt x="0" y="609599"/>
                </a:lnTo>
                <a:lnTo>
                  <a:pt x="0" y="0"/>
                </a:lnTo>
                <a:close/>
              </a:path>
            </a:pathLst>
          </a:custGeom>
          <a:solidFill>
            <a:srgbClr val="20565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1940" y="217411"/>
            <a:ext cx="217297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if...else</a:t>
            </a:r>
            <a:r>
              <a:rPr dirty="0" sz="2400" spc="-90" b="1">
                <a:solidFill>
                  <a:srgbClr val="2E5B50"/>
                </a:solidFill>
                <a:latin typeface="宋体"/>
                <a:cs typeface="宋体"/>
              </a:rPr>
              <a:t> </a:t>
            </a: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语</a:t>
            </a:r>
            <a:r>
              <a:rPr dirty="0" sz="2400" spc="-10" b="1">
                <a:solidFill>
                  <a:srgbClr val="2E5B50"/>
                </a:solidFill>
                <a:latin typeface="宋体"/>
                <a:cs typeface="宋体"/>
              </a:rPr>
              <a:t>句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96468" y="1243583"/>
            <a:ext cx="10799445" cy="1260475"/>
          </a:xfrm>
          <a:custGeom>
            <a:avLst/>
            <a:gdLst/>
            <a:ahLst/>
            <a:cxnLst/>
            <a:rect l="l" t="t" r="r" b="b"/>
            <a:pathLst>
              <a:path w="10799445" h="1260475">
                <a:moveTo>
                  <a:pt x="10590276" y="1260347"/>
                </a:moveTo>
                <a:lnTo>
                  <a:pt x="208787" y="1260347"/>
                </a:lnTo>
                <a:lnTo>
                  <a:pt x="160906" y="1254906"/>
                </a:lnTo>
                <a:lnTo>
                  <a:pt x="116904" y="1239170"/>
                </a:lnTo>
                <a:lnTo>
                  <a:pt x="78066" y="1214396"/>
                </a:lnTo>
                <a:lnTo>
                  <a:pt x="45673" y="1181838"/>
                </a:lnTo>
                <a:lnTo>
                  <a:pt x="21009" y="1142755"/>
                </a:lnTo>
                <a:lnTo>
                  <a:pt x="5357" y="1098402"/>
                </a:lnTo>
                <a:lnTo>
                  <a:pt x="0" y="1050035"/>
                </a:lnTo>
                <a:lnTo>
                  <a:pt x="0" y="210311"/>
                </a:lnTo>
                <a:lnTo>
                  <a:pt x="5357" y="162192"/>
                </a:lnTo>
                <a:lnTo>
                  <a:pt x="21009" y="118004"/>
                </a:lnTo>
                <a:lnTo>
                  <a:pt x="45673" y="79003"/>
                </a:lnTo>
                <a:lnTo>
                  <a:pt x="78066" y="46446"/>
                </a:lnTo>
                <a:lnTo>
                  <a:pt x="116904" y="21589"/>
                </a:lnTo>
                <a:lnTo>
                  <a:pt x="160906" y="5688"/>
                </a:lnTo>
                <a:lnTo>
                  <a:pt x="208787" y="0"/>
                </a:lnTo>
                <a:lnTo>
                  <a:pt x="10590276" y="0"/>
                </a:lnTo>
                <a:lnTo>
                  <a:pt x="10638157" y="5688"/>
                </a:lnTo>
                <a:lnTo>
                  <a:pt x="10682159" y="21589"/>
                </a:lnTo>
                <a:lnTo>
                  <a:pt x="10720997" y="46446"/>
                </a:lnTo>
                <a:lnTo>
                  <a:pt x="10753390" y="79003"/>
                </a:lnTo>
                <a:lnTo>
                  <a:pt x="10778054" y="118004"/>
                </a:lnTo>
                <a:lnTo>
                  <a:pt x="10793706" y="162192"/>
                </a:lnTo>
                <a:lnTo>
                  <a:pt x="10799064" y="210311"/>
                </a:lnTo>
                <a:lnTo>
                  <a:pt x="10799064" y="1050035"/>
                </a:lnTo>
                <a:lnTo>
                  <a:pt x="10793706" y="1098402"/>
                </a:lnTo>
                <a:lnTo>
                  <a:pt x="10778054" y="1142755"/>
                </a:lnTo>
                <a:lnTo>
                  <a:pt x="10753390" y="1181838"/>
                </a:lnTo>
                <a:lnTo>
                  <a:pt x="10720997" y="1214396"/>
                </a:lnTo>
                <a:lnTo>
                  <a:pt x="10682159" y="1239170"/>
                </a:lnTo>
                <a:lnTo>
                  <a:pt x="10638157" y="1254906"/>
                </a:lnTo>
                <a:lnTo>
                  <a:pt x="10590276" y="1260347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4744" y="1361186"/>
            <a:ext cx="9678035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若企业以收入作为业绩是否达标的条件，收入超过1000万元，则输出业绩达标，收入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未 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超过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1000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万元，则输出业绩不达标，使用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Python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程序该如何实现呢</a:t>
            </a:r>
            <a:r>
              <a:rPr dirty="0" sz="2000" spc="5">
                <a:solidFill>
                  <a:srgbClr val="FFFFFF"/>
                </a:solidFill>
                <a:latin typeface="宋体"/>
                <a:cs typeface="宋体"/>
              </a:rPr>
              <a:t>？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96468" y="4026408"/>
            <a:ext cx="4817745" cy="2482850"/>
          </a:xfrm>
          <a:custGeom>
            <a:avLst/>
            <a:gdLst/>
            <a:ahLst/>
            <a:cxnLst/>
            <a:rect l="l" t="t" r="r" b="b"/>
            <a:pathLst>
              <a:path w="4817745" h="2482850">
                <a:moveTo>
                  <a:pt x="4402835" y="2482595"/>
                </a:moveTo>
                <a:lnTo>
                  <a:pt x="413003" y="2482595"/>
                </a:lnTo>
                <a:lnTo>
                  <a:pt x="364792" y="2479762"/>
                </a:lnTo>
                <a:lnTo>
                  <a:pt x="318212" y="2471574"/>
                </a:lnTo>
                <a:lnTo>
                  <a:pt x="273575" y="2458343"/>
                </a:lnTo>
                <a:lnTo>
                  <a:pt x="231193" y="2440374"/>
                </a:lnTo>
                <a:lnTo>
                  <a:pt x="191378" y="2417979"/>
                </a:lnTo>
                <a:lnTo>
                  <a:pt x="154442" y="2391463"/>
                </a:lnTo>
                <a:lnTo>
                  <a:pt x="120696" y="2361137"/>
                </a:lnTo>
                <a:lnTo>
                  <a:pt x="90452" y="2327309"/>
                </a:lnTo>
                <a:lnTo>
                  <a:pt x="64022" y="2290287"/>
                </a:lnTo>
                <a:lnTo>
                  <a:pt x="41718" y="2250380"/>
                </a:lnTo>
                <a:lnTo>
                  <a:pt x="23853" y="2207896"/>
                </a:lnTo>
                <a:lnTo>
                  <a:pt x="10736" y="2163143"/>
                </a:lnTo>
                <a:lnTo>
                  <a:pt x="2681" y="2116431"/>
                </a:lnTo>
                <a:lnTo>
                  <a:pt x="0" y="2068067"/>
                </a:lnTo>
                <a:lnTo>
                  <a:pt x="0" y="414527"/>
                </a:lnTo>
                <a:lnTo>
                  <a:pt x="2681" y="366179"/>
                </a:lnTo>
                <a:lnTo>
                  <a:pt x="10736" y="319480"/>
                </a:lnTo>
                <a:lnTo>
                  <a:pt x="23853" y="274738"/>
                </a:lnTo>
                <a:lnTo>
                  <a:pt x="41718" y="232262"/>
                </a:lnTo>
                <a:lnTo>
                  <a:pt x="64022" y="192360"/>
                </a:lnTo>
                <a:lnTo>
                  <a:pt x="90452" y="155342"/>
                </a:lnTo>
                <a:lnTo>
                  <a:pt x="120696" y="121515"/>
                </a:lnTo>
                <a:lnTo>
                  <a:pt x="154442" y="91188"/>
                </a:lnTo>
                <a:lnTo>
                  <a:pt x="191378" y="64669"/>
                </a:lnTo>
                <a:lnTo>
                  <a:pt x="231193" y="42267"/>
                </a:lnTo>
                <a:lnTo>
                  <a:pt x="273575" y="24291"/>
                </a:lnTo>
                <a:lnTo>
                  <a:pt x="318212" y="11049"/>
                </a:lnTo>
                <a:lnTo>
                  <a:pt x="364792" y="2849"/>
                </a:lnTo>
                <a:lnTo>
                  <a:pt x="413003" y="0"/>
                </a:lnTo>
                <a:lnTo>
                  <a:pt x="4402835" y="0"/>
                </a:lnTo>
                <a:lnTo>
                  <a:pt x="4451098" y="2849"/>
                </a:lnTo>
                <a:lnTo>
                  <a:pt x="4497725" y="11049"/>
                </a:lnTo>
                <a:lnTo>
                  <a:pt x="4542407" y="24291"/>
                </a:lnTo>
                <a:lnTo>
                  <a:pt x="4584837" y="42267"/>
                </a:lnTo>
                <a:lnTo>
                  <a:pt x="4624705" y="64669"/>
                </a:lnTo>
                <a:lnTo>
                  <a:pt x="4661704" y="91188"/>
                </a:lnTo>
                <a:lnTo>
                  <a:pt x="4695524" y="121515"/>
                </a:lnTo>
                <a:lnTo>
                  <a:pt x="4725858" y="155342"/>
                </a:lnTo>
                <a:lnTo>
                  <a:pt x="4752397" y="192360"/>
                </a:lnTo>
                <a:lnTo>
                  <a:pt x="4774831" y="232262"/>
                </a:lnTo>
                <a:lnTo>
                  <a:pt x="4792854" y="274738"/>
                </a:lnTo>
                <a:lnTo>
                  <a:pt x="4806156" y="319480"/>
                </a:lnTo>
                <a:lnTo>
                  <a:pt x="4814429" y="366179"/>
                </a:lnTo>
                <a:lnTo>
                  <a:pt x="4817364" y="414527"/>
                </a:lnTo>
                <a:lnTo>
                  <a:pt x="4817364" y="2068067"/>
                </a:lnTo>
                <a:lnTo>
                  <a:pt x="4814429" y="2116431"/>
                </a:lnTo>
                <a:lnTo>
                  <a:pt x="4806156" y="2163143"/>
                </a:lnTo>
                <a:lnTo>
                  <a:pt x="4792854" y="2207896"/>
                </a:lnTo>
                <a:lnTo>
                  <a:pt x="4774831" y="2250380"/>
                </a:lnTo>
                <a:lnTo>
                  <a:pt x="4752397" y="2290287"/>
                </a:lnTo>
                <a:lnTo>
                  <a:pt x="4725858" y="2327309"/>
                </a:lnTo>
                <a:lnTo>
                  <a:pt x="4695524" y="2361137"/>
                </a:lnTo>
                <a:lnTo>
                  <a:pt x="4661704" y="2391463"/>
                </a:lnTo>
                <a:lnTo>
                  <a:pt x="4624705" y="2417979"/>
                </a:lnTo>
                <a:lnTo>
                  <a:pt x="4584837" y="2440374"/>
                </a:lnTo>
                <a:lnTo>
                  <a:pt x="4542407" y="2458343"/>
                </a:lnTo>
                <a:lnTo>
                  <a:pt x="4497725" y="2471574"/>
                </a:lnTo>
                <a:lnTo>
                  <a:pt x="4451098" y="2479762"/>
                </a:lnTo>
                <a:lnTo>
                  <a:pt x="4402835" y="248259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89609" y="4020388"/>
            <a:ext cx="4829810" cy="2489200"/>
          </a:xfrm>
          <a:custGeom>
            <a:avLst/>
            <a:gdLst/>
            <a:ahLst/>
            <a:cxnLst/>
            <a:rect l="l" t="t" r="r" b="b"/>
            <a:pathLst>
              <a:path w="4829810" h="2489200">
                <a:moveTo>
                  <a:pt x="4514748" y="12700"/>
                </a:moveTo>
                <a:lnTo>
                  <a:pt x="315061" y="12700"/>
                </a:lnTo>
                <a:lnTo>
                  <a:pt x="325170" y="0"/>
                </a:lnTo>
                <a:lnTo>
                  <a:pt x="4504639" y="0"/>
                </a:lnTo>
                <a:lnTo>
                  <a:pt x="4514748" y="12700"/>
                </a:lnTo>
                <a:close/>
              </a:path>
              <a:path w="4829810" h="2489200">
                <a:moveTo>
                  <a:pt x="318147" y="25400"/>
                </a:moveTo>
                <a:lnTo>
                  <a:pt x="275602" y="25400"/>
                </a:lnTo>
                <a:lnTo>
                  <a:pt x="285318" y="12700"/>
                </a:lnTo>
                <a:lnTo>
                  <a:pt x="328104" y="12700"/>
                </a:lnTo>
                <a:lnTo>
                  <a:pt x="318147" y="25400"/>
                </a:lnTo>
                <a:close/>
              </a:path>
              <a:path w="4829810" h="2489200">
                <a:moveTo>
                  <a:pt x="4554207" y="25400"/>
                </a:moveTo>
                <a:lnTo>
                  <a:pt x="4511662" y="25400"/>
                </a:lnTo>
                <a:lnTo>
                  <a:pt x="4501705" y="12700"/>
                </a:lnTo>
                <a:lnTo>
                  <a:pt x="4544491" y="12700"/>
                </a:lnTo>
                <a:lnTo>
                  <a:pt x="4554207" y="25400"/>
                </a:lnTo>
                <a:close/>
              </a:path>
              <a:path w="4829810" h="2489200">
                <a:moveTo>
                  <a:pt x="270598" y="38100"/>
                </a:moveTo>
                <a:lnTo>
                  <a:pt x="237921" y="38100"/>
                </a:lnTo>
                <a:lnTo>
                  <a:pt x="247167" y="25400"/>
                </a:lnTo>
                <a:lnTo>
                  <a:pt x="280047" y="25400"/>
                </a:lnTo>
                <a:lnTo>
                  <a:pt x="270598" y="38100"/>
                </a:lnTo>
                <a:close/>
              </a:path>
              <a:path w="4829810" h="2489200">
                <a:moveTo>
                  <a:pt x="4591888" y="38100"/>
                </a:moveTo>
                <a:lnTo>
                  <a:pt x="4559211" y="38100"/>
                </a:lnTo>
                <a:lnTo>
                  <a:pt x="4549762" y="25400"/>
                </a:lnTo>
                <a:lnTo>
                  <a:pt x="4582642" y="25400"/>
                </a:lnTo>
                <a:lnTo>
                  <a:pt x="4591888" y="38100"/>
                </a:lnTo>
                <a:close/>
              </a:path>
              <a:path w="4829810" h="2489200">
                <a:moveTo>
                  <a:pt x="243370" y="50800"/>
                </a:moveTo>
                <a:lnTo>
                  <a:pt x="210947" y="50800"/>
                </a:lnTo>
                <a:lnTo>
                  <a:pt x="219811" y="38100"/>
                </a:lnTo>
                <a:lnTo>
                  <a:pt x="252476" y="38100"/>
                </a:lnTo>
                <a:lnTo>
                  <a:pt x="243370" y="50800"/>
                </a:lnTo>
                <a:close/>
              </a:path>
              <a:path w="4829810" h="2489200">
                <a:moveTo>
                  <a:pt x="4618863" y="50800"/>
                </a:moveTo>
                <a:lnTo>
                  <a:pt x="4586439" y="50800"/>
                </a:lnTo>
                <a:lnTo>
                  <a:pt x="4577334" y="38100"/>
                </a:lnTo>
                <a:lnTo>
                  <a:pt x="4609998" y="38100"/>
                </a:lnTo>
                <a:lnTo>
                  <a:pt x="4618863" y="50800"/>
                </a:lnTo>
                <a:close/>
              </a:path>
              <a:path w="4829810" h="2489200">
                <a:moveTo>
                  <a:pt x="217220" y="63500"/>
                </a:moveTo>
                <a:lnTo>
                  <a:pt x="193636" y="63500"/>
                </a:lnTo>
                <a:lnTo>
                  <a:pt x="202222" y="50800"/>
                </a:lnTo>
                <a:lnTo>
                  <a:pt x="225945" y="50800"/>
                </a:lnTo>
                <a:lnTo>
                  <a:pt x="217220" y="63500"/>
                </a:lnTo>
                <a:close/>
              </a:path>
              <a:path w="4829810" h="2489200">
                <a:moveTo>
                  <a:pt x="4636173" y="63500"/>
                </a:moveTo>
                <a:lnTo>
                  <a:pt x="4612589" y="63500"/>
                </a:lnTo>
                <a:lnTo>
                  <a:pt x="4603864" y="50800"/>
                </a:lnTo>
                <a:lnTo>
                  <a:pt x="4627587" y="50800"/>
                </a:lnTo>
                <a:lnTo>
                  <a:pt x="4636173" y="63500"/>
                </a:lnTo>
                <a:close/>
              </a:path>
              <a:path w="4829810" h="2489200">
                <a:moveTo>
                  <a:pt x="200418" y="76200"/>
                </a:moveTo>
                <a:lnTo>
                  <a:pt x="176872" y="76200"/>
                </a:lnTo>
                <a:lnTo>
                  <a:pt x="185178" y="63500"/>
                </a:lnTo>
                <a:lnTo>
                  <a:pt x="208876" y="63500"/>
                </a:lnTo>
                <a:lnTo>
                  <a:pt x="200418" y="76200"/>
                </a:lnTo>
                <a:close/>
              </a:path>
              <a:path w="4829810" h="2489200">
                <a:moveTo>
                  <a:pt x="4652937" y="76200"/>
                </a:moveTo>
                <a:lnTo>
                  <a:pt x="4629391" y="76200"/>
                </a:lnTo>
                <a:lnTo>
                  <a:pt x="4620933" y="63500"/>
                </a:lnTo>
                <a:lnTo>
                  <a:pt x="4644631" y="63500"/>
                </a:lnTo>
                <a:lnTo>
                  <a:pt x="4652937" y="76200"/>
                </a:lnTo>
                <a:close/>
              </a:path>
              <a:path w="4829810" h="2489200">
                <a:moveTo>
                  <a:pt x="176263" y="88900"/>
                </a:moveTo>
                <a:lnTo>
                  <a:pt x="160705" y="88900"/>
                </a:lnTo>
                <a:lnTo>
                  <a:pt x="168719" y="76200"/>
                </a:lnTo>
                <a:lnTo>
                  <a:pt x="184302" y="76200"/>
                </a:lnTo>
                <a:lnTo>
                  <a:pt x="176263" y="88900"/>
                </a:lnTo>
                <a:close/>
              </a:path>
              <a:path w="4829810" h="2489200">
                <a:moveTo>
                  <a:pt x="4669104" y="88900"/>
                </a:moveTo>
                <a:lnTo>
                  <a:pt x="4653546" y="88900"/>
                </a:lnTo>
                <a:lnTo>
                  <a:pt x="4645507" y="76200"/>
                </a:lnTo>
                <a:lnTo>
                  <a:pt x="4661090" y="76200"/>
                </a:lnTo>
                <a:lnTo>
                  <a:pt x="4669104" y="88900"/>
                </a:lnTo>
                <a:close/>
              </a:path>
              <a:path w="4829810" h="2489200">
                <a:moveTo>
                  <a:pt x="160870" y="101600"/>
                </a:moveTo>
                <a:lnTo>
                  <a:pt x="145148" y="101600"/>
                </a:lnTo>
                <a:lnTo>
                  <a:pt x="152844" y="88900"/>
                </a:lnTo>
                <a:lnTo>
                  <a:pt x="168605" y="88900"/>
                </a:lnTo>
                <a:lnTo>
                  <a:pt x="160870" y="101600"/>
                </a:lnTo>
                <a:close/>
              </a:path>
              <a:path w="4829810" h="2489200">
                <a:moveTo>
                  <a:pt x="4684661" y="101600"/>
                </a:moveTo>
                <a:lnTo>
                  <a:pt x="4668939" y="101600"/>
                </a:lnTo>
                <a:lnTo>
                  <a:pt x="4661204" y="88900"/>
                </a:lnTo>
                <a:lnTo>
                  <a:pt x="4676965" y="88900"/>
                </a:lnTo>
                <a:lnTo>
                  <a:pt x="4684661" y="101600"/>
                </a:lnTo>
                <a:close/>
              </a:path>
              <a:path w="4829810" h="2489200">
                <a:moveTo>
                  <a:pt x="146088" y="114300"/>
                </a:moveTo>
                <a:lnTo>
                  <a:pt x="130238" y="114300"/>
                </a:lnTo>
                <a:lnTo>
                  <a:pt x="137604" y="101600"/>
                </a:lnTo>
                <a:lnTo>
                  <a:pt x="153517" y="101600"/>
                </a:lnTo>
                <a:lnTo>
                  <a:pt x="146088" y="114300"/>
                </a:lnTo>
                <a:close/>
              </a:path>
              <a:path w="4829810" h="2489200">
                <a:moveTo>
                  <a:pt x="4699571" y="114300"/>
                </a:moveTo>
                <a:lnTo>
                  <a:pt x="4683709" y="114300"/>
                </a:lnTo>
                <a:lnTo>
                  <a:pt x="4676292" y="101600"/>
                </a:lnTo>
                <a:lnTo>
                  <a:pt x="4692205" y="101600"/>
                </a:lnTo>
                <a:lnTo>
                  <a:pt x="4699571" y="114300"/>
                </a:lnTo>
                <a:close/>
              </a:path>
              <a:path w="4829810" h="2489200">
                <a:moveTo>
                  <a:pt x="131953" y="127000"/>
                </a:moveTo>
                <a:lnTo>
                  <a:pt x="115989" y="127000"/>
                </a:lnTo>
                <a:lnTo>
                  <a:pt x="123024" y="114300"/>
                </a:lnTo>
                <a:lnTo>
                  <a:pt x="139052" y="114300"/>
                </a:lnTo>
                <a:lnTo>
                  <a:pt x="131953" y="127000"/>
                </a:lnTo>
                <a:close/>
              </a:path>
              <a:path w="4829810" h="2489200">
                <a:moveTo>
                  <a:pt x="4713820" y="127000"/>
                </a:moveTo>
                <a:lnTo>
                  <a:pt x="4697857" y="127000"/>
                </a:lnTo>
                <a:lnTo>
                  <a:pt x="4690757" y="114300"/>
                </a:lnTo>
                <a:lnTo>
                  <a:pt x="4706785" y="114300"/>
                </a:lnTo>
                <a:lnTo>
                  <a:pt x="4713820" y="127000"/>
                </a:lnTo>
                <a:close/>
              </a:path>
              <a:path w="4829810" h="2489200">
                <a:moveTo>
                  <a:pt x="111975" y="152400"/>
                </a:moveTo>
                <a:lnTo>
                  <a:pt x="95910" y="152400"/>
                </a:lnTo>
                <a:lnTo>
                  <a:pt x="102425" y="139700"/>
                </a:lnTo>
                <a:lnTo>
                  <a:pt x="109118" y="127000"/>
                </a:lnTo>
                <a:lnTo>
                  <a:pt x="125222" y="127000"/>
                </a:lnTo>
                <a:lnTo>
                  <a:pt x="118465" y="139700"/>
                </a:lnTo>
                <a:lnTo>
                  <a:pt x="111975" y="152400"/>
                </a:lnTo>
                <a:close/>
              </a:path>
              <a:path w="4829810" h="2489200">
                <a:moveTo>
                  <a:pt x="4733899" y="152400"/>
                </a:moveTo>
                <a:lnTo>
                  <a:pt x="4717834" y="152400"/>
                </a:lnTo>
                <a:lnTo>
                  <a:pt x="4711242" y="139700"/>
                </a:lnTo>
                <a:lnTo>
                  <a:pt x="4704588" y="127000"/>
                </a:lnTo>
                <a:lnTo>
                  <a:pt x="4720691" y="127000"/>
                </a:lnTo>
                <a:lnTo>
                  <a:pt x="4727384" y="139700"/>
                </a:lnTo>
                <a:lnTo>
                  <a:pt x="4733899" y="152400"/>
                </a:lnTo>
                <a:close/>
              </a:path>
              <a:path w="4829810" h="2489200">
                <a:moveTo>
                  <a:pt x="99529" y="165100"/>
                </a:moveTo>
                <a:lnTo>
                  <a:pt x="83451" y="165100"/>
                </a:lnTo>
                <a:lnTo>
                  <a:pt x="89585" y="152400"/>
                </a:lnTo>
                <a:lnTo>
                  <a:pt x="105752" y="152400"/>
                </a:lnTo>
                <a:lnTo>
                  <a:pt x="99529" y="165100"/>
                </a:lnTo>
                <a:close/>
              </a:path>
              <a:path w="4829810" h="2489200">
                <a:moveTo>
                  <a:pt x="4746358" y="165100"/>
                </a:moveTo>
                <a:lnTo>
                  <a:pt x="4730280" y="165100"/>
                </a:lnTo>
                <a:lnTo>
                  <a:pt x="4724044" y="152400"/>
                </a:lnTo>
                <a:lnTo>
                  <a:pt x="4740224" y="152400"/>
                </a:lnTo>
                <a:lnTo>
                  <a:pt x="4746358" y="165100"/>
                </a:lnTo>
                <a:close/>
              </a:path>
              <a:path w="4829810" h="2489200">
                <a:moveTo>
                  <a:pt x="82219" y="190500"/>
                </a:moveTo>
                <a:lnTo>
                  <a:pt x="66179" y="190500"/>
                </a:lnTo>
                <a:lnTo>
                  <a:pt x="71742" y="177800"/>
                </a:lnTo>
                <a:lnTo>
                  <a:pt x="77495" y="165100"/>
                </a:lnTo>
                <a:lnTo>
                  <a:pt x="93662" y="165100"/>
                </a:lnTo>
                <a:lnTo>
                  <a:pt x="87807" y="177800"/>
                </a:lnTo>
                <a:lnTo>
                  <a:pt x="82219" y="190500"/>
                </a:lnTo>
                <a:close/>
              </a:path>
              <a:path w="4829810" h="2489200">
                <a:moveTo>
                  <a:pt x="4763630" y="190500"/>
                </a:moveTo>
                <a:lnTo>
                  <a:pt x="4747590" y="190500"/>
                </a:lnTo>
                <a:lnTo>
                  <a:pt x="4741926" y="177800"/>
                </a:lnTo>
                <a:lnTo>
                  <a:pt x="4736147" y="165100"/>
                </a:lnTo>
                <a:lnTo>
                  <a:pt x="4752314" y="165100"/>
                </a:lnTo>
                <a:lnTo>
                  <a:pt x="4758067" y="177800"/>
                </a:lnTo>
                <a:lnTo>
                  <a:pt x="4763630" y="190500"/>
                </a:lnTo>
                <a:close/>
              </a:path>
              <a:path w="4829810" h="2489200">
                <a:moveTo>
                  <a:pt x="57226" y="228600"/>
                </a:moveTo>
                <a:lnTo>
                  <a:pt x="45948" y="228600"/>
                </a:lnTo>
                <a:lnTo>
                  <a:pt x="50698" y="215900"/>
                </a:lnTo>
                <a:lnTo>
                  <a:pt x="55651" y="203200"/>
                </a:lnTo>
                <a:lnTo>
                  <a:pt x="60807" y="190500"/>
                </a:lnTo>
                <a:lnTo>
                  <a:pt x="76911" y="190500"/>
                </a:lnTo>
                <a:lnTo>
                  <a:pt x="71628" y="203200"/>
                </a:lnTo>
                <a:lnTo>
                  <a:pt x="66624" y="215900"/>
                </a:lnTo>
                <a:lnTo>
                  <a:pt x="61899" y="215900"/>
                </a:lnTo>
                <a:lnTo>
                  <a:pt x="57226" y="228600"/>
                </a:lnTo>
                <a:close/>
              </a:path>
              <a:path w="4829810" h="2489200">
                <a:moveTo>
                  <a:pt x="4783861" y="228600"/>
                </a:moveTo>
                <a:lnTo>
                  <a:pt x="4772583" y="228600"/>
                </a:lnTo>
                <a:lnTo>
                  <a:pt x="4767910" y="215900"/>
                </a:lnTo>
                <a:lnTo>
                  <a:pt x="4763185" y="215900"/>
                </a:lnTo>
                <a:lnTo>
                  <a:pt x="4758105" y="203200"/>
                </a:lnTo>
                <a:lnTo>
                  <a:pt x="4752898" y="190500"/>
                </a:lnTo>
                <a:lnTo>
                  <a:pt x="4769002" y="190500"/>
                </a:lnTo>
                <a:lnTo>
                  <a:pt x="4774158" y="203200"/>
                </a:lnTo>
                <a:lnTo>
                  <a:pt x="4779111" y="215900"/>
                </a:lnTo>
                <a:lnTo>
                  <a:pt x="4783861" y="228600"/>
                </a:lnTo>
                <a:close/>
              </a:path>
              <a:path w="4829810" h="2489200">
                <a:moveTo>
                  <a:pt x="44678" y="254000"/>
                </a:moveTo>
                <a:lnTo>
                  <a:pt x="33007" y="254000"/>
                </a:lnTo>
                <a:lnTo>
                  <a:pt x="37109" y="241300"/>
                </a:lnTo>
                <a:lnTo>
                  <a:pt x="41427" y="228600"/>
                </a:lnTo>
                <a:lnTo>
                  <a:pt x="57289" y="228600"/>
                </a:lnTo>
                <a:lnTo>
                  <a:pt x="52832" y="241300"/>
                </a:lnTo>
                <a:lnTo>
                  <a:pt x="48704" y="241300"/>
                </a:lnTo>
                <a:lnTo>
                  <a:pt x="44678" y="254000"/>
                </a:lnTo>
                <a:close/>
              </a:path>
              <a:path w="4829810" h="2489200">
                <a:moveTo>
                  <a:pt x="4796802" y="254000"/>
                </a:moveTo>
                <a:lnTo>
                  <a:pt x="4785131" y="254000"/>
                </a:lnTo>
                <a:lnTo>
                  <a:pt x="4781092" y="241300"/>
                </a:lnTo>
                <a:lnTo>
                  <a:pt x="4776978" y="241300"/>
                </a:lnTo>
                <a:lnTo>
                  <a:pt x="4772520" y="228600"/>
                </a:lnTo>
                <a:lnTo>
                  <a:pt x="4788382" y="228600"/>
                </a:lnTo>
                <a:lnTo>
                  <a:pt x="4792700" y="241300"/>
                </a:lnTo>
                <a:lnTo>
                  <a:pt x="4796802" y="254000"/>
                </a:lnTo>
                <a:close/>
              </a:path>
              <a:path w="4829810" h="2489200">
                <a:moveTo>
                  <a:pt x="28130" y="304800"/>
                </a:moveTo>
                <a:lnTo>
                  <a:pt x="15938" y="304800"/>
                </a:lnTo>
                <a:lnTo>
                  <a:pt x="18884" y="292100"/>
                </a:lnTo>
                <a:lnTo>
                  <a:pt x="22072" y="279400"/>
                </a:lnTo>
                <a:lnTo>
                  <a:pt x="25488" y="266700"/>
                </a:lnTo>
                <a:lnTo>
                  <a:pt x="29133" y="254000"/>
                </a:lnTo>
                <a:lnTo>
                  <a:pt x="44742" y="254000"/>
                </a:lnTo>
                <a:lnTo>
                  <a:pt x="40919" y="266700"/>
                </a:lnTo>
                <a:lnTo>
                  <a:pt x="37388" y="279400"/>
                </a:lnTo>
                <a:lnTo>
                  <a:pt x="34124" y="279400"/>
                </a:lnTo>
                <a:lnTo>
                  <a:pt x="30988" y="292100"/>
                </a:lnTo>
                <a:lnTo>
                  <a:pt x="28130" y="304800"/>
                </a:lnTo>
                <a:close/>
              </a:path>
              <a:path w="4829810" h="2489200">
                <a:moveTo>
                  <a:pt x="4813871" y="304800"/>
                </a:moveTo>
                <a:lnTo>
                  <a:pt x="4801679" y="304800"/>
                </a:lnTo>
                <a:lnTo>
                  <a:pt x="4798771" y="292100"/>
                </a:lnTo>
                <a:lnTo>
                  <a:pt x="4795685" y="279400"/>
                </a:lnTo>
                <a:lnTo>
                  <a:pt x="4792421" y="279400"/>
                </a:lnTo>
                <a:lnTo>
                  <a:pt x="4788827" y="266700"/>
                </a:lnTo>
                <a:lnTo>
                  <a:pt x="4785067" y="254000"/>
                </a:lnTo>
                <a:lnTo>
                  <a:pt x="4800676" y="254000"/>
                </a:lnTo>
                <a:lnTo>
                  <a:pt x="4804321" y="266700"/>
                </a:lnTo>
                <a:lnTo>
                  <a:pt x="4807737" y="279400"/>
                </a:lnTo>
                <a:lnTo>
                  <a:pt x="4810925" y="292100"/>
                </a:lnTo>
                <a:lnTo>
                  <a:pt x="4813871" y="304800"/>
                </a:lnTo>
                <a:close/>
              </a:path>
              <a:path w="4829810" h="2489200">
                <a:moveTo>
                  <a:pt x="17386" y="355600"/>
                </a:moveTo>
                <a:lnTo>
                  <a:pt x="4838" y="355600"/>
                </a:lnTo>
                <a:lnTo>
                  <a:pt x="6565" y="342900"/>
                </a:lnTo>
                <a:lnTo>
                  <a:pt x="8534" y="330200"/>
                </a:lnTo>
                <a:lnTo>
                  <a:pt x="10756" y="317500"/>
                </a:lnTo>
                <a:lnTo>
                  <a:pt x="13220" y="304800"/>
                </a:lnTo>
                <a:lnTo>
                  <a:pt x="28168" y="304800"/>
                </a:lnTo>
                <a:lnTo>
                  <a:pt x="25501" y="317500"/>
                </a:lnTo>
                <a:lnTo>
                  <a:pt x="23152" y="317500"/>
                </a:lnTo>
                <a:lnTo>
                  <a:pt x="20955" y="330200"/>
                </a:lnTo>
                <a:lnTo>
                  <a:pt x="19050" y="342900"/>
                </a:lnTo>
                <a:lnTo>
                  <a:pt x="17386" y="355600"/>
                </a:lnTo>
                <a:close/>
              </a:path>
              <a:path w="4829810" h="2489200">
                <a:moveTo>
                  <a:pt x="4824971" y="355600"/>
                </a:moveTo>
                <a:lnTo>
                  <a:pt x="4812423" y="355600"/>
                </a:lnTo>
                <a:lnTo>
                  <a:pt x="4810734" y="342900"/>
                </a:lnTo>
                <a:lnTo>
                  <a:pt x="4808816" y="330200"/>
                </a:lnTo>
                <a:lnTo>
                  <a:pt x="4806657" y="317500"/>
                </a:lnTo>
                <a:lnTo>
                  <a:pt x="4804308" y="317500"/>
                </a:lnTo>
                <a:lnTo>
                  <a:pt x="4801641" y="304800"/>
                </a:lnTo>
                <a:lnTo>
                  <a:pt x="4816589" y="304800"/>
                </a:lnTo>
                <a:lnTo>
                  <a:pt x="4819053" y="317500"/>
                </a:lnTo>
                <a:lnTo>
                  <a:pt x="4821275" y="330200"/>
                </a:lnTo>
                <a:lnTo>
                  <a:pt x="4823244" y="342900"/>
                </a:lnTo>
                <a:lnTo>
                  <a:pt x="4824971" y="355600"/>
                </a:lnTo>
                <a:close/>
              </a:path>
              <a:path w="4829810" h="2489200">
                <a:moveTo>
                  <a:pt x="13233" y="2095500"/>
                </a:moveTo>
                <a:lnTo>
                  <a:pt x="546" y="2095500"/>
                </a:lnTo>
                <a:lnTo>
                  <a:pt x="139" y="2082800"/>
                </a:lnTo>
                <a:lnTo>
                  <a:pt x="0" y="2070100"/>
                </a:lnTo>
                <a:lnTo>
                  <a:pt x="0" y="419100"/>
                </a:lnTo>
                <a:lnTo>
                  <a:pt x="1219" y="381000"/>
                </a:lnTo>
                <a:lnTo>
                  <a:pt x="3378" y="355600"/>
                </a:lnTo>
                <a:lnTo>
                  <a:pt x="15976" y="355600"/>
                </a:lnTo>
                <a:lnTo>
                  <a:pt x="14795" y="368300"/>
                </a:lnTo>
                <a:lnTo>
                  <a:pt x="13881" y="381000"/>
                </a:lnTo>
                <a:lnTo>
                  <a:pt x="13220" y="393700"/>
                </a:lnTo>
                <a:lnTo>
                  <a:pt x="12827" y="406400"/>
                </a:lnTo>
                <a:lnTo>
                  <a:pt x="12700" y="419100"/>
                </a:lnTo>
                <a:lnTo>
                  <a:pt x="12700" y="2070100"/>
                </a:lnTo>
                <a:lnTo>
                  <a:pt x="12839" y="2082800"/>
                </a:lnTo>
                <a:lnTo>
                  <a:pt x="13233" y="2095500"/>
                </a:lnTo>
                <a:close/>
              </a:path>
              <a:path w="4829810" h="2489200">
                <a:moveTo>
                  <a:pt x="4829263" y="2095500"/>
                </a:moveTo>
                <a:lnTo>
                  <a:pt x="4816576" y="2095500"/>
                </a:lnTo>
                <a:lnTo>
                  <a:pt x="4816983" y="2082800"/>
                </a:lnTo>
                <a:lnTo>
                  <a:pt x="4817110" y="2070100"/>
                </a:lnTo>
                <a:lnTo>
                  <a:pt x="4817110" y="419100"/>
                </a:lnTo>
                <a:lnTo>
                  <a:pt x="4816970" y="406400"/>
                </a:lnTo>
                <a:lnTo>
                  <a:pt x="4816576" y="393700"/>
                </a:lnTo>
                <a:lnTo>
                  <a:pt x="4815916" y="381000"/>
                </a:lnTo>
                <a:lnTo>
                  <a:pt x="4815001" y="368300"/>
                </a:lnTo>
                <a:lnTo>
                  <a:pt x="4813820" y="355600"/>
                </a:lnTo>
                <a:lnTo>
                  <a:pt x="4826431" y="355600"/>
                </a:lnTo>
                <a:lnTo>
                  <a:pt x="4829263" y="393700"/>
                </a:lnTo>
                <a:lnTo>
                  <a:pt x="4829810" y="419100"/>
                </a:lnTo>
                <a:lnTo>
                  <a:pt x="4829810" y="2070100"/>
                </a:lnTo>
                <a:lnTo>
                  <a:pt x="4829670" y="2082800"/>
                </a:lnTo>
                <a:lnTo>
                  <a:pt x="4829263" y="2095500"/>
                </a:lnTo>
                <a:close/>
              </a:path>
              <a:path w="4829810" h="2489200">
                <a:moveTo>
                  <a:pt x="23152" y="2159000"/>
                </a:moveTo>
                <a:lnTo>
                  <a:pt x="8534" y="2159000"/>
                </a:lnTo>
                <a:lnTo>
                  <a:pt x="6565" y="2146300"/>
                </a:lnTo>
                <a:lnTo>
                  <a:pt x="4838" y="2133600"/>
                </a:lnTo>
                <a:lnTo>
                  <a:pt x="3378" y="2120900"/>
                </a:lnTo>
                <a:lnTo>
                  <a:pt x="2171" y="2108200"/>
                </a:lnTo>
                <a:lnTo>
                  <a:pt x="1219" y="2095500"/>
                </a:lnTo>
                <a:lnTo>
                  <a:pt x="13881" y="2095500"/>
                </a:lnTo>
                <a:lnTo>
                  <a:pt x="14808" y="2108200"/>
                </a:lnTo>
                <a:lnTo>
                  <a:pt x="15976" y="2120900"/>
                </a:lnTo>
                <a:lnTo>
                  <a:pt x="17399" y="2133600"/>
                </a:lnTo>
                <a:lnTo>
                  <a:pt x="19075" y="2146300"/>
                </a:lnTo>
                <a:lnTo>
                  <a:pt x="20955" y="2146300"/>
                </a:lnTo>
                <a:lnTo>
                  <a:pt x="23152" y="2159000"/>
                </a:lnTo>
                <a:close/>
              </a:path>
              <a:path w="4829810" h="2489200">
                <a:moveTo>
                  <a:pt x="4821275" y="2159000"/>
                </a:moveTo>
                <a:lnTo>
                  <a:pt x="4806657" y="2159000"/>
                </a:lnTo>
                <a:lnTo>
                  <a:pt x="4808855" y="2146300"/>
                </a:lnTo>
                <a:lnTo>
                  <a:pt x="4810734" y="2146300"/>
                </a:lnTo>
                <a:lnTo>
                  <a:pt x="4812423" y="2133600"/>
                </a:lnTo>
                <a:lnTo>
                  <a:pt x="4813846" y="2120900"/>
                </a:lnTo>
                <a:lnTo>
                  <a:pt x="4815014" y="2108200"/>
                </a:lnTo>
                <a:lnTo>
                  <a:pt x="4815928" y="2095500"/>
                </a:lnTo>
                <a:lnTo>
                  <a:pt x="4828590" y="2095500"/>
                </a:lnTo>
                <a:lnTo>
                  <a:pt x="4827638" y="2108200"/>
                </a:lnTo>
                <a:lnTo>
                  <a:pt x="4826431" y="2120900"/>
                </a:lnTo>
                <a:lnTo>
                  <a:pt x="4824971" y="2133600"/>
                </a:lnTo>
                <a:lnTo>
                  <a:pt x="4823244" y="2146300"/>
                </a:lnTo>
                <a:lnTo>
                  <a:pt x="4821275" y="2159000"/>
                </a:lnTo>
                <a:close/>
              </a:path>
              <a:path w="4829810" h="2489200">
                <a:moveTo>
                  <a:pt x="34124" y="2197100"/>
                </a:moveTo>
                <a:lnTo>
                  <a:pt x="18884" y="2197100"/>
                </a:lnTo>
                <a:lnTo>
                  <a:pt x="15938" y="2184400"/>
                </a:lnTo>
                <a:lnTo>
                  <a:pt x="13220" y="2171700"/>
                </a:lnTo>
                <a:lnTo>
                  <a:pt x="10756" y="2159000"/>
                </a:lnTo>
                <a:lnTo>
                  <a:pt x="23114" y="2159000"/>
                </a:lnTo>
                <a:lnTo>
                  <a:pt x="25539" y="2171700"/>
                </a:lnTo>
                <a:lnTo>
                  <a:pt x="28168" y="2184400"/>
                </a:lnTo>
                <a:lnTo>
                  <a:pt x="30988" y="2184400"/>
                </a:lnTo>
                <a:lnTo>
                  <a:pt x="34124" y="2197100"/>
                </a:lnTo>
                <a:close/>
              </a:path>
              <a:path w="4829810" h="2489200">
                <a:moveTo>
                  <a:pt x="4810925" y="2197100"/>
                </a:moveTo>
                <a:lnTo>
                  <a:pt x="4795685" y="2197100"/>
                </a:lnTo>
                <a:lnTo>
                  <a:pt x="4798822" y="2184400"/>
                </a:lnTo>
                <a:lnTo>
                  <a:pt x="4801641" y="2184400"/>
                </a:lnTo>
                <a:lnTo>
                  <a:pt x="4804308" y="2171700"/>
                </a:lnTo>
                <a:lnTo>
                  <a:pt x="4806695" y="2159000"/>
                </a:lnTo>
                <a:lnTo>
                  <a:pt x="4819053" y="2159000"/>
                </a:lnTo>
                <a:lnTo>
                  <a:pt x="4816589" y="2171700"/>
                </a:lnTo>
                <a:lnTo>
                  <a:pt x="4813871" y="2184400"/>
                </a:lnTo>
                <a:lnTo>
                  <a:pt x="4810925" y="2197100"/>
                </a:lnTo>
                <a:close/>
              </a:path>
              <a:path w="4829810" h="2489200">
                <a:moveTo>
                  <a:pt x="48704" y="2235200"/>
                </a:moveTo>
                <a:lnTo>
                  <a:pt x="33007" y="2235200"/>
                </a:lnTo>
                <a:lnTo>
                  <a:pt x="29133" y="2222500"/>
                </a:lnTo>
                <a:lnTo>
                  <a:pt x="25488" y="2209800"/>
                </a:lnTo>
                <a:lnTo>
                  <a:pt x="22072" y="2197100"/>
                </a:lnTo>
                <a:lnTo>
                  <a:pt x="34074" y="2197100"/>
                </a:lnTo>
                <a:lnTo>
                  <a:pt x="37439" y="2209800"/>
                </a:lnTo>
                <a:lnTo>
                  <a:pt x="40982" y="2222500"/>
                </a:lnTo>
                <a:lnTo>
                  <a:pt x="44678" y="2222500"/>
                </a:lnTo>
                <a:lnTo>
                  <a:pt x="48704" y="2235200"/>
                </a:lnTo>
                <a:close/>
              </a:path>
              <a:path w="4829810" h="2489200">
                <a:moveTo>
                  <a:pt x="4796802" y="2235200"/>
                </a:moveTo>
                <a:lnTo>
                  <a:pt x="4781092" y="2235200"/>
                </a:lnTo>
                <a:lnTo>
                  <a:pt x="4785131" y="2222500"/>
                </a:lnTo>
                <a:lnTo>
                  <a:pt x="4788827" y="2222500"/>
                </a:lnTo>
                <a:lnTo>
                  <a:pt x="4792421" y="2209800"/>
                </a:lnTo>
                <a:lnTo>
                  <a:pt x="4795735" y="2197100"/>
                </a:lnTo>
                <a:lnTo>
                  <a:pt x="4807737" y="2197100"/>
                </a:lnTo>
                <a:lnTo>
                  <a:pt x="4804321" y="2209800"/>
                </a:lnTo>
                <a:lnTo>
                  <a:pt x="4800676" y="2222500"/>
                </a:lnTo>
                <a:lnTo>
                  <a:pt x="4796802" y="2235200"/>
                </a:lnTo>
                <a:close/>
              </a:path>
              <a:path w="4829810" h="2489200">
                <a:moveTo>
                  <a:pt x="66700" y="2273300"/>
                </a:moveTo>
                <a:lnTo>
                  <a:pt x="50698" y="2273300"/>
                </a:lnTo>
                <a:lnTo>
                  <a:pt x="45948" y="2260600"/>
                </a:lnTo>
                <a:lnTo>
                  <a:pt x="41427" y="2247900"/>
                </a:lnTo>
                <a:lnTo>
                  <a:pt x="37109" y="2235200"/>
                </a:lnTo>
                <a:lnTo>
                  <a:pt x="48641" y="2235200"/>
                </a:lnTo>
                <a:lnTo>
                  <a:pt x="52895" y="2247900"/>
                </a:lnTo>
                <a:lnTo>
                  <a:pt x="57226" y="2247900"/>
                </a:lnTo>
                <a:lnTo>
                  <a:pt x="61899" y="2260600"/>
                </a:lnTo>
                <a:lnTo>
                  <a:pt x="66700" y="2273300"/>
                </a:lnTo>
                <a:close/>
              </a:path>
              <a:path w="4829810" h="2489200">
                <a:moveTo>
                  <a:pt x="4779111" y="2273300"/>
                </a:moveTo>
                <a:lnTo>
                  <a:pt x="4763109" y="2273300"/>
                </a:lnTo>
                <a:lnTo>
                  <a:pt x="4767986" y="2260600"/>
                </a:lnTo>
                <a:lnTo>
                  <a:pt x="4772583" y="2247900"/>
                </a:lnTo>
                <a:lnTo>
                  <a:pt x="4776914" y="2247900"/>
                </a:lnTo>
                <a:lnTo>
                  <a:pt x="4781169" y="2235200"/>
                </a:lnTo>
                <a:lnTo>
                  <a:pt x="4792700" y="2235200"/>
                </a:lnTo>
                <a:lnTo>
                  <a:pt x="4788382" y="2247900"/>
                </a:lnTo>
                <a:lnTo>
                  <a:pt x="4783861" y="2260600"/>
                </a:lnTo>
                <a:lnTo>
                  <a:pt x="4779111" y="2273300"/>
                </a:lnTo>
                <a:close/>
              </a:path>
              <a:path w="4829810" h="2489200">
                <a:moveTo>
                  <a:pt x="82308" y="2298700"/>
                </a:moveTo>
                <a:lnTo>
                  <a:pt x="66179" y="2298700"/>
                </a:lnTo>
                <a:lnTo>
                  <a:pt x="60807" y="2286000"/>
                </a:lnTo>
                <a:lnTo>
                  <a:pt x="55651" y="2273300"/>
                </a:lnTo>
                <a:lnTo>
                  <a:pt x="71628" y="2273300"/>
                </a:lnTo>
                <a:lnTo>
                  <a:pt x="76911" y="2286000"/>
                </a:lnTo>
                <a:lnTo>
                  <a:pt x="82308" y="2298700"/>
                </a:lnTo>
                <a:close/>
              </a:path>
              <a:path w="4829810" h="2489200">
                <a:moveTo>
                  <a:pt x="4763630" y="2298700"/>
                </a:moveTo>
                <a:lnTo>
                  <a:pt x="4747501" y="2298700"/>
                </a:lnTo>
                <a:lnTo>
                  <a:pt x="4752987" y="2286000"/>
                </a:lnTo>
                <a:lnTo>
                  <a:pt x="4758182" y="2273300"/>
                </a:lnTo>
                <a:lnTo>
                  <a:pt x="4774158" y="2273300"/>
                </a:lnTo>
                <a:lnTo>
                  <a:pt x="4769002" y="2286000"/>
                </a:lnTo>
                <a:lnTo>
                  <a:pt x="4763630" y="2298700"/>
                </a:lnTo>
                <a:close/>
              </a:path>
              <a:path w="4829810" h="2489200">
                <a:moveTo>
                  <a:pt x="99618" y="2324100"/>
                </a:moveTo>
                <a:lnTo>
                  <a:pt x="83451" y="2324100"/>
                </a:lnTo>
                <a:lnTo>
                  <a:pt x="77495" y="2311400"/>
                </a:lnTo>
                <a:lnTo>
                  <a:pt x="71742" y="2298700"/>
                </a:lnTo>
                <a:lnTo>
                  <a:pt x="87807" y="2298700"/>
                </a:lnTo>
                <a:lnTo>
                  <a:pt x="93662" y="2311400"/>
                </a:lnTo>
                <a:lnTo>
                  <a:pt x="99618" y="2324100"/>
                </a:lnTo>
                <a:close/>
              </a:path>
              <a:path w="4829810" h="2489200">
                <a:moveTo>
                  <a:pt x="4746358" y="2324100"/>
                </a:moveTo>
                <a:lnTo>
                  <a:pt x="4730191" y="2324100"/>
                </a:lnTo>
                <a:lnTo>
                  <a:pt x="4736236" y="2311400"/>
                </a:lnTo>
                <a:lnTo>
                  <a:pt x="4742002" y="2298700"/>
                </a:lnTo>
                <a:lnTo>
                  <a:pt x="4758067" y="2298700"/>
                </a:lnTo>
                <a:lnTo>
                  <a:pt x="4752314" y="2311400"/>
                </a:lnTo>
                <a:lnTo>
                  <a:pt x="4746358" y="2324100"/>
                </a:lnTo>
                <a:close/>
              </a:path>
              <a:path w="4829810" h="2489200">
                <a:moveTo>
                  <a:pt x="125222" y="2349500"/>
                </a:moveTo>
                <a:lnTo>
                  <a:pt x="102425" y="2349500"/>
                </a:lnTo>
                <a:lnTo>
                  <a:pt x="95910" y="2336800"/>
                </a:lnTo>
                <a:lnTo>
                  <a:pt x="89585" y="2324100"/>
                </a:lnTo>
                <a:lnTo>
                  <a:pt x="105664" y="2324100"/>
                </a:lnTo>
                <a:lnTo>
                  <a:pt x="112077" y="2336800"/>
                </a:lnTo>
                <a:lnTo>
                  <a:pt x="118465" y="2336800"/>
                </a:lnTo>
                <a:lnTo>
                  <a:pt x="125222" y="2349500"/>
                </a:lnTo>
                <a:close/>
              </a:path>
              <a:path w="4829810" h="2489200">
                <a:moveTo>
                  <a:pt x="4727384" y="2349500"/>
                </a:moveTo>
                <a:lnTo>
                  <a:pt x="4704588" y="2349500"/>
                </a:lnTo>
                <a:lnTo>
                  <a:pt x="4711344" y="2336800"/>
                </a:lnTo>
                <a:lnTo>
                  <a:pt x="4717732" y="2336800"/>
                </a:lnTo>
                <a:lnTo>
                  <a:pt x="4724145" y="2324100"/>
                </a:lnTo>
                <a:lnTo>
                  <a:pt x="4740224" y="2324100"/>
                </a:lnTo>
                <a:lnTo>
                  <a:pt x="4733899" y="2336800"/>
                </a:lnTo>
                <a:lnTo>
                  <a:pt x="4727384" y="2349500"/>
                </a:lnTo>
                <a:close/>
              </a:path>
              <a:path w="4829810" h="2489200">
                <a:moveTo>
                  <a:pt x="132054" y="2362200"/>
                </a:moveTo>
                <a:lnTo>
                  <a:pt x="115989" y="2362200"/>
                </a:lnTo>
                <a:lnTo>
                  <a:pt x="109118" y="2349500"/>
                </a:lnTo>
                <a:lnTo>
                  <a:pt x="125120" y="2349500"/>
                </a:lnTo>
                <a:lnTo>
                  <a:pt x="132054" y="2362200"/>
                </a:lnTo>
                <a:close/>
              </a:path>
              <a:path w="4829810" h="2489200">
                <a:moveTo>
                  <a:pt x="4713820" y="2362200"/>
                </a:moveTo>
                <a:lnTo>
                  <a:pt x="4697755" y="2362200"/>
                </a:lnTo>
                <a:lnTo>
                  <a:pt x="4704689" y="2349500"/>
                </a:lnTo>
                <a:lnTo>
                  <a:pt x="4720691" y="2349500"/>
                </a:lnTo>
                <a:lnTo>
                  <a:pt x="4713820" y="2362200"/>
                </a:lnTo>
                <a:close/>
              </a:path>
              <a:path w="4829810" h="2489200">
                <a:moveTo>
                  <a:pt x="146202" y="2374900"/>
                </a:moveTo>
                <a:lnTo>
                  <a:pt x="130238" y="2374900"/>
                </a:lnTo>
                <a:lnTo>
                  <a:pt x="123024" y="2362200"/>
                </a:lnTo>
                <a:lnTo>
                  <a:pt x="138937" y="2362200"/>
                </a:lnTo>
                <a:lnTo>
                  <a:pt x="146202" y="2374900"/>
                </a:lnTo>
                <a:close/>
              </a:path>
              <a:path w="4829810" h="2489200">
                <a:moveTo>
                  <a:pt x="4699571" y="2374900"/>
                </a:moveTo>
                <a:lnTo>
                  <a:pt x="4683607" y="2374900"/>
                </a:lnTo>
                <a:lnTo>
                  <a:pt x="4690872" y="2362200"/>
                </a:lnTo>
                <a:lnTo>
                  <a:pt x="4706785" y="2362200"/>
                </a:lnTo>
                <a:lnTo>
                  <a:pt x="4699571" y="2374900"/>
                </a:lnTo>
                <a:close/>
              </a:path>
              <a:path w="4829810" h="2489200">
                <a:moveTo>
                  <a:pt x="160985" y="2387600"/>
                </a:moveTo>
                <a:lnTo>
                  <a:pt x="145148" y="2387600"/>
                </a:lnTo>
                <a:lnTo>
                  <a:pt x="137604" y="2374900"/>
                </a:lnTo>
                <a:lnTo>
                  <a:pt x="153403" y="2374900"/>
                </a:lnTo>
                <a:lnTo>
                  <a:pt x="160985" y="2387600"/>
                </a:lnTo>
                <a:close/>
              </a:path>
              <a:path w="4829810" h="2489200">
                <a:moveTo>
                  <a:pt x="4684661" y="2387600"/>
                </a:moveTo>
                <a:lnTo>
                  <a:pt x="4668824" y="2387600"/>
                </a:lnTo>
                <a:lnTo>
                  <a:pt x="4676406" y="2374900"/>
                </a:lnTo>
                <a:lnTo>
                  <a:pt x="4692205" y="2374900"/>
                </a:lnTo>
                <a:lnTo>
                  <a:pt x="4684661" y="2387600"/>
                </a:lnTo>
                <a:close/>
              </a:path>
              <a:path w="4829810" h="2489200">
                <a:moveTo>
                  <a:pt x="176377" y="2400300"/>
                </a:moveTo>
                <a:lnTo>
                  <a:pt x="160705" y="2400300"/>
                </a:lnTo>
                <a:lnTo>
                  <a:pt x="152844" y="2387600"/>
                </a:lnTo>
                <a:lnTo>
                  <a:pt x="168490" y="2387600"/>
                </a:lnTo>
                <a:lnTo>
                  <a:pt x="176377" y="2400300"/>
                </a:lnTo>
                <a:close/>
              </a:path>
              <a:path w="4829810" h="2489200">
                <a:moveTo>
                  <a:pt x="4669104" y="2400300"/>
                </a:moveTo>
                <a:lnTo>
                  <a:pt x="4653432" y="2400300"/>
                </a:lnTo>
                <a:lnTo>
                  <a:pt x="4661319" y="2387600"/>
                </a:lnTo>
                <a:lnTo>
                  <a:pt x="4676965" y="2387600"/>
                </a:lnTo>
                <a:lnTo>
                  <a:pt x="4669104" y="2400300"/>
                </a:lnTo>
                <a:close/>
              </a:path>
              <a:path w="4829810" h="2489200">
                <a:moveTo>
                  <a:pt x="200545" y="2413000"/>
                </a:moveTo>
                <a:lnTo>
                  <a:pt x="176872" y="2413000"/>
                </a:lnTo>
                <a:lnTo>
                  <a:pt x="168719" y="2400300"/>
                </a:lnTo>
                <a:lnTo>
                  <a:pt x="192227" y="2400300"/>
                </a:lnTo>
                <a:lnTo>
                  <a:pt x="200545" y="2413000"/>
                </a:lnTo>
                <a:close/>
              </a:path>
              <a:path w="4829810" h="2489200">
                <a:moveTo>
                  <a:pt x="4652937" y="2413000"/>
                </a:moveTo>
                <a:lnTo>
                  <a:pt x="4629264" y="2413000"/>
                </a:lnTo>
                <a:lnTo>
                  <a:pt x="4637582" y="2400300"/>
                </a:lnTo>
                <a:lnTo>
                  <a:pt x="4661090" y="2400300"/>
                </a:lnTo>
                <a:lnTo>
                  <a:pt x="4652937" y="2413000"/>
                </a:lnTo>
                <a:close/>
              </a:path>
              <a:path w="4829810" h="2489200">
                <a:moveTo>
                  <a:pt x="217347" y="2425700"/>
                </a:moveTo>
                <a:lnTo>
                  <a:pt x="193636" y="2425700"/>
                </a:lnTo>
                <a:lnTo>
                  <a:pt x="185178" y="2413000"/>
                </a:lnTo>
                <a:lnTo>
                  <a:pt x="208749" y="2413000"/>
                </a:lnTo>
                <a:lnTo>
                  <a:pt x="217347" y="2425700"/>
                </a:lnTo>
                <a:close/>
              </a:path>
              <a:path w="4829810" h="2489200">
                <a:moveTo>
                  <a:pt x="4636173" y="2425700"/>
                </a:moveTo>
                <a:lnTo>
                  <a:pt x="4612462" y="2425700"/>
                </a:lnTo>
                <a:lnTo>
                  <a:pt x="4621060" y="2413000"/>
                </a:lnTo>
                <a:lnTo>
                  <a:pt x="4644631" y="2413000"/>
                </a:lnTo>
                <a:lnTo>
                  <a:pt x="4636173" y="2425700"/>
                </a:lnTo>
                <a:close/>
              </a:path>
              <a:path w="4829810" h="2489200">
                <a:moveTo>
                  <a:pt x="243509" y="2438400"/>
                </a:moveTo>
                <a:lnTo>
                  <a:pt x="210947" y="2438400"/>
                </a:lnTo>
                <a:lnTo>
                  <a:pt x="202222" y="2425700"/>
                </a:lnTo>
                <a:lnTo>
                  <a:pt x="234530" y="2425700"/>
                </a:lnTo>
                <a:lnTo>
                  <a:pt x="243509" y="2438400"/>
                </a:lnTo>
                <a:close/>
              </a:path>
              <a:path w="4829810" h="2489200">
                <a:moveTo>
                  <a:pt x="4618863" y="2438400"/>
                </a:moveTo>
                <a:lnTo>
                  <a:pt x="4586300" y="2438400"/>
                </a:lnTo>
                <a:lnTo>
                  <a:pt x="4595279" y="2425700"/>
                </a:lnTo>
                <a:lnTo>
                  <a:pt x="4627587" y="2425700"/>
                </a:lnTo>
                <a:lnTo>
                  <a:pt x="4618863" y="2438400"/>
                </a:lnTo>
                <a:close/>
              </a:path>
              <a:path w="4829810" h="2489200">
                <a:moveTo>
                  <a:pt x="270738" y="2451100"/>
                </a:moveTo>
                <a:lnTo>
                  <a:pt x="237921" y="2451100"/>
                </a:lnTo>
                <a:lnTo>
                  <a:pt x="228803" y="2438400"/>
                </a:lnTo>
                <a:lnTo>
                  <a:pt x="261404" y="2438400"/>
                </a:lnTo>
                <a:lnTo>
                  <a:pt x="270738" y="2451100"/>
                </a:lnTo>
                <a:close/>
              </a:path>
              <a:path w="4829810" h="2489200">
                <a:moveTo>
                  <a:pt x="4591888" y="2451100"/>
                </a:moveTo>
                <a:lnTo>
                  <a:pt x="4559071" y="2451100"/>
                </a:lnTo>
                <a:lnTo>
                  <a:pt x="4568405" y="2438400"/>
                </a:lnTo>
                <a:lnTo>
                  <a:pt x="4601006" y="2438400"/>
                </a:lnTo>
                <a:lnTo>
                  <a:pt x="4591888" y="2451100"/>
                </a:lnTo>
                <a:close/>
              </a:path>
              <a:path w="4829810" h="2489200">
                <a:moveTo>
                  <a:pt x="308584" y="2463800"/>
                </a:moveTo>
                <a:lnTo>
                  <a:pt x="266014" y="2463800"/>
                </a:lnTo>
                <a:lnTo>
                  <a:pt x="256527" y="2451100"/>
                </a:lnTo>
                <a:lnTo>
                  <a:pt x="298818" y="2451100"/>
                </a:lnTo>
                <a:lnTo>
                  <a:pt x="308584" y="2463800"/>
                </a:lnTo>
                <a:close/>
              </a:path>
              <a:path w="4829810" h="2489200">
                <a:moveTo>
                  <a:pt x="4563795" y="2463800"/>
                </a:moveTo>
                <a:lnTo>
                  <a:pt x="4521225" y="2463800"/>
                </a:lnTo>
                <a:lnTo>
                  <a:pt x="4530991" y="2451100"/>
                </a:lnTo>
                <a:lnTo>
                  <a:pt x="4573282" y="2451100"/>
                </a:lnTo>
                <a:lnTo>
                  <a:pt x="4563795" y="2463800"/>
                </a:lnTo>
                <a:close/>
              </a:path>
              <a:path w="4829810" h="2489200">
                <a:moveTo>
                  <a:pt x="358063" y="2476500"/>
                </a:moveTo>
                <a:lnTo>
                  <a:pt x="305041" y="2476500"/>
                </a:lnTo>
                <a:lnTo>
                  <a:pt x="295122" y="2463800"/>
                </a:lnTo>
                <a:lnTo>
                  <a:pt x="347840" y="2463800"/>
                </a:lnTo>
                <a:lnTo>
                  <a:pt x="358063" y="2476500"/>
                </a:lnTo>
                <a:close/>
              </a:path>
              <a:path w="4829810" h="2489200">
                <a:moveTo>
                  <a:pt x="4524768" y="2476500"/>
                </a:moveTo>
                <a:lnTo>
                  <a:pt x="4471746" y="2476500"/>
                </a:lnTo>
                <a:lnTo>
                  <a:pt x="4481969" y="2463800"/>
                </a:lnTo>
                <a:lnTo>
                  <a:pt x="4534687" y="2463800"/>
                </a:lnTo>
                <a:lnTo>
                  <a:pt x="4524768" y="2476500"/>
                </a:lnTo>
                <a:close/>
              </a:path>
              <a:path w="4829810" h="2489200">
                <a:moveTo>
                  <a:pt x="4473740" y="2489200"/>
                </a:moveTo>
                <a:lnTo>
                  <a:pt x="356069" y="2489200"/>
                </a:lnTo>
                <a:lnTo>
                  <a:pt x="345681" y="2476500"/>
                </a:lnTo>
                <a:lnTo>
                  <a:pt x="4484128" y="2476500"/>
                </a:lnTo>
                <a:lnTo>
                  <a:pt x="4473740" y="2489200"/>
                </a:lnTo>
                <a:close/>
              </a:path>
            </a:pathLst>
          </a:custGeom>
          <a:solidFill>
            <a:srgbClr val="293E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134744" y="4386922"/>
            <a:ext cx="2997200" cy="1803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828800">
              <a:lnSpc>
                <a:spcPct val="129600"/>
              </a:lnSpc>
              <a:spcBef>
                <a:spcPts val="100"/>
              </a:spcBef>
            </a:pPr>
            <a:r>
              <a:rPr dirty="0" sz="1800" b="1">
                <a:latin typeface="宋体"/>
                <a:cs typeface="宋体"/>
              </a:rPr>
              <a:t>语法格式</a:t>
            </a:r>
            <a:r>
              <a:rPr dirty="0" sz="1800" spc="-5" b="1">
                <a:latin typeface="宋体"/>
                <a:cs typeface="宋体"/>
              </a:rPr>
              <a:t>：  </a:t>
            </a:r>
            <a:r>
              <a:rPr dirty="0" sz="1800">
                <a:latin typeface="宋体"/>
                <a:cs typeface="宋体"/>
              </a:rPr>
              <a:t>if</a:t>
            </a:r>
            <a:r>
              <a:rPr dirty="0" sz="1800" spc="-35">
                <a:latin typeface="宋体"/>
                <a:cs typeface="宋体"/>
              </a:rPr>
              <a:t> </a:t>
            </a:r>
            <a:r>
              <a:rPr dirty="0" sz="1800">
                <a:latin typeface="宋体"/>
                <a:cs typeface="宋体"/>
              </a:rPr>
              <a:t>条件:</a:t>
            </a:r>
            <a:endParaRPr sz="1800">
              <a:latin typeface="宋体"/>
              <a:cs typeface="宋体"/>
            </a:endParaRPr>
          </a:p>
          <a:p>
            <a:pPr marL="12700" marR="233679">
              <a:lnSpc>
                <a:spcPct val="129600"/>
              </a:lnSpc>
            </a:pPr>
            <a:r>
              <a:rPr dirty="0" sz="1800">
                <a:latin typeface="宋体"/>
                <a:cs typeface="宋体"/>
              </a:rPr>
              <a:t>    满足条件时要做的事情  else:</a:t>
            </a:r>
            <a:endParaRPr sz="1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dirty="0" sz="1800">
                <a:latin typeface="宋体"/>
                <a:cs typeface="宋体"/>
              </a:rPr>
              <a:t>    不满足条件时要做的事情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377940" y="4183379"/>
            <a:ext cx="4758055" cy="2087880"/>
          </a:xfrm>
          <a:custGeom>
            <a:avLst/>
            <a:gdLst/>
            <a:ahLst/>
            <a:cxnLst/>
            <a:rect l="l" t="t" r="r" b="b"/>
            <a:pathLst>
              <a:path w="4758055" h="2087879">
                <a:moveTo>
                  <a:pt x="4410456" y="2087880"/>
                </a:moveTo>
                <a:lnTo>
                  <a:pt x="347471" y="2087880"/>
                </a:lnTo>
                <a:lnTo>
                  <a:pt x="300215" y="2084558"/>
                </a:lnTo>
                <a:lnTo>
                  <a:pt x="254899" y="2075183"/>
                </a:lnTo>
                <a:lnTo>
                  <a:pt x="211940" y="2060167"/>
                </a:lnTo>
                <a:lnTo>
                  <a:pt x="171754" y="2039919"/>
                </a:lnTo>
                <a:lnTo>
                  <a:pt x="134757" y="2014850"/>
                </a:lnTo>
                <a:lnTo>
                  <a:pt x="101365" y="1985371"/>
                </a:lnTo>
                <a:lnTo>
                  <a:pt x="71993" y="1951893"/>
                </a:lnTo>
                <a:lnTo>
                  <a:pt x="47057" y="1914826"/>
                </a:lnTo>
                <a:lnTo>
                  <a:pt x="26974" y="1874581"/>
                </a:lnTo>
                <a:lnTo>
                  <a:pt x="12160" y="1831569"/>
                </a:lnTo>
                <a:lnTo>
                  <a:pt x="3030" y="1786199"/>
                </a:lnTo>
                <a:lnTo>
                  <a:pt x="0" y="1738884"/>
                </a:lnTo>
                <a:lnTo>
                  <a:pt x="0" y="347472"/>
                </a:lnTo>
                <a:lnTo>
                  <a:pt x="3030" y="300360"/>
                </a:lnTo>
                <a:lnTo>
                  <a:pt x="12160" y="255164"/>
                </a:lnTo>
                <a:lnTo>
                  <a:pt x="26974" y="212297"/>
                </a:lnTo>
                <a:lnTo>
                  <a:pt x="47057" y="172178"/>
                </a:lnTo>
                <a:lnTo>
                  <a:pt x="71993" y="135220"/>
                </a:lnTo>
                <a:lnTo>
                  <a:pt x="101365" y="101841"/>
                </a:lnTo>
                <a:lnTo>
                  <a:pt x="134757" y="72456"/>
                </a:lnTo>
                <a:lnTo>
                  <a:pt x="171754" y="47481"/>
                </a:lnTo>
                <a:lnTo>
                  <a:pt x="211940" y="27331"/>
                </a:lnTo>
                <a:lnTo>
                  <a:pt x="254899" y="12424"/>
                </a:lnTo>
                <a:lnTo>
                  <a:pt x="300215" y="3175"/>
                </a:lnTo>
                <a:lnTo>
                  <a:pt x="347471" y="0"/>
                </a:lnTo>
                <a:lnTo>
                  <a:pt x="4410456" y="0"/>
                </a:lnTo>
                <a:lnTo>
                  <a:pt x="4457596" y="3175"/>
                </a:lnTo>
                <a:lnTo>
                  <a:pt x="4502816" y="12424"/>
                </a:lnTo>
                <a:lnTo>
                  <a:pt x="4545701" y="27331"/>
                </a:lnTo>
                <a:lnTo>
                  <a:pt x="4585834" y="47481"/>
                </a:lnTo>
                <a:lnTo>
                  <a:pt x="4622799" y="72456"/>
                </a:lnTo>
                <a:lnTo>
                  <a:pt x="4656181" y="101841"/>
                </a:lnTo>
                <a:lnTo>
                  <a:pt x="4685564" y="135220"/>
                </a:lnTo>
                <a:lnTo>
                  <a:pt x="4710531" y="172178"/>
                </a:lnTo>
                <a:lnTo>
                  <a:pt x="4730667" y="212297"/>
                </a:lnTo>
                <a:lnTo>
                  <a:pt x="4745556" y="255164"/>
                </a:lnTo>
                <a:lnTo>
                  <a:pt x="4754781" y="300360"/>
                </a:lnTo>
                <a:lnTo>
                  <a:pt x="4757928" y="347472"/>
                </a:lnTo>
                <a:lnTo>
                  <a:pt x="4757928" y="1738884"/>
                </a:lnTo>
                <a:lnTo>
                  <a:pt x="4754781" y="1786199"/>
                </a:lnTo>
                <a:lnTo>
                  <a:pt x="4745556" y="1831569"/>
                </a:lnTo>
                <a:lnTo>
                  <a:pt x="4730667" y="1874581"/>
                </a:lnTo>
                <a:lnTo>
                  <a:pt x="4710531" y="1914826"/>
                </a:lnTo>
                <a:lnTo>
                  <a:pt x="4685564" y="1951893"/>
                </a:lnTo>
                <a:lnTo>
                  <a:pt x="4656181" y="1985371"/>
                </a:lnTo>
                <a:lnTo>
                  <a:pt x="4622800" y="2014850"/>
                </a:lnTo>
                <a:lnTo>
                  <a:pt x="4585834" y="2039919"/>
                </a:lnTo>
                <a:lnTo>
                  <a:pt x="4545701" y="2060167"/>
                </a:lnTo>
                <a:lnTo>
                  <a:pt x="4502816" y="2075183"/>
                </a:lnTo>
                <a:lnTo>
                  <a:pt x="4457596" y="2084558"/>
                </a:lnTo>
                <a:lnTo>
                  <a:pt x="4410456" y="20878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249923" y="4122420"/>
            <a:ext cx="731520" cy="378460"/>
          </a:xfrm>
          <a:custGeom>
            <a:avLst/>
            <a:gdLst/>
            <a:ahLst/>
            <a:cxnLst/>
            <a:rect l="l" t="t" r="r" b="b"/>
            <a:pathLst>
              <a:path w="731520" h="378460">
                <a:moveTo>
                  <a:pt x="667511" y="377951"/>
                </a:moveTo>
                <a:lnTo>
                  <a:pt x="62484" y="377951"/>
                </a:lnTo>
                <a:lnTo>
                  <a:pt x="38149" y="373284"/>
                </a:lnTo>
                <a:lnTo>
                  <a:pt x="18226" y="359916"/>
                </a:lnTo>
                <a:lnTo>
                  <a:pt x="4810" y="339945"/>
                </a:lnTo>
                <a:lnTo>
                  <a:pt x="0" y="315467"/>
                </a:lnTo>
                <a:lnTo>
                  <a:pt x="0" y="62483"/>
                </a:lnTo>
                <a:lnTo>
                  <a:pt x="4810" y="37935"/>
                </a:lnTo>
                <a:lnTo>
                  <a:pt x="18226" y="17940"/>
                </a:lnTo>
                <a:lnTo>
                  <a:pt x="38149" y="4596"/>
                </a:lnTo>
                <a:lnTo>
                  <a:pt x="62484" y="0"/>
                </a:lnTo>
                <a:lnTo>
                  <a:pt x="667511" y="0"/>
                </a:lnTo>
                <a:lnTo>
                  <a:pt x="692441" y="4596"/>
                </a:lnTo>
                <a:lnTo>
                  <a:pt x="712722" y="17940"/>
                </a:lnTo>
                <a:lnTo>
                  <a:pt x="726399" y="37935"/>
                </a:lnTo>
                <a:lnTo>
                  <a:pt x="731520" y="62483"/>
                </a:lnTo>
                <a:lnTo>
                  <a:pt x="731520" y="315467"/>
                </a:lnTo>
                <a:lnTo>
                  <a:pt x="726399" y="339945"/>
                </a:lnTo>
                <a:lnTo>
                  <a:pt x="712722" y="359916"/>
                </a:lnTo>
                <a:lnTo>
                  <a:pt x="692441" y="373284"/>
                </a:lnTo>
                <a:lnTo>
                  <a:pt x="667511" y="377951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6386283" y="4149178"/>
            <a:ext cx="4572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注意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699884" y="4437888"/>
            <a:ext cx="3968115" cy="1488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298450" marR="5080" indent="-285750">
              <a:lnSpc>
                <a:spcPct val="150000"/>
              </a:lnSpc>
              <a:spcBef>
                <a:spcPts val="100"/>
              </a:spcBef>
              <a:buFont typeface="Arial"/>
              <a:buChar char="•"/>
              <a:tabLst>
                <a:tab pos="298450" algn="l"/>
              </a:tabLst>
            </a:pPr>
            <a:r>
              <a:rPr dirty="0" sz="1600" spc="-5">
                <a:latin typeface="宋体"/>
                <a:cs typeface="宋体"/>
              </a:rPr>
              <a:t>Python</a:t>
            </a:r>
            <a:r>
              <a:rPr dirty="0" sz="1600">
                <a:latin typeface="宋体"/>
                <a:cs typeface="宋体"/>
              </a:rPr>
              <a:t>中用缩进的方式来设置代码的层</a:t>
            </a:r>
            <a:r>
              <a:rPr dirty="0" sz="1600" spc="-5">
                <a:latin typeface="宋体"/>
                <a:cs typeface="宋体"/>
              </a:rPr>
              <a:t>次 </a:t>
            </a:r>
            <a:r>
              <a:rPr dirty="0" sz="1600">
                <a:latin typeface="宋体"/>
                <a:cs typeface="宋体"/>
              </a:rPr>
              <a:t>结构，在写</a:t>
            </a:r>
            <a:r>
              <a:rPr dirty="0" sz="1600" spc="-5">
                <a:latin typeface="宋体"/>
                <a:cs typeface="宋体"/>
              </a:rPr>
              <a:t>if</a:t>
            </a:r>
            <a:r>
              <a:rPr dirty="0" sz="1600">
                <a:latin typeface="宋体"/>
                <a:cs typeface="宋体"/>
              </a:rPr>
              <a:t>语句时，必须对齐缩进，</a:t>
            </a:r>
            <a:r>
              <a:rPr dirty="0" sz="1600" spc="-5">
                <a:latin typeface="宋体"/>
                <a:cs typeface="宋体"/>
              </a:rPr>
              <a:t>一 </a:t>
            </a:r>
            <a:r>
              <a:rPr dirty="0" sz="1600">
                <a:latin typeface="宋体"/>
                <a:cs typeface="宋体"/>
              </a:rPr>
              <a:t>般缩进</a:t>
            </a:r>
            <a:r>
              <a:rPr dirty="0" sz="1600" spc="-5">
                <a:latin typeface="宋体"/>
                <a:cs typeface="宋体"/>
              </a:rPr>
              <a:t>4</a:t>
            </a:r>
            <a:r>
              <a:rPr dirty="0" sz="1600">
                <a:latin typeface="宋体"/>
                <a:cs typeface="宋体"/>
              </a:rPr>
              <a:t>个空格或者一个</a:t>
            </a:r>
            <a:r>
              <a:rPr dirty="0" sz="1600" spc="-5">
                <a:latin typeface="宋体"/>
                <a:cs typeface="宋体"/>
              </a:rPr>
              <a:t>Tab</a:t>
            </a:r>
            <a:r>
              <a:rPr dirty="0" sz="1600">
                <a:latin typeface="宋体"/>
                <a:cs typeface="宋体"/>
              </a:rPr>
              <a:t>健</a:t>
            </a:r>
            <a:r>
              <a:rPr dirty="0" sz="1600" spc="-5">
                <a:latin typeface="宋体"/>
                <a:cs typeface="宋体"/>
              </a:rPr>
              <a:t>。</a:t>
            </a:r>
            <a:endParaRPr sz="1600">
              <a:latin typeface="宋体"/>
              <a:cs typeface="宋体"/>
            </a:endParaRPr>
          </a:p>
          <a:p>
            <a:pPr algn="just" marL="298450" indent="-285750">
              <a:lnSpc>
                <a:spcPct val="100000"/>
              </a:lnSpc>
              <a:spcBef>
                <a:spcPts val="960"/>
              </a:spcBef>
              <a:buFont typeface="Arial"/>
              <a:buChar char="•"/>
              <a:tabLst>
                <a:tab pos="298450" algn="l"/>
              </a:tabLst>
            </a:pPr>
            <a:r>
              <a:rPr dirty="0" sz="1600" spc="-5">
                <a:latin typeface="宋体"/>
                <a:cs typeface="宋体"/>
              </a:rPr>
              <a:t>else</a:t>
            </a:r>
            <a:r>
              <a:rPr dirty="0" sz="1600">
                <a:latin typeface="宋体"/>
                <a:cs typeface="宋体"/>
              </a:rPr>
              <a:t>语句后不包含条件</a:t>
            </a:r>
            <a:r>
              <a:rPr dirty="0" sz="1600" spc="-5">
                <a:latin typeface="宋体"/>
                <a:cs typeface="宋体"/>
              </a:rPr>
              <a:t>。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96468" y="2796539"/>
            <a:ext cx="10799445" cy="841375"/>
          </a:xfrm>
          <a:custGeom>
            <a:avLst/>
            <a:gdLst/>
            <a:ahLst/>
            <a:cxnLst/>
            <a:rect l="l" t="t" r="r" b="b"/>
            <a:pathLst>
              <a:path w="10799445" h="841375">
                <a:moveTo>
                  <a:pt x="10658856" y="841248"/>
                </a:moveTo>
                <a:lnTo>
                  <a:pt x="140207" y="841248"/>
                </a:lnTo>
                <a:lnTo>
                  <a:pt x="95653" y="833854"/>
                </a:lnTo>
                <a:lnTo>
                  <a:pt x="57043" y="813825"/>
                </a:lnTo>
                <a:lnTo>
                  <a:pt x="26690" y="783472"/>
                </a:lnTo>
                <a:lnTo>
                  <a:pt x="6905" y="745106"/>
                </a:lnTo>
                <a:lnTo>
                  <a:pt x="0" y="701039"/>
                </a:lnTo>
                <a:lnTo>
                  <a:pt x="0" y="140208"/>
                </a:lnTo>
                <a:lnTo>
                  <a:pt x="6905" y="95592"/>
                </a:lnTo>
                <a:lnTo>
                  <a:pt x="26690" y="56952"/>
                </a:lnTo>
                <a:lnTo>
                  <a:pt x="57043" y="26599"/>
                </a:lnTo>
                <a:lnTo>
                  <a:pt x="95653" y="6844"/>
                </a:lnTo>
                <a:lnTo>
                  <a:pt x="140207" y="0"/>
                </a:lnTo>
                <a:lnTo>
                  <a:pt x="10658856" y="0"/>
                </a:lnTo>
                <a:lnTo>
                  <a:pt x="10703142" y="6844"/>
                </a:lnTo>
                <a:lnTo>
                  <a:pt x="10741617" y="26599"/>
                </a:lnTo>
                <a:lnTo>
                  <a:pt x="10771970" y="56952"/>
                </a:lnTo>
                <a:lnTo>
                  <a:pt x="10791890" y="95592"/>
                </a:lnTo>
                <a:lnTo>
                  <a:pt x="10799064" y="140208"/>
                </a:lnTo>
                <a:lnTo>
                  <a:pt x="10799064" y="701039"/>
                </a:lnTo>
                <a:lnTo>
                  <a:pt x="10791890" y="745106"/>
                </a:lnTo>
                <a:lnTo>
                  <a:pt x="10771970" y="783472"/>
                </a:lnTo>
                <a:lnTo>
                  <a:pt x="10741617" y="813825"/>
                </a:lnTo>
                <a:lnTo>
                  <a:pt x="10703142" y="833854"/>
                </a:lnTo>
                <a:lnTo>
                  <a:pt x="10658856" y="84124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689609" y="2789554"/>
            <a:ext cx="10812780" cy="853440"/>
          </a:xfrm>
          <a:custGeom>
            <a:avLst/>
            <a:gdLst/>
            <a:ahLst/>
            <a:cxnLst/>
            <a:rect l="l" t="t" r="r" b="b"/>
            <a:pathLst>
              <a:path w="10812780" h="853439">
                <a:moveTo>
                  <a:pt x="10687951" y="852170"/>
                </a:moveTo>
                <a:lnTo>
                  <a:pt x="124269" y="852170"/>
                </a:lnTo>
                <a:lnTo>
                  <a:pt x="117043" y="850900"/>
                </a:lnTo>
                <a:lnTo>
                  <a:pt x="109956" y="848360"/>
                </a:lnTo>
                <a:lnTo>
                  <a:pt x="102997" y="847090"/>
                </a:lnTo>
                <a:lnTo>
                  <a:pt x="64617" y="828040"/>
                </a:lnTo>
                <a:lnTo>
                  <a:pt x="33477" y="800100"/>
                </a:lnTo>
                <a:lnTo>
                  <a:pt x="21221" y="782320"/>
                </a:lnTo>
                <a:lnTo>
                  <a:pt x="17691" y="777240"/>
                </a:lnTo>
                <a:lnTo>
                  <a:pt x="14452" y="770890"/>
                </a:lnTo>
                <a:lnTo>
                  <a:pt x="11518" y="764540"/>
                </a:lnTo>
                <a:lnTo>
                  <a:pt x="8890" y="756920"/>
                </a:lnTo>
                <a:lnTo>
                  <a:pt x="6591" y="750570"/>
                </a:lnTo>
                <a:lnTo>
                  <a:pt x="0" y="707390"/>
                </a:lnTo>
                <a:lnTo>
                  <a:pt x="0" y="146050"/>
                </a:lnTo>
                <a:lnTo>
                  <a:pt x="6591" y="102870"/>
                </a:lnTo>
                <a:lnTo>
                  <a:pt x="8890" y="95250"/>
                </a:lnTo>
                <a:lnTo>
                  <a:pt x="29121" y="58420"/>
                </a:lnTo>
                <a:lnTo>
                  <a:pt x="33477" y="52070"/>
                </a:lnTo>
                <a:lnTo>
                  <a:pt x="38074" y="46990"/>
                </a:lnTo>
                <a:lnTo>
                  <a:pt x="42926" y="41910"/>
                </a:lnTo>
                <a:lnTo>
                  <a:pt x="48018" y="36830"/>
                </a:lnTo>
                <a:lnTo>
                  <a:pt x="53340" y="33020"/>
                </a:lnTo>
                <a:lnTo>
                  <a:pt x="58877" y="27940"/>
                </a:lnTo>
                <a:lnTo>
                  <a:pt x="89522" y="11430"/>
                </a:lnTo>
                <a:lnTo>
                  <a:pt x="96177" y="7620"/>
                </a:lnTo>
                <a:lnTo>
                  <a:pt x="102997" y="6350"/>
                </a:lnTo>
                <a:lnTo>
                  <a:pt x="109956" y="3810"/>
                </a:lnTo>
                <a:lnTo>
                  <a:pt x="131597" y="0"/>
                </a:lnTo>
                <a:lnTo>
                  <a:pt x="10680623" y="0"/>
                </a:lnTo>
                <a:lnTo>
                  <a:pt x="10702264" y="3810"/>
                </a:lnTo>
                <a:lnTo>
                  <a:pt x="10709224" y="6350"/>
                </a:lnTo>
                <a:lnTo>
                  <a:pt x="10716044" y="7620"/>
                </a:lnTo>
                <a:lnTo>
                  <a:pt x="10722698" y="11430"/>
                </a:lnTo>
                <a:lnTo>
                  <a:pt x="10725943" y="12700"/>
                </a:lnTo>
                <a:lnTo>
                  <a:pt x="133045" y="12700"/>
                </a:lnTo>
                <a:lnTo>
                  <a:pt x="126022" y="13970"/>
                </a:lnTo>
                <a:lnTo>
                  <a:pt x="126339" y="13970"/>
                </a:lnTo>
                <a:lnTo>
                  <a:pt x="119430" y="15240"/>
                </a:lnTo>
                <a:lnTo>
                  <a:pt x="119748" y="15240"/>
                </a:lnTo>
                <a:lnTo>
                  <a:pt x="112966" y="16510"/>
                </a:lnTo>
                <a:lnTo>
                  <a:pt x="113271" y="16510"/>
                </a:lnTo>
                <a:lnTo>
                  <a:pt x="106616" y="17780"/>
                </a:lnTo>
                <a:lnTo>
                  <a:pt x="106921" y="17780"/>
                </a:lnTo>
                <a:lnTo>
                  <a:pt x="100406" y="20320"/>
                </a:lnTo>
                <a:lnTo>
                  <a:pt x="100698" y="20320"/>
                </a:lnTo>
                <a:lnTo>
                  <a:pt x="94322" y="22860"/>
                </a:lnTo>
                <a:lnTo>
                  <a:pt x="94615" y="22860"/>
                </a:lnTo>
                <a:lnTo>
                  <a:pt x="88404" y="25400"/>
                </a:lnTo>
                <a:lnTo>
                  <a:pt x="88684" y="25400"/>
                </a:lnTo>
                <a:lnTo>
                  <a:pt x="82638" y="27940"/>
                </a:lnTo>
                <a:lnTo>
                  <a:pt x="82905" y="27940"/>
                </a:lnTo>
                <a:lnTo>
                  <a:pt x="77025" y="31750"/>
                </a:lnTo>
                <a:lnTo>
                  <a:pt x="77292" y="31750"/>
                </a:lnTo>
                <a:lnTo>
                  <a:pt x="73499" y="34290"/>
                </a:lnTo>
                <a:lnTo>
                  <a:pt x="71856" y="34290"/>
                </a:lnTo>
                <a:lnTo>
                  <a:pt x="67732" y="38100"/>
                </a:lnTo>
                <a:lnTo>
                  <a:pt x="66598" y="38100"/>
                </a:lnTo>
                <a:lnTo>
                  <a:pt x="62626" y="41910"/>
                </a:lnTo>
                <a:lnTo>
                  <a:pt x="61544" y="41910"/>
                </a:lnTo>
                <a:lnTo>
                  <a:pt x="56451" y="46990"/>
                </a:lnTo>
                <a:lnTo>
                  <a:pt x="56680" y="46990"/>
                </a:lnTo>
                <a:lnTo>
                  <a:pt x="51803" y="50800"/>
                </a:lnTo>
                <a:lnTo>
                  <a:pt x="52019" y="50800"/>
                </a:lnTo>
                <a:lnTo>
                  <a:pt x="47371" y="55880"/>
                </a:lnTo>
                <a:lnTo>
                  <a:pt x="47574" y="55880"/>
                </a:lnTo>
                <a:lnTo>
                  <a:pt x="43167" y="60960"/>
                </a:lnTo>
                <a:lnTo>
                  <a:pt x="43370" y="60960"/>
                </a:lnTo>
                <a:lnTo>
                  <a:pt x="39204" y="66040"/>
                </a:lnTo>
                <a:lnTo>
                  <a:pt x="39382" y="66040"/>
                </a:lnTo>
                <a:lnTo>
                  <a:pt x="35471" y="71120"/>
                </a:lnTo>
                <a:lnTo>
                  <a:pt x="35648" y="71120"/>
                </a:lnTo>
                <a:lnTo>
                  <a:pt x="31991" y="76200"/>
                </a:lnTo>
                <a:lnTo>
                  <a:pt x="32156" y="76200"/>
                </a:lnTo>
                <a:lnTo>
                  <a:pt x="28778" y="82550"/>
                </a:lnTo>
                <a:lnTo>
                  <a:pt x="28930" y="82550"/>
                </a:lnTo>
                <a:lnTo>
                  <a:pt x="25831" y="87630"/>
                </a:lnTo>
                <a:lnTo>
                  <a:pt x="23152" y="93980"/>
                </a:lnTo>
                <a:lnTo>
                  <a:pt x="23279" y="93980"/>
                </a:lnTo>
                <a:lnTo>
                  <a:pt x="20764" y="100330"/>
                </a:lnTo>
                <a:lnTo>
                  <a:pt x="19110" y="105410"/>
                </a:lnTo>
                <a:lnTo>
                  <a:pt x="18757" y="105410"/>
                </a:lnTo>
                <a:lnTo>
                  <a:pt x="17191" y="111760"/>
                </a:lnTo>
                <a:lnTo>
                  <a:pt x="16954" y="111760"/>
                </a:lnTo>
                <a:lnTo>
                  <a:pt x="15392" y="119380"/>
                </a:lnTo>
                <a:lnTo>
                  <a:pt x="14211" y="125730"/>
                </a:lnTo>
                <a:lnTo>
                  <a:pt x="13373" y="132080"/>
                </a:lnTo>
                <a:lnTo>
                  <a:pt x="12956" y="138430"/>
                </a:lnTo>
                <a:lnTo>
                  <a:pt x="12700" y="146050"/>
                </a:lnTo>
                <a:lnTo>
                  <a:pt x="12729" y="707390"/>
                </a:lnTo>
                <a:lnTo>
                  <a:pt x="12877" y="713740"/>
                </a:lnTo>
                <a:lnTo>
                  <a:pt x="13411" y="720090"/>
                </a:lnTo>
                <a:lnTo>
                  <a:pt x="14262" y="727710"/>
                </a:lnTo>
                <a:lnTo>
                  <a:pt x="15455" y="734060"/>
                </a:lnTo>
                <a:lnTo>
                  <a:pt x="16954" y="740410"/>
                </a:lnTo>
                <a:lnTo>
                  <a:pt x="18757" y="746760"/>
                </a:lnTo>
                <a:lnTo>
                  <a:pt x="20878" y="753110"/>
                </a:lnTo>
                <a:lnTo>
                  <a:pt x="23279" y="759460"/>
                </a:lnTo>
                <a:lnTo>
                  <a:pt x="23713" y="759460"/>
                </a:lnTo>
                <a:lnTo>
                  <a:pt x="25958" y="764540"/>
                </a:lnTo>
                <a:lnTo>
                  <a:pt x="28930" y="770890"/>
                </a:lnTo>
                <a:lnTo>
                  <a:pt x="28778" y="770890"/>
                </a:lnTo>
                <a:lnTo>
                  <a:pt x="32156" y="775970"/>
                </a:lnTo>
                <a:lnTo>
                  <a:pt x="31991" y="775970"/>
                </a:lnTo>
                <a:lnTo>
                  <a:pt x="35648" y="782320"/>
                </a:lnTo>
                <a:lnTo>
                  <a:pt x="36253" y="782320"/>
                </a:lnTo>
                <a:lnTo>
                  <a:pt x="39382" y="787400"/>
                </a:lnTo>
                <a:lnTo>
                  <a:pt x="39204" y="787400"/>
                </a:lnTo>
                <a:lnTo>
                  <a:pt x="43370" y="792480"/>
                </a:lnTo>
                <a:lnTo>
                  <a:pt x="43167" y="792480"/>
                </a:lnTo>
                <a:lnTo>
                  <a:pt x="47574" y="797560"/>
                </a:lnTo>
                <a:lnTo>
                  <a:pt x="48533" y="797560"/>
                </a:lnTo>
                <a:lnTo>
                  <a:pt x="52019" y="801370"/>
                </a:lnTo>
                <a:lnTo>
                  <a:pt x="51803" y="801370"/>
                </a:lnTo>
                <a:lnTo>
                  <a:pt x="56680" y="806450"/>
                </a:lnTo>
                <a:lnTo>
                  <a:pt x="56451" y="806450"/>
                </a:lnTo>
                <a:lnTo>
                  <a:pt x="61544" y="810260"/>
                </a:lnTo>
                <a:lnTo>
                  <a:pt x="61302" y="810260"/>
                </a:lnTo>
                <a:lnTo>
                  <a:pt x="66598" y="814070"/>
                </a:lnTo>
                <a:lnTo>
                  <a:pt x="66357" y="814070"/>
                </a:lnTo>
                <a:lnTo>
                  <a:pt x="71856" y="817880"/>
                </a:lnTo>
                <a:lnTo>
                  <a:pt x="71602" y="817880"/>
                </a:lnTo>
                <a:lnTo>
                  <a:pt x="77292" y="821690"/>
                </a:lnTo>
                <a:lnTo>
                  <a:pt x="77025" y="821690"/>
                </a:lnTo>
                <a:lnTo>
                  <a:pt x="82905" y="824230"/>
                </a:lnTo>
                <a:lnTo>
                  <a:pt x="82638" y="824230"/>
                </a:lnTo>
                <a:lnTo>
                  <a:pt x="88684" y="828040"/>
                </a:lnTo>
                <a:lnTo>
                  <a:pt x="88404" y="828040"/>
                </a:lnTo>
                <a:lnTo>
                  <a:pt x="94615" y="830580"/>
                </a:lnTo>
                <a:lnTo>
                  <a:pt x="94322" y="830580"/>
                </a:lnTo>
                <a:lnTo>
                  <a:pt x="100698" y="833120"/>
                </a:lnTo>
                <a:lnTo>
                  <a:pt x="100406" y="833120"/>
                </a:lnTo>
                <a:lnTo>
                  <a:pt x="106921" y="834390"/>
                </a:lnTo>
                <a:lnTo>
                  <a:pt x="106616" y="834390"/>
                </a:lnTo>
                <a:lnTo>
                  <a:pt x="113271" y="836930"/>
                </a:lnTo>
                <a:lnTo>
                  <a:pt x="112966" y="836930"/>
                </a:lnTo>
                <a:lnTo>
                  <a:pt x="119748" y="838200"/>
                </a:lnTo>
                <a:lnTo>
                  <a:pt x="119430" y="838200"/>
                </a:lnTo>
                <a:lnTo>
                  <a:pt x="126339" y="839470"/>
                </a:lnTo>
                <a:lnTo>
                  <a:pt x="132727" y="839470"/>
                </a:lnTo>
                <a:lnTo>
                  <a:pt x="139852" y="840740"/>
                </a:lnTo>
                <a:lnTo>
                  <a:pt x="10725943" y="840740"/>
                </a:lnTo>
                <a:lnTo>
                  <a:pt x="10716044" y="844550"/>
                </a:lnTo>
                <a:lnTo>
                  <a:pt x="10709224" y="847090"/>
                </a:lnTo>
                <a:lnTo>
                  <a:pt x="10702264" y="848360"/>
                </a:lnTo>
                <a:lnTo>
                  <a:pt x="10695178" y="850900"/>
                </a:lnTo>
                <a:lnTo>
                  <a:pt x="10687951" y="852170"/>
                </a:lnTo>
                <a:close/>
              </a:path>
              <a:path w="10812780" h="853439">
                <a:moveTo>
                  <a:pt x="10740618" y="35560"/>
                </a:moveTo>
                <a:lnTo>
                  <a:pt x="10734929" y="31750"/>
                </a:lnTo>
                <a:lnTo>
                  <a:pt x="10735183" y="31750"/>
                </a:lnTo>
                <a:lnTo>
                  <a:pt x="10729315" y="27940"/>
                </a:lnTo>
                <a:lnTo>
                  <a:pt x="10729582" y="27940"/>
                </a:lnTo>
                <a:lnTo>
                  <a:pt x="10723537" y="25400"/>
                </a:lnTo>
                <a:lnTo>
                  <a:pt x="10723816" y="25400"/>
                </a:lnTo>
                <a:lnTo>
                  <a:pt x="10717606" y="22860"/>
                </a:lnTo>
                <a:lnTo>
                  <a:pt x="10717898" y="22860"/>
                </a:lnTo>
                <a:lnTo>
                  <a:pt x="10711522" y="20320"/>
                </a:lnTo>
                <a:lnTo>
                  <a:pt x="10711815" y="20320"/>
                </a:lnTo>
                <a:lnTo>
                  <a:pt x="10705299" y="17780"/>
                </a:lnTo>
                <a:lnTo>
                  <a:pt x="10705604" y="17780"/>
                </a:lnTo>
                <a:lnTo>
                  <a:pt x="10698949" y="16510"/>
                </a:lnTo>
                <a:lnTo>
                  <a:pt x="10699254" y="16510"/>
                </a:lnTo>
                <a:lnTo>
                  <a:pt x="10692472" y="15240"/>
                </a:lnTo>
                <a:lnTo>
                  <a:pt x="10692790" y="15240"/>
                </a:lnTo>
                <a:lnTo>
                  <a:pt x="10685881" y="13970"/>
                </a:lnTo>
                <a:lnTo>
                  <a:pt x="10686199" y="13970"/>
                </a:lnTo>
                <a:lnTo>
                  <a:pt x="10679176" y="12700"/>
                </a:lnTo>
                <a:lnTo>
                  <a:pt x="10725943" y="12700"/>
                </a:lnTo>
                <a:lnTo>
                  <a:pt x="10758881" y="33020"/>
                </a:lnTo>
                <a:lnTo>
                  <a:pt x="10760654" y="34290"/>
                </a:lnTo>
                <a:lnTo>
                  <a:pt x="10740364" y="34290"/>
                </a:lnTo>
                <a:lnTo>
                  <a:pt x="10740618" y="35560"/>
                </a:lnTo>
                <a:close/>
              </a:path>
              <a:path w="10812780" h="853439">
                <a:moveTo>
                  <a:pt x="71602" y="35560"/>
                </a:moveTo>
                <a:lnTo>
                  <a:pt x="71856" y="34290"/>
                </a:lnTo>
                <a:lnTo>
                  <a:pt x="73499" y="34290"/>
                </a:lnTo>
                <a:lnTo>
                  <a:pt x="71602" y="35560"/>
                </a:lnTo>
                <a:close/>
              </a:path>
              <a:path w="10812780" h="853439">
                <a:moveTo>
                  <a:pt x="10745863" y="39370"/>
                </a:moveTo>
                <a:lnTo>
                  <a:pt x="10740364" y="34290"/>
                </a:lnTo>
                <a:lnTo>
                  <a:pt x="10760654" y="34290"/>
                </a:lnTo>
                <a:lnTo>
                  <a:pt x="10764202" y="36830"/>
                </a:lnTo>
                <a:lnTo>
                  <a:pt x="10765475" y="38100"/>
                </a:lnTo>
                <a:lnTo>
                  <a:pt x="10745622" y="38100"/>
                </a:lnTo>
                <a:lnTo>
                  <a:pt x="10745863" y="39370"/>
                </a:lnTo>
                <a:close/>
              </a:path>
              <a:path w="10812780" h="853439">
                <a:moveTo>
                  <a:pt x="66357" y="39370"/>
                </a:moveTo>
                <a:lnTo>
                  <a:pt x="66598" y="38100"/>
                </a:lnTo>
                <a:lnTo>
                  <a:pt x="67732" y="38100"/>
                </a:lnTo>
                <a:lnTo>
                  <a:pt x="66357" y="39370"/>
                </a:lnTo>
                <a:close/>
              </a:path>
              <a:path w="10812780" h="853439">
                <a:moveTo>
                  <a:pt x="10750918" y="43180"/>
                </a:moveTo>
                <a:lnTo>
                  <a:pt x="10745622" y="38100"/>
                </a:lnTo>
                <a:lnTo>
                  <a:pt x="10765475" y="38100"/>
                </a:lnTo>
                <a:lnTo>
                  <a:pt x="10769295" y="41910"/>
                </a:lnTo>
                <a:lnTo>
                  <a:pt x="10750677" y="41910"/>
                </a:lnTo>
                <a:lnTo>
                  <a:pt x="10750918" y="43180"/>
                </a:lnTo>
                <a:close/>
              </a:path>
              <a:path w="10812780" h="853439">
                <a:moveTo>
                  <a:pt x="61302" y="43180"/>
                </a:moveTo>
                <a:lnTo>
                  <a:pt x="61544" y="41910"/>
                </a:lnTo>
                <a:lnTo>
                  <a:pt x="62626" y="41910"/>
                </a:lnTo>
                <a:lnTo>
                  <a:pt x="61302" y="43180"/>
                </a:lnTo>
                <a:close/>
              </a:path>
              <a:path w="10812780" h="853439">
                <a:moveTo>
                  <a:pt x="10793552" y="106680"/>
                </a:moveTo>
                <a:lnTo>
                  <a:pt x="10791342" y="100330"/>
                </a:lnTo>
                <a:lnTo>
                  <a:pt x="10788942" y="93980"/>
                </a:lnTo>
                <a:lnTo>
                  <a:pt x="10786249" y="87630"/>
                </a:lnTo>
                <a:lnTo>
                  <a:pt x="10786389" y="87630"/>
                </a:lnTo>
                <a:lnTo>
                  <a:pt x="10783290" y="82550"/>
                </a:lnTo>
                <a:lnTo>
                  <a:pt x="10783443" y="82550"/>
                </a:lnTo>
                <a:lnTo>
                  <a:pt x="10780064" y="76200"/>
                </a:lnTo>
                <a:lnTo>
                  <a:pt x="10780217" y="76200"/>
                </a:lnTo>
                <a:lnTo>
                  <a:pt x="10776572" y="71120"/>
                </a:lnTo>
                <a:lnTo>
                  <a:pt x="10776750" y="71120"/>
                </a:lnTo>
                <a:lnTo>
                  <a:pt x="10772838" y="66040"/>
                </a:lnTo>
                <a:lnTo>
                  <a:pt x="10773016" y="66040"/>
                </a:lnTo>
                <a:lnTo>
                  <a:pt x="10768850" y="60960"/>
                </a:lnTo>
                <a:lnTo>
                  <a:pt x="10769053" y="60960"/>
                </a:lnTo>
                <a:lnTo>
                  <a:pt x="10764647" y="55880"/>
                </a:lnTo>
                <a:lnTo>
                  <a:pt x="10764850" y="55880"/>
                </a:lnTo>
                <a:lnTo>
                  <a:pt x="10760202" y="50800"/>
                </a:lnTo>
                <a:lnTo>
                  <a:pt x="10760417" y="50800"/>
                </a:lnTo>
                <a:lnTo>
                  <a:pt x="10755541" y="46990"/>
                </a:lnTo>
                <a:lnTo>
                  <a:pt x="10755769" y="46990"/>
                </a:lnTo>
                <a:lnTo>
                  <a:pt x="10750677" y="41910"/>
                </a:lnTo>
                <a:lnTo>
                  <a:pt x="10769295" y="41910"/>
                </a:lnTo>
                <a:lnTo>
                  <a:pt x="10774146" y="46990"/>
                </a:lnTo>
                <a:lnTo>
                  <a:pt x="10778744" y="52070"/>
                </a:lnTo>
                <a:lnTo>
                  <a:pt x="10783100" y="58420"/>
                </a:lnTo>
                <a:lnTo>
                  <a:pt x="10787189" y="63500"/>
                </a:lnTo>
                <a:lnTo>
                  <a:pt x="10805629" y="102870"/>
                </a:lnTo>
                <a:lnTo>
                  <a:pt x="10806422" y="105410"/>
                </a:lnTo>
                <a:lnTo>
                  <a:pt x="10793463" y="105410"/>
                </a:lnTo>
                <a:lnTo>
                  <a:pt x="10793552" y="106680"/>
                </a:lnTo>
                <a:close/>
              </a:path>
              <a:path w="10812780" h="853439">
                <a:moveTo>
                  <a:pt x="18669" y="106680"/>
                </a:moveTo>
                <a:lnTo>
                  <a:pt x="18757" y="105410"/>
                </a:lnTo>
                <a:lnTo>
                  <a:pt x="19110" y="105410"/>
                </a:lnTo>
                <a:lnTo>
                  <a:pt x="18669" y="106680"/>
                </a:lnTo>
                <a:close/>
              </a:path>
              <a:path w="10812780" h="853439">
                <a:moveTo>
                  <a:pt x="10795342" y="113030"/>
                </a:moveTo>
                <a:lnTo>
                  <a:pt x="10793463" y="105410"/>
                </a:lnTo>
                <a:lnTo>
                  <a:pt x="10806422" y="105410"/>
                </a:lnTo>
                <a:lnTo>
                  <a:pt x="10807611" y="109220"/>
                </a:lnTo>
                <a:lnTo>
                  <a:pt x="10808157" y="111760"/>
                </a:lnTo>
                <a:lnTo>
                  <a:pt x="10795266" y="111760"/>
                </a:lnTo>
                <a:lnTo>
                  <a:pt x="10795342" y="113030"/>
                </a:lnTo>
                <a:close/>
              </a:path>
              <a:path w="10812780" h="853439">
                <a:moveTo>
                  <a:pt x="16878" y="113030"/>
                </a:moveTo>
                <a:lnTo>
                  <a:pt x="16954" y="111760"/>
                </a:lnTo>
                <a:lnTo>
                  <a:pt x="17191" y="111760"/>
                </a:lnTo>
                <a:lnTo>
                  <a:pt x="16878" y="113030"/>
                </a:lnTo>
                <a:close/>
              </a:path>
              <a:path w="10812780" h="853439">
                <a:moveTo>
                  <a:pt x="10812221" y="707390"/>
                </a:moveTo>
                <a:lnTo>
                  <a:pt x="10799521" y="707390"/>
                </a:lnTo>
                <a:lnTo>
                  <a:pt x="10799521" y="146050"/>
                </a:lnTo>
                <a:lnTo>
                  <a:pt x="10799343" y="138430"/>
                </a:lnTo>
                <a:lnTo>
                  <a:pt x="10798810" y="132080"/>
                </a:lnTo>
                <a:lnTo>
                  <a:pt x="10797959" y="125730"/>
                </a:lnTo>
                <a:lnTo>
                  <a:pt x="10796765" y="119380"/>
                </a:lnTo>
                <a:lnTo>
                  <a:pt x="10795266" y="111760"/>
                </a:lnTo>
                <a:lnTo>
                  <a:pt x="10808157" y="111760"/>
                </a:lnTo>
                <a:lnTo>
                  <a:pt x="10812221" y="146050"/>
                </a:lnTo>
                <a:lnTo>
                  <a:pt x="10812221" y="707390"/>
                </a:lnTo>
                <a:close/>
              </a:path>
              <a:path w="10812780" h="853439">
                <a:moveTo>
                  <a:pt x="12865" y="139700"/>
                </a:moveTo>
                <a:lnTo>
                  <a:pt x="12877" y="138430"/>
                </a:lnTo>
                <a:lnTo>
                  <a:pt x="12865" y="139700"/>
                </a:lnTo>
                <a:close/>
              </a:path>
              <a:path w="10812780" h="853439">
                <a:moveTo>
                  <a:pt x="10799356" y="139700"/>
                </a:moveTo>
                <a:lnTo>
                  <a:pt x="10799265" y="138430"/>
                </a:lnTo>
                <a:lnTo>
                  <a:pt x="10799356" y="139700"/>
                </a:lnTo>
                <a:close/>
              </a:path>
              <a:path w="10812780" h="853439">
                <a:moveTo>
                  <a:pt x="12729" y="707390"/>
                </a:moveTo>
                <a:lnTo>
                  <a:pt x="12700" y="706120"/>
                </a:lnTo>
                <a:lnTo>
                  <a:pt x="12729" y="707390"/>
                </a:lnTo>
                <a:close/>
              </a:path>
              <a:path w="10812780" h="853439">
                <a:moveTo>
                  <a:pt x="10802454" y="759460"/>
                </a:moveTo>
                <a:lnTo>
                  <a:pt x="10788942" y="759460"/>
                </a:lnTo>
                <a:lnTo>
                  <a:pt x="10791456" y="753110"/>
                </a:lnTo>
                <a:lnTo>
                  <a:pt x="10793552" y="746760"/>
                </a:lnTo>
                <a:lnTo>
                  <a:pt x="10795342" y="740410"/>
                </a:lnTo>
                <a:lnTo>
                  <a:pt x="10796828" y="734060"/>
                </a:lnTo>
                <a:lnTo>
                  <a:pt x="10797997" y="727710"/>
                </a:lnTo>
                <a:lnTo>
                  <a:pt x="10798848" y="720090"/>
                </a:lnTo>
                <a:lnTo>
                  <a:pt x="10799356" y="713740"/>
                </a:lnTo>
                <a:lnTo>
                  <a:pt x="10799521" y="706120"/>
                </a:lnTo>
                <a:lnTo>
                  <a:pt x="10799521" y="707390"/>
                </a:lnTo>
                <a:lnTo>
                  <a:pt x="10812221" y="707390"/>
                </a:lnTo>
                <a:lnTo>
                  <a:pt x="10805629" y="750570"/>
                </a:lnTo>
                <a:lnTo>
                  <a:pt x="10803331" y="756920"/>
                </a:lnTo>
                <a:lnTo>
                  <a:pt x="10802454" y="759460"/>
                </a:lnTo>
                <a:close/>
              </a:path>
              <a:path w="10812780" h="853439">
                <a:moveTo>
                  <a:pt x="23713" y="759460"/>
                </a:moveTo>
                <a:lnTo>
                  <a:pt x="23279" y="759460"/>
                </a:lnTo>
                <a:lnTo>
                  <a:pt x="23152" y="758190"/>
                </a:lnTo>
                <a:lnTo>
                  <a:pt x="23713" y="759460"/>
                </a:lnTo>
                <a:close/>
              </a:path>
              <a:path w="10812780" h="853439">
                <a:moveTo>
                  <a:pt x="10790999" y="782320"/>
                </a:moveTo>
                <a:lnTo>
                  <a:pt x="10776572" y="782320"/>
                </a:lnTo>
                <a:lnTo>
                  <a:pt x="10780217" y="775970"/>
                </a:lnTo>
                <a:lnTo>
                  <a:pt x="10780064" y="775970"/>
                </a:lnTo>
                <a:lnTo>
                  <a:pt x="10783443" y="770890"/>
                </a:lnTo>
                <a:lnTo>
                  <a:pt x="10783290" y="770890"/>
                </a:lnTo>
                <a:lnTo>
                  <a:pt x="10786389" y="764540"/>
                </a:lnTo>
                <a:lnTo>
                  <a:pt x="10786249" y="764540"/>
                </a:lnTo>
                <a:lnTo>
                  <a:pt x="10789069" y="758190"/>
                </a:lnTo>
                <a:lnTo>
                  <a:pt x="10788942" y="759460"/>
                </a:lnTo>
                <a:lnTo>
                  <a:pt x="10802454" y="759460"/>
                </a:lnTo>
                <a:lnTo>
                  <a:pt x="10800702" y="764540"/>
                </a:lnTo>
                <a:lnTo>
                  <a:pt x="10797768" y="770890"/>
                </a:lnTo>
                <a:lnTo>
                  <a:pt x="10794530" y="777240"/>
                </a:lnTo>
                <a:lnTo>
                  <a:pt x="10790999" y="782320"/>
                </a:lnTo>
                <a:close/>
              </a:path>
              <a:path w="10812780" h="853439">
                <a:moveTo>
                  <a:pt x="36253" y="782320"/>
                </a:moveTo>
                <a:lnTo>
                  <a:pt x="35648" y="782320"/>
                </a:lnTo>
                <a:lnTo>
                  <a:pt x="35471" y="781050"/>
                </a:lnTo>
                <a:lnTo>
                  <a:pt x="36253" y="782320"/>
                </a:lnTo>
                <a:close/>
              </a:path>
              <a:path w="10812780" h="853439">
                <a:moveTo>
                  <a:pt x="10780922" y="797560"/>
                </a:moveTo>
                <a:lnTo>
                  <a:pt x="10764647" y="797560"/>
                </a:lnTo>
                <a:lnTo>
                  <a:pt x="10769053" y="792480"/>
                </a:lnTo>
                <a:lnTo>
                  <a:pt x="10768850" y="792480"/>
                </a:lnTo>
                <a:lnTo>
                  <a:pt x="10773016" y="787400"/>
                </a:lnTo>
                <a:lnTo>
                  <a:pt x="10772838" y="787400"/>
                </a:lnTo>
                <a:lnTo>
                  <a:pt x="10776750" y="781050"/>
                </a:lnTo>
                <a:lnTo>
                  <a:pt x="10776572" y="782320"/>
                </a:lnTo>
                <a:lnTo>
                  <a:pt x="10790999" y="782320"/>
                </a:lnTo>
                <a:lnTo>
                  <a:pt x="10787189" y="788670"/>
                </a:lnTo>
                <a:lnTo>
                  <a:pt x="10783100" y="795020"/>
                </a:lnTo>
                <a:lnTo>
                  <a:pt x="10780922" y="797560"/>
                </a:lnTo>
                <a:close/>
              </a:path>
              <a:path w="10812780" h="853439">
                <a:moveTo>
                  <a:pt x="48533" y="797560"/>
                </a:moveTo>
                <a:lnTo>
                  <a:pt x="47574" y="797560"/>
                </a:lnTo>
                <a:lnTo>
                  <a:pt x="47371" y="796290"/>
                </a:lnTo>
                <a:lnTo>
                  <a:pt x="48533" y="797560"/>
                </a:lnTo>
                <a:close/>
              </a:path>
              <a:path w="10812780" h="853439">
                <a:moveTo>
                  <a:pt x="10725943" y="840740"/>
                </a:moveTo>
                <a:lnTo>
                  <a:pt x="10672368" y="840740"/>
                </a:lnTo>
                <a:lnTo>
                  <a:pt x="10679493" y="839470"/>
                </a:lnTo>
                <a:lnTo>
                  <a:pt x="10685881" y="839470"/>
                </a:lnTo>
                <a:lnTo>
                  <a:pt x="10692790" y="838200"/>
                </a:lnTo>
                <a:lnTo>
                  <a:pt x="10692472" y="838200"/>
                </a:lnTo>
                <a:lnTo>
                  <a:pt x="10699254" y="836930"/>
                </a:lnTo>
                <a:lnTo>
                  <a:pt x="10698949" y="836930"/>
                </a:lnTo>
                <a:lnTo>
                  <a:pt x="10705604" y="834390"/>
                </a:lnTo>
                <a:lnTo>
                  <a:pt x="10705299" y="834390"/>
                </a:lnTo>
                <a:lnTo>
                  <a:pt x="10711815" y="833120"/>
                </a:lnTo>
                <a:lnTo>
                  <a:pt x="10711522" y="833120"/>
                </a:lnTo>
                <a:lnTo>
                  <a:pt x="10717898" y="830580"/>
                </a:lnTo>
                <a:lnTo>
                  <a:pt x="10717606" y="830580"/>
                </a:lnTo>
                <a:lnTo>
                  <a:pt x="10723816" y="828040"/>
                </a:lnTo>
                <a:lnTo>
                  <a:pt x="10723537" y="828040"/>
                </a:lnTo>
                <a:lnTo>
                  <a:pt x="10729582" y="824230"/>
                </a:lnTo>
                <a:lnTo>
                  <a:pt x="10729315" y="824230"/>
                </a:lnTo>
                <a:lnTo>
                  <a:pt x="10735183" y="821690"/>
                </a:lnTo>
                <a:lnTo>
                  <a:pt x="10734929" y="821690"/>
                </a:lnTo>
                <a:lnTo>
                  <a:pt x="10740618" y="817880"/>
                </a:lnTo>
                <a:lnTo>
                  <a:pt x="10740364" y="817880"/>
                </a:lnTo>
                <a:lnTo>
                  <a:pt x="10745863" y="814070"/>
                </a:lnTo>
                <a:lnTo>
                  <a:pt x="10745622" y="814070"/>
                </a:lnTo>
                <a:lnTo>
                  <a:pt x="10750918" y="810260"/>
                </a:lnTo>
                <a:lnTo>
                  <a:pt x="10750677" y="810260"/>
                </a:lnTo>
                <a:lnTo>
                  <a:pt x="10755769" y="806450"/>
                </a:lnTo>
                <a:lnTo>
                  <a:pt x="10755541" y="806450"/>
                </a:lnTo>
                <a:lnTo>
                  <a:pt x="10760417" y="801370"/>
                </a:lnTo>
                <a:lnTo>
                  <a:pt x="10760202" y="801370"/>
                </a:lnTo>
                <a:lnTo>
                  <a:pt x="10764850" y="796290"/>
                </a:lnTo>
                <a:lnTo>
                  <a:pt x="10764647" y="797560"/>
                </a:lnTo>
                <a:lnTo>
                  <a:pt x="10780922" y="797560"/>
                </a:lnTo>
                <a:lnTo>
                  <a:pt x="10753344" y="824230"/>
                </a:lnTo>
                <a:lnTo>
                  <a:pt x="10729188" y="839470"/>
                </a:lnTo>
                <a:lnTo>
                  <a:pt x="10725943" y="840740"/>
                </a:lnTo>
                <a:close/>
              </a:path>
              <a:path w="10812780" h="853439">
                <a:moveTo>
                  <a:pt x="10673181" y="853440"/>
                </a:moveTo>
                <a:lnTo>
                  <a:pt x="139039" y="853440"/>
                </a:lnTo>
                <a:lnTo>
                  <a:pt x="131597" y="852170"/>
                </a:lnTo>
                <a:lnTo>
                  <a:pt x="10680623" y="852170"/>
                </a:lnTo>
                <a:lnTo>
                  <a:pt x="10673181" y="853440"/>
                </a:lnTo>
                <a:close/>
              </a:path>
            </a:pathLst>
          </a:custGeom>
          <a:solidFill>
            <a:srgbClr val="293E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1022756" y="3085464"/>
            <a:ext cx="842454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5" b="1">
                <a:latin typeface="宋体"/>
                <a:cs typeface="宋体"/>
              </a:rPr>
              <a:t>if...else</a:t>
            </a:r>
            <a:r>
              <a:rPr dirty="0" sz="2000" spc="-50" b="1">
                <a:latin typeface="宋体"/>
                <a:cs typeface="宋体"/>
              </a:rPr>
              <a:t> </a:t>
            </a:r>
            <a:r>
              <a:rPr dirty="0" sz="2000" b="1">
                <a:latin typeface="宋体"/>
                <a:cs typeface="宋体"/>
              </a:rPr>
              <a:t>语句：</a:t>
            </a:r>
            <a:r>
              <a:rPr dirty="0" sz="2000">
                <a:latin typeface="宋体"/>
                <a:cs typeface="宋体"/>
              </a:rPr>
              <a:t>如果条件为真，执行这段代码。否则，执行下一段代码</a:t>
            </a:r>
            <a:r>
              <a:rPr dirty="0" sz="2000" spc="5">
                <a:latin typeface="宋体"/>
                <a:cs typeface="宋体"/>
              </a:rPr>
              <a:t>。</a:t>
            </a:r>
            <a:endParaRPr sz="2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2"/>
            <a:ext cx="203200" cy="609600"/>
          </a:xfrm>
          <a:custGeom>
            <a:avLst/>
            <a:gdLst/>
            <a:ahLst/>
            <a:cxnLst/>
            <a:rect l="l" t="t" r="r" b="b"/>
            <a:pathLst>
              <a:path w="203200" h="609600">
                <a:moveTo>
                  <a:pt x="0" y="0"/>
                </a:moveTo>
                <a:lnTo>
                  <a:pt x="202692" y="0"/>
                </a:lnTo>
                <a:lnTo>
                  <a:pt x="202692" y="609599"/>
                </a:lnTo>
                <a:lnTo>
                  <a:pt x="0" y="609599"/>
                </a:lnTo>
                <a:lnTo>
                  <a:pt x="0" y="0"/>
                </a:lnTo>
                <a:close/>
              </a:path>
            </a:pathLst>
          </a:custGeom>
          <a:solidFill>
            <a:srgbClr val="20565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1940" y="217411"/>
            <a:ext cx="217297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if...else</a:t>
            </a:r>
            <a:r>
              <a:rPr dirty="0" sz="2400" spc="-90" b="1">
                <a:solidFill>
                  <a:srgbClr val="2E5B50"/>
                </a:solidFill>
                <a:latin typeface="宋体"/>
                <a:cs typeface="宋体"/>
              </a:rPr>
              <a:t> </a:t>
            </a: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语</a:t>
            </a:r>
            <a:r>
              <a:rPr dirty="0" sz="2400" spc="-10" b="1">
                <a:solidFill>
                  <a:srgbClr val="2E5B50"/>
                </a:solidFill>
                <a:latin typeface="宋体"/>
                <a:cs typeface="宋体"/>
              </a:rPr>
              <a:t>句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20851" y="4507991"/>
            <a:ext cx="4759960" cy="1396365"/>
          </a:xfrm>
          <a:custGeom>
            <a:avLst/>
            <a:gdLst/>
            <a:ahLst/>
            <a:cxnLst/>
            <a:rect l="l" t="t" r="r" b="b"/>
            <a:pathLst>
              <a:path w="4759960" h="1396364">
                <a:moveTo>
                  <a:pt x="4526280" y="1395984"/>
                </a:moveTo>
                <a:lnTo>
                  <a:pt x="233172" y="1395984"/>
                </a:lnTo>
                <a:lnTo>
                  <a:pt x="186262" y="1391133"/>
                </a:lnTo>
                <a:lnTo>
                  <a:pt x="142573" y="1377487"/>
                </a:lnTo>
                <a:lnTo>
                  <a:pt x="103031" y="1355971"/>
                </a:lnTo>
                <a:lnTo>
                  <a:pt x="68565" y="1327513"/>
                </a:lnTo>
                <a:lnTo>
                  <a:pt x="40102" y="1293041"/>
                </a:lnTo>
                <a:lnTo>
                  <a:pt x="18568" y="1253482"/>
                </a:lnTo>
                <a:lnTo>
                  <a:pt x="4891" y="1209763"/>
                </a:lnTo>
                <a:lnTo>
                  <a:pt x="0" y="1162812"/>
                </a:lnTo>
                <a:lnTo>
                  <a:pt x="0" y="233172"/>
                </a:lnTo>
                <a:lnTo>
                  <a:pt x="4891" y="186262"/>
                </a:lnTo>
                <a:lnTo>
                  <a:pt x="18568" y="142573"/>
                </a:lnTo>
                <a:lnTo>
                  <a:pt x="40102" y="103031"/>
                </a:lnTo>
                <a:lnTo>
                  <a:pt x="68565" y="68565"/>
                </a:lnTo>
                <a:lnTo>
                  <a:pt x="103031" y="40102"/>
                </a:lnTo>
                <a:lnTo>
                  <a:pt x="142573" y="18568"/>
                </a:lnTo>
                <a:lnTo>
                  <a:pt x="186262" y="4891"/>
                </a:lnTo>
                <a:lnTo>
                  <a:pt x="233172" y="0"/>
                </a:lnTo>
                <a:lnTo>
                  <a:pt x="4526280" y="0"/>
                </a:lnTo>
                <a:lnTo>
                  <a:pt x="4573273" y="4891"/>
                </a:lnTo>
                <a:lnTo>
                  <a:pt x="4617021" y="18568"/>
                </a:lnTo>
                <a:lnTo>
                  <a:pt x="4656598" y="40102"/>
                </a:lnTo>
                <a:lnTo>
                  <a:pt x="4691076" y="68565"/>
                </a:lnTo>
                <a:lnTo>
                  <a:pt x="4719528" y="103031"/>
                </a:lnTo>
                <a:lnTo>
                  <a:pt x="4741026" y="142573"/>
                </a:lnTo>
                <a:lnTo>
                  <a:pt x="4754643" y="186262"/>
                </a:lnTo>
                <a:lnTo>
                  <a:pt x="4759452" y="233172"/>
                </a:lnTo>
                <a:lnTo>
                  <a:pt x="4759452" y="1162812"/>
                </a:lnTo>
                <a:lnTo>
                  <a:pt x="4754643" y="1209763"/>
                </a:lnTo>
                <a:lnTo>
                  <a:pt x="4741026" y="1253482"/>
                </a:lnTo>
                <a:lnTo>
                  <a:pt x="4719528" y="1293041"/>
                </a:lnTo>
                <a:lnTo>
                  <a:pt x="4691076" y="1327513"/>
                </a:lnTo>
                <a:lnTo>
                  <a:pt x="4656598" y="1355971"/>
                </a:lnTo>
                <a:lnTo>
                  <a:pt x="4617021" y="1377487"/>
                </a:lnTo>
                <a:lnTo>
                  <a:pt x="4573273" y="1391133"/>
                </a:lnTo>
                <a:lnTo>
                  <a:pt x="4526280" y="139598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94359" y="4447032"/>
            <a:ext cx="731520" cy="379730"/>
          </a:xfrm>
          <a:custGeom>
            <a:avLst/>
            <a:gdLst/>
            <a:ahLst/>
            <a:cxnLst/>
            <a:rect l="l" t="t" r="r" b="b"/>
            <a:pathLst>
              <a:path w="731519" h="379729">
                <a:moveTo>
                  <a:pt x="667512" y="379475"/>
                </a:moveTo>
                <a:lnTo>
                  <a:pt x="62484" y="379475"/>
                </a:lnTo>
                <a:lnTo>
                  <a:pt x="37935" y="374212"/>
                </a:lnTo>
                <a:lnTo>
                  <a:pt x="17940" y="360487"/>
                </a:lnTo>
                <a:lnTo>
                  <a:pt x="4596" y="340255"/>
                </a:lnTo>
                <a:lnTo>
                  <a:pt x="0" y="315467"/>
                </a:lnTo>
                <a:lnTo>
                  <a:pt x="0" y="62483"/>
                </a:lnTo>
                <a:lnTo>
                  <a:pt x="4596" y="38220"/>
                </a:lnTo>
                <a:lnTo>
                  <a:pt x="17940" y="18321"/>
                </a:lnTo>
                <a:lnTo>
                  <a:pt x="37935" y="4882"/>
                </a:lnTo>
                <a:lnTo>
                  <a:pt x="62484" y="0"/>
                </a:lnTo>
                <a:lnTo>
                  <a:pt x="667512" y="0"/>
                </a:lnTo>
                <a:lnTo>
                  <a:pt x="692227" y="4882"/>
                </a:lnTo>
                <a:lnTo>
                  <a:pt x="712436" y="18321"/>
                </a:lnTo>
                <a:lnTo>
                  <a:pt x="726185" y="38220"/>
                </a:lnTo>
                <a:lnTo>
                  <a:pt x="731520" y="62483"/>
                </a:lnTo>
                <a:lnTo>
                  <a:pt x="731520" y="315467"/>
                </a:lnTo>
                <a:lnTo>
                  <a:pt x="726185" y="340255"/>
                </a:lnTo>
                <a:lnTo>
                  <a:pt x="712436" y="360487"/>
                </a:lnTo>
                <a:lnTo>
                  <a:pt x="692227" y="374212"/>
                </a:lnTo>
                <a:lnTo>
                  <a:pt x="667512" y="379475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730338" y="4319610"/>
            <a:ext cx="4281805" cy="1200785"/>
          </a:xfrm>
          <a:prstGeom prst="rect">
            <a:avLst/>
          </a:prstGeom>
        </p:spPr>
        <p:txBody>
          <a:bodyPr wrap="square" lIns="0" tIns="16700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15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注意</a:t>
            </a:r>
            <a:endParaRPr sz="1800">
              <a:latin typeface="宋体"/>
              <a:cs typeface="宋体"/>
            </a:endParaRPr>
          </a:p>
          <a:p>
            <a:pPr marL="611505" marR="5080" indent="-285750">
              <a:lnSpc>
                <a:spcPct val="150000"/>
              </a:lnSpc>
              <a:spcBef>
                <a:spcPts val="114"/>
              </a:spcBef>
              <a:buFont typeface="Arial"/>
              <a:buChar char="•"/>
              <a:tabLst>
                <a:tab pos="611505" algn="l"/>
                <a:tab pos="612140" algn="l"/>
              </a:tabLst>
            </a:pPr>
            <a:r>
              <a:rPr dirty="0" sz="1600">
                <a:latin typeface="宋体"/>
                <a:cs typeface="宋体"/>
              </a:rPr>
              <a:t>条件判断语句执行的结果为布尔值，通</a:t>
            </a:r>
            <a:r>
              <a:rPr dirty="0" sz="1600" spc="-5">
                <a:latin typeface="宋体"/>
                <a:cs typeface="宋体"/>
              </a:rPr>
              <a:t>过 </a:t>
            </a:r>
            <a:r>
              <a:rPr dirty="0" sz="1600">
                <a:latin typeface="宋体"/>
                <a:cs typeface="宋体"/>
              </a:rPr>
              <a:t>判断结果来执行代码</a:t>
            </a:r>
            <a:r>
              <a:rPr dirty="0" sz="1600" spc="-5">
                <a:latin typeface="宋体"/>
                <a:cs typeface="宋体"/>
              </a:rPr>
              <a:t>块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69976" y="1443227"/>
            <a:ext cx="4910455" cy="2536190"/>
          </a:xfrm>
          <a:custGeom>
            <a:avLst/>
            <a:gdLst/>
            <a:ahLst/>
            <a:cxnLst/>
            <a:rect l="l" t="t" r="r" b="b"/>
            <a:pathLst>
              <a:path w="4910455" h="2536190">
                <a:moveTo>
                  <a:pt x="4486656" y="2535936"/>
                </a:moveTo>
                <a:lnTo>
                  <a:pt x="423671" y="2535936"/>
                </a:lnTo>
                <a:lnTo>
                  <a:pt x="374241" y="2533240"/>
                </a:lnTo>
                <a:lnTo>
                  <a:pt x="326498" y="2525046"/>
                </a:lnTo>
                <a:lnTo>
                  <a:pt x="280758" y="2511670"/>
                </a:lnTo>
                <a:lnTo>
                  <a:pt x="237336" y="2493433"/>
                </a:lnTo>
                <a:lnTo>
                  <a:pt x="196548" y="2470653"/>
                </a:lnTo>
                <a:lnTo>
                  <a:pt x="158709" y="2443649"/>
                </a:lnTo>
                <a:lnTo>
                  <a:pt x="124134" y="2412739"/>
                </a:lnTo>
                <a:lnTo>
                  <a:pt x="93139" y="2378242"/>
                </a:lnTo>
                <a:lnTo>
                  <a:pt x="66039" y="2340478"/>
                </a:lnTo>
                <a:lnTo>
                  <a:pt x="43149" y="2299763"/>
                </a:lnTo>
                <a:lnTo>
                  <a:pt x="24785" y="2256418"/>
                </a:lnTo>
                <a:lnTo>
                  <a:pt x="11262" y="2210762"/>
                </a:lnTo>
                <a:lnTo>
                  <a:pt x="2895" y="2163112"/>
                </a:lnTo>
                <a:lnTo>
                  <a:pt x="0" y="2113788"/>
                </a:lnTo>
                <a:lnTo>
                  <a:pt x="0" y="422148"/>
                </a:lnTo>
                <a:lnTo>
                  <a:pt x="2895" y="372942"/>
                </a:lnTo>
                <a:lnTo>
                  <a:pt x="11262" y="325393"/>
                </a:lnTo>
                <a:lnTo>
                  <a:pt x="24785" y="279819"/>
                </a:lnTo>
                <a:lnTo>
                  <a:pt x="43149" y="236539"/>
                </a:lnTo>
                <a:lnTo>
                  <a:pt x="66039" y="195872"/>
                </a:lnTo>
                <a:lnTo>
                  <a:pt x="93139" y="158135"/>
                </a:lnTo>
                <a:lnTo>
                  <a:pt x="124134" y="123648"/>
                </a:lnTo>
                <a:lnTo>
                  <a:pt x="158709" y="92730"/>
                </a:lnTo>
                <a:lnTo>
                  <a:pt x="196548" y="65698"/>
                </a:lnTo>
                <a:lnTo>
                  <a:pt x="237336" y="42873"/>
                </a:lnTo>
                <a:lnTo>
                  <a:pt x="280758" y="24571"/>
                </a:lnTo>
                <a:lnTo>
                  <a:pt x="326498" y="11113"/>
                </a:lnTo>
                <a:lnTo>
                  <a:pt x="374241" y="2816"/>
                </a:lnTo>
                <a:lnTo>
                  <a:pt x="423671" y="0"/>
                </a:lnTo>
                <a:lnTo>
                  <a:pt x="4486656" y="0"/>
                </a:lnTo>
                <a:lnTo>
                  <a:pt x="4536084" y="2816"/>
                </a:lnTo>
                <a:lnTo>
                  <a:pt x="4583825" y="11113"/>
                </a:lnTo>
                <a:lnTo>
                  <a:pt x="4629564" y="24571"/>
                </a:lnTo>
                <a:lnTo>
                  <a:pt x="4672986" y="42873"/>
                </a:lnTo>
                <a:lnTo>
                  <a:pt x="4713774" y="65698"/>
                </a:lnTo>
                <a:lnTo>
                  <a:pt x="4751613" y="92730"/>
                </a:lnTo>
                <a:lnTo>
                  <a:pt x="4786188" y="123648"/>
                </a:lnTo>
                <a:lnTo>
                  <a:pt x="4817184" y="158135"/>
                </a:lnTo>
                <a:lnTo>
                  <a:pt x="4844285" y="195872"/>
                </a:lnTo>
                <a:lnTo>
                  <a:pt x="4867176" y="236539"/>
                </a:lnTo>
                <a:lnTo>
                  <a:pt x="4885541" y="279819"/>
                </a:lnTo>
                <a:lnTo>
                  <a:pt x="4899065" y="325393"/>
                </a:lnTo>
                <a:lnTo>
                  <a:pt x="4907432" y="372942"/>
                </a:lnTo>
                <a:lnTo>
                  <a:pt x="4910328" y="422148"/>
                </a:lnTo>
                <a:lnTo>
                  <a:pt x="4910328" y="2113788"/>
                </a:lnTo>
                <a:lnTo>
                  <a:pt x="4907432" y="2163112"/>
                </a:lnTo>
                <a:lnTo>
                  <a:pt x="4899065" y="2210762"/>
                </a:lnTo>
                <a:lnTo>
                  <a:pt x="4885541" y="2256418"/>
                </a:lnTo>
                <a:lnTo>
                  <a:pt x="4867176" y="2299763"/>
                </a:lnTo>
                <a:lnTo>
                  <a:pt x="4844285" y="2340478"/>
                </a:lnTo>
                <a:lnTo>
                  <a:pt x="4817184" y="2378242"/>
                </a:lnTo>
                <a:lnTo>
                  <a:pt x="4786188" y="2412739"/>
                </a:lnTo>
                <a:lnTo>
                  <a:pt x="4751613" y="2443649"/>
                </a:lnTo>
                <a:lnTo>
                  <a:pt x="4713774" y="2470653"/>
                </a:lnTo>
                <a:lnTo>
                  <a:pt x="4672986" y="2493433"/>
                </a:lnTo>
                <a:lnTo>
                  <a:pt x="4629564" y="2511670"/>
                </a:lnTo>
                <a:lnTo>
                  <a:pt x="4583825" y="2525046"/>
                </a:lnTo>
                <a:lnTo>
                  <a:pt x="4536084" y="2533240"/>
                </a:lnTo>
                <a:lnTo>
                  <a:pt x="4486656" y="2535936"/>
                </a:lnTo>
                <a:close/>
              </a:path>
            </a:pathLst>
          </a:custGeom>
          <a:solidFill>
            <a:srgbClr val="D2E1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41959" y="1380744"/>
            <a:ext cx="731520" cy="379730"/>
          </a:xfrm>
          <a:custGeom>
            <a:avLst/>
            <a:gdLst/>
            <a:ahLst/>
            <a:cxnLst/>
            <a:rect l="l" t="t" r="r" b="b"/>
            <a:pathLst>
              <a:path w="731519" h="379730">
                <a:moveTo>
                  <a:pt x="669036" y="379475"/>
                </a:moveTo>
                <a:lnTo>
                  <a:pt x="64008" y="379475"/>
                </a:lnTo>
                <a:lnTo>
                  <a:pt x="39292" y="374727"/>
                </a:lnTo>
                <a:lnTo>
                  <a:pt x="19083" y="361330"/>
                </a:lnTo>
                <a:lnTo>
                  <a:pt x="5334" y="341385"/>
                </a:lnTo>
                <a:lnTo>
                  <a:pt x="0" y="316991"/>
                </a:lnTo>
                <a:lnTo>
                  <a:pt x="0" y="64007"/>
                </a:lnTo>
                <a:lnTo>
                  <a:pt x="5334" y="39356"/>
                </a:lnTo>
                <a:lnTo>
                  <a:pt x="19083" y="19169"/>
                </a:lnTo>
                <a:lnTo>
                  <a:pt x="39292" y="5398"/>
                </a:lnTo>
                <a:lnTo>
                  <a:pt x="64008" y="0"/>
                </a:lnTo>
                <a:lnTo>
                  <a:pt x="669036" y="0"/>
                </a:lnTo>
                <a:lnTo>
                  <a:pt x="693584" y="5398"/>
                </a:lnTo>
                <a:lnTo>
                  <a:pt x="713579" y="19169"/>
                </a:lnTo>
                <a:lnTo>
                  <a:pt x="726923" y="39356"/>
                </a:lnTo>
                <a:lnTo>
                  <a:pt x="731520" y="64007"/>
                </a:lnTo>
                <a:lnTo>
                  <a:pt x="731520" y="316991"/>
                </a:lnTo>
                <a:lnTo>
                  <a:pt x="726923" y="341385"/>
                </a:lnTo>
                <a:lnTo>
                  <a:pt x="713579" y="361330"/>
                </a:lnTo>
                <a:lnTo>
                  <a:pt x="693584" y="374727"/>
                </a:lnTo>
                <a:lnTo>
                  <a:pt x="669036" y="379475"/>
                </a:lnTo>
                <a:close/>
              </a:path>
            </a:pathLst>
          </a:custGeom>
          <a:solidFill>
            <a:srgbClr val="78A77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566508" y="1408887"/>
            <a:ext cx="3352800" cy="22282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14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代码</a:t>
            </a:r>
            <a:endParaRPr sz="1800">
              <a:latin typeface="宋体"/>
              <a:cs typeface="宋体"/>
            </a:endParaRPr>
          </a:p>
          <a:p>
            <a:pPr marL="698500" marR="5080">
              <a:lnSpc>
                <a:spcPts val="1900"/>
              </a:lnSpc>
              <a:spcBef>
                <a:spcPts val="60"/>
              </a:spcBef>
            </a:pPr>
            <a:r>
              <a:rPr dirty="0" sz="1600" spc="-5">
                <a:latin typeface="宋体"/>
                <a:cs typeface="宋体"/>
              </a:rPr>
              <a:t>#</a:t>
            </a:r>
            <a:r>
              <a:rPr dirty="0" sz="1600" spc="-85">
                <a:latin typeface="宋体"/>
                <a:cs typeface="宋体"/>
              </a:rPr>
              <a:t> </a:t>
            </a:r>
            <a:r>
              <a:rPr dirty="0" sz="1600">
                <a:latin typeface="宋体"/>
                <a:cs typeface="宋体"/>
              </a:rPr>
              <a:t>创建变量</a:t>
            </a:r>
            <a:r>
              <a:rPr dirty="0" sz="1600" spc="-5">
                <a:latin typeface="宋体"/>
                <a:cs typeface="宋体"/>
              </a:rPr>
              <a:t>income</a:t>
            </a:r>
            <a:r>
              <a:rPr dirty="0" sz="1600">
                <a:latin typeface="宋体"/>
                <a:cs typeface="宋体"/>
              </a:rPr>
              <a:t>接收收入</a:t>
            </a:r>
            <a:r>
              <a:rPr dirty="0" sz="1600" spc="-5">
                <a:latin typeface="宋体"/>
                <a:cs typeface="宋体"/>
              </a:rPr>
              <a:t>值 income =</a:t>
            </a:r>
            <a:r>
              <a:rPr dirty="0" sz="1600" spc="-15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8000000</a:t>
            </a:r>
            <a:endParaRPr sz="16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550">
              <a:latin typeface="Times New Roman"/>
              <a:cs typeface="Times New Roman"/>
            </a:endParaRPr>
          </a:p>
          <a:p>
            <a:pPr marL="698500">
              <a:lnSpc>
                <a:spcPts val="1910"/>
              </a:lnSpc>
              <a:spcBef>
                <a:spcPts val="5"/>
              </a:spcBef>
            </a:pPr>
            <a:r>
              <a:rPr dirty="0" sz="1600" spc="-5">
                <a:latin typeface="宋体"/>
                <a:cs typeface="宋体"/>
              </a:rPr>
              <a:t>#</a:t>
            </a:r>
            <a:r>
              <a:rPr dirty="0" sz="1600" spc="-10">
                <a:latin typeface="宋体"/>
                <a:cs typeface="宋体"/>
              </a:rPr>
              <a:t> </a:t>
            </a:r>
            <a:r>
              <a:rPr dirty="0" sz="1600">
                <a:latin typeface="宋体"/>
                <a:cs typeface="宋体"/>
              </a:rPr>
              <a:t>条件语</a:t>
            </a:r>
            <a:r>
              <a:rPr dirty="0" sz="1600" spc="-5">
                <a:latin typeface="宋体"/>
                <a:cs typeface="宋体"/>
              </a:rPr>
              <a:t>句</a:t>
            </a:r>
            <a:endParaRPr sz="1600">
              <a:latin typeface="宋体"/>
              <a:cs typeface="宋体"/>
            </a:endParaRPr>
          </a:p>
          <a:p>
            <a:pPr marL="698500">
              <a:lnSpc>
                <a:spcPts val="1900"/>
              </a:lnSpc>
            </a:pPr>
            <a:r>
              <a:rPr dirty="0" sz="1600" spc="-5">
                <a:latin typeface="宋体"/>
                <a:cs typeface="宋体"/>
              </a:rPr>
              <a:t>if income &gt;</a:t>
            </a:r>
            <a:r>
              <a:rPr dirty="0" sz="1600" spc="-2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10000000:</a:t>
            </a:r>
            <a:endParaRPr sz="1600">
              <a:latin typeface="宋体"/>
              <a:cs typeface="宋体"/>
            </a:endParaRPr>
          </a:p>
          <a:p>
            <a:pPr marL="698500" marR="512445">
              <a:lnSpc>
                <a:spcPts val="1900"/>
              </a:lnSpc>
              <a:spcBef>
                <a:spcPts val="70"/>
              </a:spcBef>
            </a:pPr>
            <a:r>
              <a:rPr dirty="0" sz="1600" spc="-5">
                <a:latin typeface="宋体"/>
                <a:cs typeface="宋体"/>
              </a:rPr>
              <a:t>    print('</a:t>
            </a:r>
            <a:r>
              <a:rPr dirty="0" sz="1600">
                <a:latin typeface="宋体"/>
                <a:cs typeface="宋体"/>
              </a:rPr>
              <a:t>业绩达标</a:t>
            </a:r>
            <a:r>
              <a:rPr dirty="0" sz="1600" spc="-5">
                <a:latin typeface="宋体"/>
                <a:cs typeface="宋体"/>
              </a:rPr>
              <a:t>')  </a:t>
            </a:r>
            <a:r>
              <a:rPr dirty="0" sz="1600" spc="-5">
                <a:latin typeface="宋体"/>
                <a:cs typeface="宋体"/>
              </a:rPr>
              <a:t>else:</a:t>
            </a:r>
            <a:endParaRPr sz="1600">
              <a:latin typeface="宋体"/>
              <a:cs typeface="宋体"/>
            </a:endParaRPr>
          </a:p>
          <a:p>
            <a:pPr marL="698500">
              <a:lnSpc>
                <a:spcPts val="1839"/>
              </a:lnSpc>
            </a:pPr>
            <a:r>
              <a:rPr dirty="0" sz="1600" spc="-5">
                <a:latin typeface="宋体"/>
                <a:cs typeface="宋体"/>
              </a:rPr>
              <a:t>    </a:t>
            </a:r>
            <a:r>
              <a:rPr dirty="0" sz="1600" spc="-5">
                <a:latin typeface="宋体"/>
                <a:cs typeface="宋体"/>
              </a:rPr>
              <a:t>print('</a:t>
            </a:r>
            <a:r>
              <a:rPr dirty="0" sz="1600">
                <a:latin typeface="宋体"/>
                <a:cs typeface="宋体"/>
              </a:rPr>
              <a:t>业绩不达标</a:t>
            </a:r>
            <a:r>
              <a:rPr dirty="0" sz="1600" spc="-5">
                <a:latin typeface="宋体"/>
                <a:cs typeface="宋体"/>
              </a:rPr>
              <a:t>')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316979" y="1240536"/>
            <a:ext cx="5036820" cy="48646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2"/>
            <a:ext cx="203200" cy="609600"/>
          </a:xfrm>
          <a:custGeom>
            <a:avLst/>
            <a:gdLst/>
            <a:ahLst/>
            <a:cxnLst/>
            <a:rect l="l" t="t" r="r" b="b"/>
            <a:pathLst>
              <a:path w="203200" h="609600">
                <a:moveTo>
                  <a:pt x="0" y="0"/>
                </a:moveTo>
                <a:lnTo>
                  <a:pt x="202692" y="0"/>
                </a:lnTo>
                <a:lnTo>
                  <a:pt x="202692" y="609599"/>
                </a:lnTo>
                <a:lnTo>
                  <a:pt x="0" y="609599"/>
                </a:lnTo>
                <a:lnTo>
                  <a:pt x="0" y="0"/>
                </a:lnTo>
                <a:close/>
              </a:path>
            </a:pathLst>
          </a:custGeom>
          <a:solidFill>
            <a:srgbClr val="20565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1940" y="217411"/>
            <a:ext cx="217297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if...else</a:t>
            </a:r>
            <a:r>
              <a:rPr dirty="0" sz="2400" spc="-90" b="1">
                <a:solidFill>
                  <a:srgbClr val="2E5B50"/>
                </a:solidFill>
                <a:latin typeface="宋体"/>
                <a:cs typeface="宋体"/>
              </a:rPr>
              <a:t> </a:t>
            </a: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语</a:t>
            </a:r>
            <a:r>
              <a:rPr dirty="0" sz="2400" spc="-10" b="1">
                <a:solidFill>
                  <a:srgbClr val="2E5B50"/>
                </a:solidFill>
                <a:latin typeface="宋体"/>
                <a:cs typeface="宋体"/>
              </a:rPr>
              <a:t>句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96468" y="2813304"/>
            <a:ext cx="5082540" cy="2741930"/>
          </a:xfrm>
          <a:custGeom>
            <a:avLst/>
            <a:gdLst/>
            <a:ahLst/>
            <a:cxnLst/>
            <a:rect l="l" t="t" r="r" b="b"/>
            <a:pathLst>
              <a:path w="5082540" h="2741929">
                <a:moveTo>
                  <a:pt x="4625340" y="2741676"/>
                </a:moveTo>
                <a:lnTo>
                  <a:pt x="457200" y="2741676"/>
                </a:lnTo>
                <a:lnTo>
                  <a:pt x="410356" y="2739380"/>
                </a:lnTo>
                <a:lnTo>
                  <a:pt x="364877" y="2732509"/>
                </a:lnTo>
                <a:lnTo>
                  <a:pt x="320992" y="2721292"/>
                </a:lnTo>
                <a:lnTo>
                  <a:pt x="278931" y="2705959"/>
                </a:lnTo>
                <a:lnTo>
                  <a:pt x="238922" y="2686738"/>
                </a:lnTo>
                <a:lnTo>
                  <a:pt x="201197" y="2663861"/>
                </a:lnTo>
                <a:lnTo>
                  <a:pt x="165983" y="2637556"/>
                </a:lnTo>
                <a:lnTo>
                  <a:pt x="133511" y="2608054"/>
                </a:lnTo>
                <a:lnTo>
                  <a:pt x="104011" y="2575584"/>
                </a:lnTo>
                <a:lnTo>
                  <a:pt x="77712" y="2540375"/>
                </a:lnTo>
                <a:lnTo>
                  <a:pt x="54844" y="2502657"/>
                </a:lnTo>
                <a:lnTo>
                  <a:pt x="35636" y="2462660"/>
                </a:lnTo>
                <a:lnTo>
                  <a:pt x="20318" y="2420614"/>
                </a:lnTo>
                <a:lnTo>
                  <a:pt x="9120" y="2376748"/>
                </a:lnTo>
                <a:lnTo>
                  <a:pt x="2270" y="2331292"/>
                </a:lnTo>
                <a:lnTo>
                  <a:pt x="0" y="2284476"/>
                </a:lnTo>
                <a:lnTo>
                  <a:pt x="0" y="457200"/>
                </a:lnTo>
                <a:lnTo>
                  <a:pt x="2270" y="410354"/>
                </a:lnTo>
                <a:lnTo>
                  <a:pt x="9120" y="364873"/>
                </a:lnTo>
                <a:lnTo>
                  <a:pt x="20318" y="320987"/>
                </a:lnTo>
                <a:lnTo>
                  <a:pt x="35636" y="278924"/>
                </a:lnTo>
                <a:lnTo>
                  <a:pt x="54844" y="238914"/>
                </a:lnTo>
                <a:lnTo>
                  <a:pt x="77712" y="201188"/>
                </a:lnTo>
                <a:lnTo>
                  <a:pt x="104011" y="165974"/>
                </a:lnTo>
                <a:lnTo>
                  <a:pt x="133511" y="133502"/>
                </a:lnTo>
                <a:lnTo>
                  <a:pt x="165983" y="104002"/>
                </a:lnTo>
                <a:lnTo>
                  <a:pt x="201197" y="77703"/>
                </a:lnTo>
                <a:lnTo>
                  <a:pt x="238922" y="54836"/>
                </a:lnTo>
                <a:lnTo>
                  <a:pt x="278931" y="35629"/>
                </a:lnTo>
                <a:lnTo>
                  <a:pt x="320992" y="20312"/>
                </a:lnTo>
                <a:lnTo>
                  <a:pt x="364877" y="9115"/>
                </a:lnTo>
                <a:lnTo>
                  <a:pt x="410356" y="2268"/>
                </a:lnTo>
                <a:lnTo>
                  <a:pt x="457200" y="0"/>
                </a:lnTo>
                <a:lnTo>
                  <a:pt x="4625340" y="0"/>
                </a:lnTo>
                <a:lnTo>
                  <a:pt x="4672116" y="2268"/>
                </a:lnTo>
                <a:lnTo>
                  <a:pt x="4717537" y="9115"/>
                </a:lnTo>
                <a:lnTo>
                  <a:pt x="4761373" y="20312"/>
                </a:lnTo>
                <a:lnTo>
                  <a:pt x="4803394" y="35629"/>
                </a:lnTo>
                <a:lnTo>
                  <a:pt x="4843371" y="54836"/>
                </a:lnTo>
                <a:lnTo>
                  <a:pt x="4881075" y="77703"/>
                </a:lnTo>
                <a:lnTo>
                  <a:pt x="4916275" y="104002"/>
                </a:lnTo>
                <a:lnTo>
                  <a:pt x="4948742" y="133502"/>
                </a:lnTo>
                <a:lnTo>
                  <a:pt x="4978246" y="165974"/>
                </a:lnTo>
                <a:lnTo>
                  <a:pt x="5004559" y="201188"/>
                </a:lnTo>
                <a:lnTo>
                  <a:pt x="5027449" y="238914"/>
                </a:lnTo>
                <a:lnTo>
                  <a:pt x="5046689" y="278924"/>
                </a:lnTo>
                <a:lnTo>
                  <a:pt x="5062047" y="320987"/>
                </a:lnTo>
                <a:lnTo>
                  <a:pt x="5073294" y="364873"/>
                </a:lnTo>
                <a:lnTo>
                  <a:pt x="5080202" y="410354"/>
                </a:lnTo>
                <a:lnTo>
                  <a:pt x="5082540" y="457200"/>
                </a:lnTo>
                <a:lnTo>
                  <a:pt x="5082540" y="2284476"/>
                </a:lnTo>
                <a:lnTo>
                  <a:pt x="5080202" y="2331292"/>
                </a:lnTo>
                <a:lnTo>
                  <a:pt x="5073294" y="2376748"/>
                </a:lnTo>
                <a:lnTo>
                  <a:pt x="5062047" y="2420614"/>
                </a:lnTo>
                <a:lnTo>
                  <a:pt x="5046689" y="2462660"/>
                </a:lnTo>
                <a:lnTo>
                  <a:pt x="5027449" y="2502657"/>
                </a:lnTo>
                <a:lnTo>
                  <a:pt x="5004559" y="2540375"/>
                </a:lnTo>
                <a:lnTo>
                  <a:pt x="4978246" y="2575584"/>
                </a:lnTo>
                <a:lnTo>
                  <a:pt x="4948742" y="2608054"/>
                </a:lnTo>
                <a:lnTo>
                  <a:pt x="4916275" y="2637556"/>
                </a:lnTo>
                <a:lnTo>
                  <a:pt x="4881075" y="2663861"/>
                </a:lnTo>
                <a:lnTo>
                  <a:pt x="4843371" y="2686738"/>
                </a:lnTo>
                <a:lnTo>
                  <a:pt x="4803394" y="2705959"/>
                </a:lnTo>
                <a:lnTo>
                  <a:pt x="4761373" y="2721292"/>
                </a:lnTo>
                <a:lnTo>
                  <a:pt x="4717537" y="2732509"/>
                </a:lnTo>
                <a:lnTo>
                  <a:pt x="4672116" y="2739380"/>
                </a:lnTo>
                <a:lnTo>
                  <a:pt x="4625340" y="2741676"/>
                </a:lnTo>
                <a:close/>
              </a:path>
            </a:pathLst>
          </a:custGeom>
          <a:solidFill>
            <a:srgbClr val="D2E1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68451" y="2750820"/>
            <a:ext cx="731520" cy="379730"/>
          </a:xfrm>
          <a:custGeom>
            <a:avLst/>
            <a:gdLst/>
            <a:ahLst/>
            <a:cxnLst/>
            <a:rect l="l" t="t" r="r" b="b"/>
            <a:pathLst>
              <a:path w="731519" h="379730">
                <a:moveTo>
                  <a:pt x="667511" y="379475"/>
                </a:moveTo>
                <a:lnTo>
                  <a:pt x="62484" y="379475"/>
                </a:lnTo>
                <a:lnTo>
                  <a:pt x="38220" y="374513"/>
                </a:lnTo>
                <a:lnTo>
                  <a:pt x="18321" y="361045"/>
                </a:lnTo>
                <a:lnTo>
                  <a:pt x="4882" y="341171"/>
                </a:lnTo>
                <a:lnTo>
                  <a:pt x="0" y="316991"/>
                </a:lnTo>
                <a:lnTo>
                  <a:pt x="0" y="64007"/>
                </a:lnTo>
                <a:lnTo>
                  <a:pt x="4882" y="39142"/>
                </a:lnTo>
                <a:lnTo>
                  <a:pt x="18321" y="18883"/>
                </a:lnTo>
                <a:lnTo>
                  <a:pt x="38220" y="5184"/>
                </a:lnTo>
                <a:lnTo>
                  <a:pt x="62484" y="0"/>
                </a:lnTo>
                <a:lnTo>
                  <a:pt x="667511" y="0"/>
                </a:lnTo>
                <a:lnTo>
                  <a:pt x="692513" y="5184"/>
                </a:lnTo>
                <a:lnTo>
                  <a:pt x="712817" y="18883"/>
                </a:lnTo>
                <a:lnTo>
                  <a:pt x="726471" y="39142"/>
                </a:lnTo>
                <a:lnTo>
                  <a:pt x="731520" y="64007"/>
                </a:lnTo>
                <a:lnTo>
                  <a:pt x="731520" y="316991"/>
                </a:lnTo>
                <a:lnTo>
                  <a:pt x="726471" y="341171"/>
                </a:lnTo>
                <a:lnTo>
                  <a:pt x="712817" y="361045"/>
                </a:lnTo>
                <a:lnTo>
                  <a:pt x="692513" y="374513"/>
                </a:lnTo>
                <a:lnTo>
                  <a:pt x="667511" y="379475"/>
                </a:lnTo>
                <a:close/>
              </a:path>
            </a:pathLst>
          </a:custGeom>
          <a:solidFill>
            <a:srgbClr val="78A77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92238" y="2668324"/>
            <a:ext cx="4430395" cy="992505"/>
          </a:xfrm>
          <a:prstGeom prst="rect">
            <a:avLst/>
          </a:prstGeom>
        </p:spPr>
        <p:txBody>
          <a:bodyPr wrap="square" lIns="0" tIns="1225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代码</a:t>
            </a:r>
            <a:endParaRPr sz="1800">
              <a:latin typeface="宋体"/>
              <a:cs typeface="宋体"/>
            </a:endParaRPr>
          </a:p>
          <a:p>
            <a:pPr marL="454659">
              <a:lnSpc>
                <a:spcPts val="1910"/>
              </a:lnSpc>
              <a:spcBef>
                <a:spcPts val="765"/>
              </a:spcBef>
            </a:pPr>
            <a:r>
              <a:rPr dirty="0" sz="1600" spc="-5">
                <a:latin typeface="宋体"/>
                <a:cs typeface="宋体"/>
              </a:rPr>
              <a:t>#</a:t>
            </a:r>
            <a:r>
              <a:rPr dirty="0" sz="1600" spc="-10">
                <a:latin typeface="宋体"/>
                <a:cs typeface="宋体"/>
              </a:rPr>
              <a:t> </a:t>
            </a:r>
            <a:r>
              <a:rPr dirty="0" sz="1600">
                <a:latin typeface="宋体"/>
                <a:cs typeface="宋体"/>
              </a:rPr>
              <a:t>创建变量</a:t>
            </a:r>
            <a:r>
              <a:rPr dirty="0" sz="1600" spc="-5">
                <a:latin typeface="宋体"/>
                <a:cs typeface="宋体"/>
              </a:rPr>
              <a:t>income</a:t>
            </a:r>
            <a:r>
              <a:rPr dirty="0" sz="1600">
                <a:latin typeface="宋体"/>
                <a:cs typeface="宋体"/>
              </a:rPr>
              <a:t>接收收入</a:t>
            </a:r>
            <a:r>
              <a:rPr dirty="0" sz="1600" spc="-5">
                <a:latin typeface="宋体"/>
                <a:cs typeface="宋体"/>
              </a:rPr>
              <a:t>值</a:t>
            </a:r>
            <a:endParaRPr sz="1600">
              <a:latin typeface="宋体"/>
              <a:cs typeface="宋体"/>
            </a:endParaRPr>
          </a:p>
          <a:p>
            <a:pPr marL="454659">
              <a:lnSpc>
                <a:spcPts val="1910"/>
              </a:lnSpc>
            </a:pPr>
            <a:r>
              <a:rPr dirty="0" sz="1600" spc="-5">
                <a:latin typeface="宋体"/>
                <a:cs typeface="宋体"/>
              </a:rPr>
              <a:t>income</a:t>
            </a:r>
            <a:r>
              <a:rPr dirty="0" sz="1600" spc="-2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=</a:t>
            </a:r>
            <a:r>
              <a:rPr dirty="0" sz="1600" spc="-2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float(input('</a:t>
            </a:r>
            <a:r>
              <a:rPr dirty="0" sz="1600">
                <a:latin typeface="宋体"/>
                <a:cs typeface="宋体"/>
              </a:rPr>
              <a:t>请输入收入值</a:t>
            </a:r>
            <a:r>
              <a:rPr dirty="0" sz="1600" spc="-5">
                <a:latin typeface="宋体"/>
                <a:cs typeface="宋体"/>
              </a:rPr>
              <a:t>：'))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34744" y="3874503"/>
            <a:ext cx="2362200" cy="12338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910"/>
              </a:lnSpc>
              <a:spcBef>
                <a:spcPts val="95"/>
              </a:spcBef>
            </a:pPr>
            <a:r>
              <a:rPr dirty="0" sz="1600" spc="-5">
                <a:latin typeface="宋体"/>
                <a:cs typeface="宋体"/>
              </a:rPr>
              <a:t>#</a:t>
            </a:r>
            <a:r>
              <a:rPr dirty="0" sz="1600" spc="-10">
                <a:latin typeface="宋体"/>
                <a:cs typeface="宋体"/>
              </a:rPr>
              <a:t> </a:t>
            </a:r>
            <a:r>
              <a:rPr dirty="0" sz="1600">
                <a:latin typeface="宋体"/>
                <a:cs typeface="宋体"/>
              </a:rPr>
              <a:t>条件语</a:t>
            </a:r>
            <a:r>
              <a:rPr dirty="0" sz="1600" spc="-5">
                <a:latin typeface="宋体"/>
                <a:cs typeface="宋体"/>
              </a:rPr>
              <a:t>句</a:t>
            </a:r>
            <a:endParaRPr sz="1600">
              <a:latin typeface="宋体"/>
              <a:cs typeface="宋体"/>
            </a:endParaRPr>
          </a:p>
          <a:p>
            <a:pPr marL="12700">
              <a:lnSpc>
                <a:spcPts val="1900"/>
              </a:lnSpc>
            </a:pPr>
            <a:r>
              <a:rPr dirty="0" sz="1600" spc="-5">
                <a:latin typeface="宋体"/>
                <a:cs typeface="宋体"/>
              </a:rPr>
              <a:t>if income &gt;</a:t>
            </a:r>
            <a:r>
              <a:rPr dirty="0" sz="1600" spc="-3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10000000:</a:t>
            </a:r>
            <a:endParaRPr sz="1600">
              <a:latin typeface="宋体"/>
              <a:cs typeface="宋体"/>
            </a:endParaRPr>
          </a:p>
          <a:p>
            <a:pPr marL="12700" marR="208279">
              <a:lnSpc>
                <a:spcPts val="1900"/>
              </a:lnSpc>
              <a:spcBef>
                <a:spcPts val="70"/>
              </a:spcBef>
            </a:pPr>
            <a:r>
              <a:rPr dirty="0" sz="1600" spc="-5">
                <a:latin typeface="宋体"/>
                <a:cs typeface="宋体"/>
              </a:rPr>
              <a:t>    print('</a:t>
            </a:r>
            <a:r>
              <a:rPr dirty="0" sz="1600">
                <a:latin typeface="宋体"/>
                <a:cs typeface="宋体"/>
              </a:rPr>
              <a:t>业绩达标</a:t>
            </a:r>
            <a:r>
              <a:rPr dirty="0" sz="1600" spc="-5">
                <a:latin typeface="宋体"/>
                <a:cs typeface="宋体"/>
              </a:rPr>
              <a:t>')  </a:t>
            </a:r>
            <a:r>
              <a:rPr dirty="0" sz="1600" spc="-5">
                <a:latin typeface="宋体"/>
                <a:cs typeface="宋体"/>
              </a:rPr>
              <a:t>else:</a:t>
            </a:r>
            <a:endParaRPr sz="1600">
              <a:latin typeface="宋体"/>
              <a:cs typeface="宋体"/>
            </a:endParaRPr>
          </a:p>
          <a:p>
            <a:pPr marL="12700">
              <a:lnSpc>
                <a:spcPts val="1839"/>
              </a:lnSpc>
            </a:pPr>
            <a:r>
              <a:rPr dirty="0" sz="1600" spc="-5">
                <a:latin typeface="宋体"/>
                <a:cs typeface="宋体"/>
              </a:rPr>
              <a:t>    </a:t>
            </a:r>
            <a:r>
              <a:rPr dirty="0" sz="1600" spc="-5">
                <a:latin typeface="宋体"/>
                <a:cs typeface="宋体"/>
              </a:rPr>
              <a:t>print('</a:t>
            </a:r>
            <a:r>
              <a:rPr dirty="0" sz="1600">
                <a:latin typeface="宋体"/>
                <a:cs typeface="宋体"/>
              </a:rPr>
              <a:t>业绩不达标</a:t>
            </a:r>
            <a:r>
              <a:rPr dirty="0" sz="1600" spc="-5">
                <a:latin typeface="宋体"/>
                <a:cs typeface="宋体"/>
              </a:rPr>
              <a:t>')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96468" y="1243583"/>
            <a:ext cx="10799445" cy="756285"/>
          </a:xfrm>
          <a:custGeom>
            <a:avLst/>
            <a:gdLst/>
            <a:ahLst/>
            <a:cxnLst/>
            <a:rect l="l" t="t" r="r" b="b"/>
            <a:pathLst>
              <a:path w="10799445" h="756285">
                <a:moveTo>
                  <a:pt x="10674096" y="755903"/>
                </a:moveTo>
                <a:lnTo>
                  <a:pt x="124968" y="755903"/>
                </a:lnTo>
                <a:lnTo>
                  <a:pt x="76229" y="746205"/>
                </a:lnTo>
                <a:lnTo>
                  <a:pt x="36390" y="719380"/>
                </a:lnTo>
                <a:lnTo>
                  <a:pt x="9598" y="679574"/>
                </a:lnTo>
                <a:lnTo>
                  <a:pt x="0" y="630935"/>
                </a:lnTo>
                <a:lnTo>
                  <a:pt x="0" y="126491"/>
                </a:lnTo>
                <a:lnTo>
                  <a:pt x="9598" y="77372"/>
                </a:lnTo>
                <a:lnTo>
                  <a:pt x="36390" y="37247"/>
                </a:lnTo>
                <a:lnTo>
                  <a:pt x="76229" y="10122"/>
                </a:lnTo>
                <a:lnTo>
                  <a:pt x="124968" y="0"/>
                </a:lnTo>
                <a:lnTo>
                  <a:pt x="10674096" y="0"/>
                </a:lnTo>
                <a:lnTo>
                  <a:pt x="10722834" y="10122"/>
                </a:lnTo>
                <a:lnTo>
                  <a:pt x="10762673" y="37247"/>
                </a:lnTo>
                <a:lnTo>
                  <a:pt x="10789465" y="77372"/>
                </a:lnTo>
                <a:lnTo>
                  <a:pt x="10799064" y="126491"/>
                </a:lnTo>
                <a:lnTo>
                  <a:pt x="10799064" y="630935"/>
                </a:lnTo>
                <a:lnTo>
                  <a:pt x="10789465" y="679574"/>
                </a:lnTo>
                <a:lnTo>
                  <a:pt x="10762673" y="719380"/>
                </a:lnTo>
                <a:lnTo>
                  <a:pt x="10722834" y="746205"/>
                </a:lnTo>
                <a:lnTo>
                  <a:pt x="10674096" y="755903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134744" y="1512824"/>
            <a:ext cx="497903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结合input()函数，对输入的金额进行判断</a:t>
            </a:r>
            <a:r>
              <a:rPr dirty="0" sz="2000" spc="5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428232" y="3709415"/>
            <a:ext cx="547370" cy="951230"/>
          </a:xfrm>
          <a:custGeom>
            <a:avLst/>
            <a:gdLst/>
            <a:ahLst/>
            <a:cxnLst/>
            <a:rect l="l" t="t" r="r" b="b"/>
            <a:pathLst>
              <a:path w="547370" h="951229">
                <a:moveTo>
                  <a:pt x="272795" y="950976"/>
                </a:moveTo>
                <a:lnTo>
                  <a:pt x="272795" y="713232"/>
                </a:lnTo>
                <a:lnTo>
                  <a:pt x="0" y="713232"/>
                </a:lnTo>
                <a:lnTo>
                  <a:pt x="0" y="237744"/>
                </a:lnTo>
                <a:lnTo>
                  <a:pt x="272795" y="237744"/>
                </a:lnTo>
                <a:lnTo>
                  <a:pt x="272795" y="0"/>
                </a:lnTo>
                <a:lnTo>
                  <a:pt x="547115" y="475488"/>
                </a:lnTo>
                <a:lnTo>
                  <a:pt x="272795" y="950976"/>
                </a:lnTo>
                <a:close/>
              </a:path>
            </a:pathLst>
          </a:custGeom>
          <a:solidFill>
            <a:srgbClr val="78A77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7635240" y="3360420"/>
            <a:ext cx="3850004" cy="1649095"/>
          </a:xfrm>
          <a:custGeom>
            <a:avLst/>
            <a:gdLst/>
            <a:ahLst/>
            <a:cxnLst/>
            <a:rect l="l" t="t" r="r" b="b"/>
            <a:pathLst>
              <a:path w="3850004" h="1649095">
                <a:moveTo>
                  <a:pt x="3575304" y="1648967"/>
                </a:moveTo>
                <a:lnTo>
                  <a:pt x="274319" y="1648967"/>
                </a:lnTo>
                <a:lnTo>
                  <a:pt x="224903" y="1644651"/>
                </a:lnTo>
                <a:lnTo>
                  <a:pt x="178396" y="1631967"/>
                </a:lnTo>
                <a:lnTo>
                  <a:pt x="135579" y="1611700"/>
                </a:lnTo>
                <a:lnTo>
                  <a:pt x="97236" y="1584631"/>
                </a:lnTo>
                <a:lnTo>
                  <a:pt x="64148" y="1551543"/>
                </a:lnTo>
                <a:lnTo>
                  <a:pt x="37098" y="1513219"/>
                </a:lnTo>
                <a:lnTo>
                  <a:pt x="16868" y="1470439"/>
                </a:lnTo>
                <a:lnTo>
                  <a:pt x="4241" y="1423988"/>
                </a:lnTo>
                <a:lnTo>
                  <a:pt x="0" y="1374647"/>
                </a:lnTo>
                <a:lnTo>
                  <a:pt x="0" y="274319"/>
                </a:lnTo>
                <a:lnTo>
                  <a:pt x="4241" y="224903"/>
                </a:lnTo>
                <a:lnTo>
                  <a:pt x="16868" y="178396"/>
                </a:lnTo>
                <a:lnTo>
                  <a:pt x="37098" y="135579"/>
                </a:lnTo>
                <a:lnTo>
                  <a:pt x="64148" y="97236"/>
                </a:lnTo>
                <a:lnTo>
                  <a:pt x="97236" y="64148"/>
                </a:lnTo>
                <a:lnTo>
                  <a:pt x="135579" y="37098"/>
                </a:lnTo>
                <a:lnTo>
                  <a:pt x="178396" y="16868"/>
                </a:lnTo>
                <a:lnTo>
                  <a:pt x="224903" y="4241"/>
                </a:lnTo>
                <a:lnTo>
                  <a:pt x="274319" y="0"/>
                </a:lnTo>
                <a:lnTo>
                  <a:pt x="3575304" y="0"/>
                </a:lnTo>
                <a:lnTo>
                  <a:pt x="3624644" y="4241"/>
                </a:lnTo>
                <a:lnTo>
                  <a:pt x="3671095" y="16868"/>
                </a:lnTo>
                <a:lnTo>
                  <a:pt x="3713875" y="37098"/>
                </a:lnTo>
                <a:lnTo>
                  <a:pt x="3752199" y="64148"/>
                </a:lnTo>
                <a:lnTo>
                  <a:pt x="3785287" y="97236"/>
                </a:lnTo>
                <a:lnTo>
                  <a:pt x="3812356" y="135579"/>
                </a:lnTo>
                <a:lnTo>
                  <a:pt x="3832623" y="178396"/>
                </a:lnTo>
                <a:lnTo>
                  <a:pt x="3845307" y="224903"/>
                </a:lnTo>
                <a:lnTo>
                  <a:pt x="3849624" y="274319"/>
                </a:lnTo>
                <a:lnTo>
                  <a:pt x="3849624" y="1374647"/>
                </a:lnTo>
                <a:lnTo>
                  <a:pt x="3845307" y="1423988"/>
                </a:lnTo>
                <a:lnTo>
                  <a:pt x="3832623" y="1470439"/>
                </a:lnTo>
                <a:lnTo>
                  <a:pt x="3812356" y="1513219"/>
                </a:lnTo>
                <a:lnTo>
                  <a:pt x="3785287" y="1551543"/>
                </a:lnTo>
                <a:lnTo>
                  <a:pt x="3752199" y="1584631"/>
                </a:lnTo>
                <a:lnTo>
                  <a:pt x="3713875" y="1611700"/>
                </a:lnTo>
                <a:lnTo>
                  <a:pt x="3671095" y="1631967"/>
                </a:lnTo>
                <a:lnTo>
                  <a:pt x="3624644" y="1644651"/>
                </a:lnTo>
                <a:lnTo>
                  <a:pt x="3575304" y="164896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8062594" y="3586213"/>
            <a:ext cx="2260600" cy="1122680"/>
          </a:xfrm>
          <a:prstGeom prst="rect">
            <a:avLst/>
          </a:prstGeom>
        </p:spPr>
        <p:txBody>
          <a:bodyPr wrap="square" lIns="0" tIns="134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600">
                <a:latin typeface="宋体"/>
                <a:cs typeface="宋体"/>
              </a:rPr>
              <a:t>输出结果</a:t>
            </a:r>
            <a:r>
              <a:rPr dirty="0" sz="1600" spc="-5">
                <a:latin typeface="宋体"/>
                <a:cs typeface="宋体"/>
              </a:rPr>
              <a:t>：</a:t>
            </a:r>
            <a:endParaRPr sz="1600">
              <a:latin typeface="宋体"/>
              <a:cs typeface="宋体"/>
            </a:endParaRPr>
          </a:p>
          <a:p>
            <a:pPr marL="12700" marR="5080">
              <a:lnSpc>
                <a:spcPct val="150000"/>
              </a:lnSpc>
            </a:pPr>
            <a:r>
              <a:rPr dirty="0" sz="1600">
                <a:latin typeface="宋体"/>
                <a:cs typeface="宋体"/>
              </a:rPr>
              <a:t>请输入收入值：</a:t>
            </a:r>
            <a:r>
              <a:rPr dirty="0" sz="1600" spc="-5">
                <a:latin typeface="宋体"/>
                <a:cs typeface="宋体"/>
              </a:rPr>
              <a:t>12000000 </a:t>
            </a:r>
            <a:r>
              <a:rPr dirty="0" sz="1600">
                <a:latin typeface="宋体"/>
                <a:cs typeface="宋体"/>
              </a:rPr>
              <a:t>业绩达</a:t>
            </a:r>
            <a:r>
              <a:rPr dirty="0" sz="1600" spc="-5">
                <a:latin typeface="宋体"/>
                <a:cs typeface="宋体"/>
              </a:rPr>
              <a:t>标</a:t>
            </a:r>
            <a:endParaRPr sz="16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2"/>
            <a:ext cx="203200" cy="609600"/>
          </a:xfrm>
          <a:custGeom>
            <a:avLst/>
            <a:gdLst/>
            <a:ahLst/>
            <a:cxnLst/>
            <a:rect l="l" t="t" r="r" b="b"/>
            <a:pathLst>
              <a:path w="203200" h="609600">
                <a:moveTo>
                  <a:pt x="0" y="0"/>
                </a:moveTo>
                <a:lnTo>
                  <a:pt x="202692" y="0"/>
                </a:lnTo>
                <a:lnTo>
                  <a:pt x="202692" y="609599"/>
                </a:lnTo>
                <a:lnTo>
                  <a:pt x="0" y="609599"/>
                </a:lnTo>
                <a:lnTo>
                  <a:pt x="0" y="0"/>
                </a:lnTo>
                <a:close/>
              </a:path>
            </a:pathLst>
          </a:custGeom>
          <a:solidFill>
            <a:srgbClr val="20565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1940" y="217411"/>
            <a:ext cx="217297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if...else</a:t>
            </a:r>
            <a:r>
              <a:rPr dirty="0" sz="2400" spc="-90" b="1">
                <a:solidFill>
                  <a:srgbClr val="2E5B50"/>
                </a:solidFill>
                <a:latin typeface="宋体"/>
                <a:cs typeface="宋体"/>
              </a:rPr>
              <a:t> </a:t>
            </a: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语</a:t>
            </a:r>
            <a:r>
              <a:rPr dirty="0" sz="2400" spc="-10" b="1">
                <a:solidFill>
                  <a:srgbClr val="2E5B50"/>
                </a:solidFill>
                <a:latin typeface="宋体"/>
                <a:cs typeface="宋体"/>
              </a:rPr>
              <a:t>句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96468" y="1243583"/>
            <a:ext cx="10799445" cy="1728470"/>
          </a:xfrm>
          <a:custGeom>
            <a:avLst/>
            <a:gdLst/>
            <a:ahLst/>
            <a:cxnLst/>
            <a:rect l="l" t="t" r="r" b="b"/>
            <a:pathLst>
              <a:path w="10799445" h="1728470">
                <a:moveTo>
                  <a:pt x="10511028" y="1728215"/>
                </a:moveTo>
                <a:lnTo>
                  <a:pt x="288035" y="1728215"/>
                </a:lnTo>
                <a:lnTo>
                  <a:pt x="241174" y="1724491"/>
                </a:lnTo>
                <a:lnTo>
                  <a:pt x="196744" y="1713612"/>
                </a:lnTo>
                <a:lnTo>
                  <a:pt x="155340" y="1696172"/>
                </a:lnTo>
                <a:lnTo>
                  <a:pt x="117553" y="1672764"/>
                </a:lnTo>
                <a:lnTo>
                  <a:pt x="83977" y="1643981"/>
                </a:lnTo>
                <a:lnTo>
                  <a:pt x="55204" y="1610415"/>
                </a:lnTo>
                <a:lnTo>
                  <a:pt x="31827" y="1572659"/>
                </a:lnTo>
                <a:lnTo>
                  <a:pt x="14438" y="1531306"/>
                </a:lnTo>
                <a:lnTo>
                  <a:pt x="3632" y="1486949"/>
                </a:lnTo>
                <a:lnTo>
                  <a:pt x="0" y="1440179"/>
                </a:lnTo>
                <a:lnTo>
                  <a:pt x="0" y="288035"/>
                </a:lnTo>
                <a:lnTo>
                  <a:pt x="3632" y="241414"/>
                </a:lnTo>
                <a:lnTo>
                  <a:pt x="14438" y="197171"/>
                </a:lnTo>
                <a:lnTo>
                  <a:pt x="31827" y="155900"/>
                </a:lnTo>
                <a:lnTo>
                  <a:pt x="55204" y="118193"/>
                </a:lnTo>
                <a:lnTo>
                  <a:pt x="83977" y="84643"/>
                </a:lnTo>
                <a:lnTo>
                  <a:pt x="117553" y="55844"/>
                </a:lnTo>
                <a:lnTo>
                  <a:pt x="155340" y="32387"/>
                </a:lnTo>
                <a:lnTo>
                  <a:pt x="196744" y="14865"/>
                </a:lnTo>
                <a:lnTo>
                  <a:pt x="241174" y="3872"/>
                </a:lnTo>
                <a:lnTo>
                  <a:pt x="288035" y="0"/>
                </a:lnTo>
                <a:lnTo>
                  <a:pt x="10511028" y="0"/>
                </a:lnTo>
                <a:lnTo>
                  <a:pt x="10557889" y="3872"/>
                </a:lnTo>
                <a:lnTo>
                  <a:pt x="10602319" y="14865"/>
                </a:lnTo>
                <a:lnTo>
                  <a:pt x="10643723" y="32387"/>
                </a:lnTo>
                <a:lnTo>
                  <a:pt x="10681510" y="55844"/>
                </a:lnTo>
                <a:lnTo>
                  <a:pt x="10715086" y="84643"/>
                </a:lnTo>
                <a:lnTo>
                  <a:pt x="10743859" y="118193"/>
                </a:lnTo>
                <a:lnTo>
                  <a:pt x="10767236" y="155900"/>
                </a:lnTo>
                <a:lnTo>
                  <a:pt x="10784625" y="197171"/>
                </a:lnTo>
                <a:lnTo>
                  <a:pt x="10795431" y="241414"/>
                </a:lnTo>
                <a:lnTo>
                  <a:pt x="10799064" y="288035"/>
                </a:lnTo>
                <a:lnTo>
                  <a:pt x="10799064" y="1440179"/>
                </a:lnTo>
                <a:lnTo>
                  <a:pt x="10795431" y="1486949"/>
                </a:lnTo>
                <a:lnTo>
                  <a:pt x="10784625" y="1531306"/>
                </a:lnTo>
                <a:lnTo>
                  <a:pt x="10767236" y="1572659"/>
                </a:lnTo>
                <a:lnTo>
                  <a:pt x="10743859" y="1610415"/>
                </a:lnTo>
                <a:lnTo>
                  <a:pt x="10715086" y="1643981"/>
                </a:lnTo>
                <a:lnTo>
                  <a:pt x="10681510" y="1672764"/>
                </a:lnTo>
                <a:lnTo>
                  <a:pt x="10643723" y="1696172"/>
                </a:lnTo>
                <a:lnTo>
                  <a:pt x="10602319" y="1713612"/>
                </a:lnTo>
                <a:lnTo>
                  <a:pt x="10557889" y="1724491"/>
                </a:lnTo>
                <a:lnTo>
                  <a:pt x="10511028" y="1728215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4744" y="1407007"/>
            <a:ext cx="9680575" cy="1397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2000" b="1">
                <a:solidFill>
                  <a:srgbClr val="FFFFFF"/>
                </a:solidFill>
                <a:latin typeface="宋体"/>
                <a:cs typeface="宋体"/>
              </a:rPr>
              <a:t>说明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：公司采用经济增加值(EVA)进行绩效评价，若本年经济增加值大于150万元，则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本 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年奖金为本年经济增加值的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10%，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否则，本年无奖金</a:t>
            </a:r>
            <a:r>
              <a:rPr dirty="0" sz="2000" spc="5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0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2000" b="1">
                <a:solidFill>
                  <a:srgbClr val="FFFFFF"/>
                </a:solidFill>
                <a:latin typeface="宋体"/>
                <a:cs typeface="宋体"/>
              </a:rPr>
              <a:t>要求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：本年经济增加值为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180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万元，使用条件语句计算本年奖金</a:t>
            </a:r>
            <a:r>
              <a:rPr dirty="0" sz="2000" spc="5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50391" y="3206495"/>
            <a:ext cx="4479290" cy="3225165"/>
          </a:xfrm>
          <a:custGeom>
            <a:avLst/>
            <a:gdLst/>
            <a:ahLst/>
            <a:cxnLst/>
            <a:rect l="l" t="t" r="r" b="b"/>
            <a:pathLst>
              <a:path w="4479290" h="3225165">
                <a:moveTo>
                  <a:pt x="3941064" y="3224783"/>
                </a:moveTo>
                <a:lnTo>
                  <a:pt x="536448" y="3224783"/>
                </a:lnTo>
                <a:lnTo>
                  <a:pt x="487573" y="3222587"/>
                </a:lnTo>
                <a:lnTo>
                  <a:pt x="439923" y="3216122"/>
                </a:lnTo>
                <a:lnTo>
                  <a:pt x="393691" y="3205580"/>
                </a:lnTo>
                <a:lnTo>
                  <a:pt x="349066" y="3191149"/>
                </a:lnTo>
                <a:lnTo>
                  <a:pt x="306239" y="3173018"/>
                </a:lnTo>
                <a:lnTo>
                  <a:pt x="265401" y="3151377"/>
                </a:lnTo>
                <a:lnTo>
                  <a:pt x="226744" y="3126416"/>
                </a:lnTo>
                <a:lnTo>
                  <a:pt x="190458" y="3098323"/>
                </a:lnTo>
                <a:lnTo>
                  <a:pt x="156733" y="3067288"/>
                </a:lnTo>
                <a:lnTo>
                  <a:pt x="125762" y="3033500"/>
                </a:lnTo>
                <a:lnTo>
                  <a:pt x="97734" y="2997148"/>
                </a:lnTo>
                <a:lnTo>
                  <a:pt x="72841" y="2958422"/>
                </a:lnTo>
                <a:lnTo>
                  <a:pt x="51273" y="2917512"/>
                </a:lnTo>
                <a:lnTo>
                  <a:pt x="33222" y="2874605"/>
                </a:lnTo>
                <a:lnTo>
                  <a:pt x="18878" y="2829893"/>
                </a:lnTo>
                <a:lnTo>
                  <a:pt x="8433" y="2783564"/>
                </a:lnTo>
                <a:lnTo>
                  <a:pt x="2076" y="2735807"/>
                </a:lnTo>
                <a:lnTo>
                  <a:pt x="0" y="2686812"/>
                </a:lnTo>
                <a:lnTo>
                  <a:pt x="0" y="536448"/>
                </a:lnTo>
                <a:lnTo>
                  <a:pt x="2076" y="487633"/>
                </a:lnTo>
                <a:lnTo>
                  <a:pt x="8433" y="440036"/>
                </a:lnTo>
                <a:lnTo>
                  <a:pt x="18878" y="393849"/>
                </a:lnTo>
                <a:lnTo>
                  <a:pt x="33222" y="349263"/>
                </a:lnTo>
                <a:lnTo>
                  <a:pt x="51273" y="306468"/>
                </a:lnTo>
                <a:lnTo>
                  <a:pt x="72841" y="265655"/>
                </a:lnTo>
                <a:lnTo>
                  <a:pt x="97734" y="227016"/>
                </a:lnTo>
                <a:lnTo>
                  <a:pt x="125762" y="190740"/>
                </a:lnTo>
                <a:lnTo>
                  <a:pt x="156733" y="157019"/>
                </a:lnTo>
                <a:lnTo>
                  <a:pt x="190458" y="126044"/>
                </a:lnTo>
                <a:lnTo>
                  <a:pt x="226744" y="98006"/>
                </a:lnTo>
                <a:lnTo>
                  <a:pt x="265401" y="73095"/>
                </a:lnTo>
                <a:lnTo>
                  <a:pt x="306239" y="51503"/>
                </a:lnTo>
                <a:lnTo>
                  <a:pt x="349066" y="33420"/>
                </a:lnTo>
                <a:lnTo>
                  <a:pt x="393691" y="19037"/>
                </a:lnTo>
                <a:lnTo>
                  <a:pt x="439923" y="8546"/>
                </a:lnTo>
                <a:lnTo>
                  <a:pt x="487573" y="2136"/>
                </a:lnTo>
                <a:lnTo>
                  <a:pt x="536448" y="0"/>
                </a:lnTo>
                <a:lnTo>
                  <a:pt x="3941064" y="0"/>
                </a:lnTo>
                <a:lnTo>
                  <a:pt x="3990079" y="2136"/>
                </a:lnTo>
                <a:lnTo>
                  <a:pt x="4037853" y="8546"/>
                </a:lnTo>
                <a:lnTo>
                  <a:pt x="4084198" y="19037"/>
                </a:lnTo>
                <a:lnTo>
                  <a:pt x="4128923" y="33420"/>
                </a:lnTo>
                <a:lnTo>
                  <a:pt x="4171840" y="51503"/>
                </a:lnTo>
                <a:lnTo>
                  <a:pt x="4212759" y="73095"/>
                </a:lnTo>
                <a:lnTo>
                  <a:pt x="4251491" y="98006"/>
                </a:lnTo>
                <a:lnTo>
                  <a:pt x="4287846" y="126044"/>
                </a:lnTo>
                <a:lnTo>
                  <a:pt x="4321635" y="157019"/>
                </a:lnTo>
                <a:lnTo>
                  <a:pt x="4352669" y="190740"/>
                </a:lnTo>
                <a:lnTo>
                  <a:pt x="4380758" y="227016"/>
                </a:lnTo>
                <a:lnTo>
                  <a:pt x="4405714" y="265655"/>
                </a:lnTo>
                <a:lnTo>
                  <a:pt x="4427347" y="306468"/>
                </a:lnTo>
                <a:lnTo>
                  <a:pt x="4445467" y="349263"/>
                </a:lnTo>
                <a:lnTo>
                  <a:pt x="4459885" y="393849"/>
                </a:lnTo>
                <a:lnTo>
                  <a:pt x="4470412" y="440036"/>
                </a:lnTo>
                <a:lnTo>
                  <a:pt x="4476859" y="487633"/>
                </a:lnTo>
                <a:lnTo>
                  <a:pt x="4479036" y="536448"/>
                </a:lnTo>
                <a:lnTo>
                  <a:pt x="4479036" y="2686812"/>
                </a:lnTo>
                <a:lnTo>
                  <a:pt x="4476859" y="2735807"/>
                </a:lnTo>
                <a:lnTo>
                  <a:pt x="4470412" y="2783564"/>
                </a:lnTo>
                <a:lnTo>
                  <a:pt x="4459885" y="2829893"/>
                </a:lnTo>
                <a:lnTo>
                  <a:pt x="4445467" y="2874605"/>
                </a:lnTo>
                <a:lnTo>
                  <a:pt x="4427347" y="2917512"/>
                </a:lnTo>
                <a:lnTo>
                  <a:pt x="4405714" y="2958422"/>
                </a:lnTo>
                <a:lnTo>
                  <a:pt x="4380758" y="2997148"/>
                </a:lnTo>
                <a:lnTo>
                  <a:pt x="4352669" y="3033500"/>
                </a:lnTo>
                <a:lnTo>
                  <a:pt x="4321635" y="3067288"/>
                </a:lnTo>
                <a:lnTo>
                  <a:pt x="4287846" y="3098323"/>
                </a:lnTo>
                <a:lnTo>
                  <a:pt x="4251491" y="3126416"/>
                </a:lnTo>
                <a:lnTo>
                  <a:pt x="4212759" y="3151377"/>
                </a:lnTo>
                <a:lnTo>
                  <a:pt x="4171840" y="3173018"/>
                </a:lnTo>
                <a:lnTo>
                  <a:pt x="4128923" y="3191149"/>
                </a:lnTo>
                <a:lnTo>
                  <a:pt x="4084198" y="3205580"/>
                </a:lnTo>
                <a:lnTo>
                  <a:pt x="4037853" y="3216122"/>
                </a:lnTo>
                <a:lnTo>
                  <a:pt x="3990079" y="3222587"/>
                </a:lnTo>
                <a:lnTo>
                  <a:pt x="3941064" y="3224783"/>
                </a:lnTo>
                <a:close/>
              </a:path>
            </a:pathLst>
          </a:custGeom>
          <a:solidFill>
            <a:srgbClr val="D2E1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96468" y="3060192"/>
            <a:ext cx="1163320" cy="463550"/>
          </a:xfrm>
          <a:custGeom>
            <a:avLst/>
            <a:gdLst/>
            <a:ahLst/>
            <a:cxnLst/>
            <a:rect l="l" t="t" r="r" b="b"/>
            <a:pathLst>
              <a:path w="1163320" h="463550">
                <a:moveTo>
                  <a:pt x="1085088" y="463295"/>
                </a:moveTo>
                <a:lnTo>
                  <a:pt x="76200" y="463295"/>
                </a:lnTo>
                <a:lnTo>
                  <a:pt x="46471" y="457282"/>
                </a:lnTo>
                <a:lnTo>
                  <a:pt x="22131" y="440688"/>
                </a:lnTo>
                <a:lnTo>
                  <a:pt x="5775" y="415966"/>
                </a:lnTo>
                <a:lnTo>
                  <a:pt x="0" y="385571"/>
                </a:lnTo>
                <a:lnTo>
                  <a:pt x="0" y="76199"/>
                </a:lnTo>
                <a:lnTo>
                  <a:pt x="5775" y="46329"/>
                </a:lnTo>
                <a:lnTo>
                  <a:pt x="22131" y="21940"/>
                </a:lnTo>
                <a:lnTo>
                  <a:pt x="46471" y="5632"/>
                </a:lnTo>
                <a:lnTo>
                  <a:pt x="76200" y="0"/>
                </a:lnTo>
                <a:lnTo>
                  <a:pt x="1085088" y="0"/>
                </a:lnTo>
                <a:lnTo>
                  <a:pt x="1115054" y="5632"/>
                </a:lnTo>
                <a:lnTo>
                  <a:pt x="1139632" y="21940"/>
                </a:lnTo>
                <a:lnTo>
                  <a:pt x="1156370" y="46329"/>
                </a:lnTo>
                <a:lnTo>
                  <a:pt x="1162812" y="76199"/>
                </a:lnTo>
                <a:lnTo>
                  <a:pt x="1162812" y="385571"/>
                </a:lnTo>
                <a:lnTo>
                  <a:pt x="1156370" y="415966"/>
                </a:lnTo>
                <a:lnTo>
                  <a:pt x="1139632" y="440688"/>
                </a:lnTo>
                <a:lnTo>
                  <a:pt x="1115054" y="457282"/>
                </a:lnTo>
                <a:lnTo>
                  <a:pt x="1085088" y="463295"/>
                </a:lnTo>
                <a:close/>
              </a:path>
            </a:pathLst>
          </a:custGeom>
          <a:solidFill>
            <a:srgbClr val="78A77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806246" y="3144316"/>
            <a:ext cx="3909695" cy="914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示例</a:t>
            </a:r>
            <a:r>
              <a:rPr dirty="0" sz="1600" spc="-5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代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码</a:t>
            </a:r>
            <a:endParaRPr sz="1600">
              <a:latin typeface="宋体"/>
              <a:cs typeface="宋体"/>
            </a:endParaRPr>
          </a:p>
          <a:p>
            <a:pPr marL="340995" marR="5080">
              <a:lnSpc>
                <a:spcPct val="100000"/>
              </a:lnSpc>
              <a:spcBef>
                <a:spcPts val="1240"/>
              </a:spcBef>
            </a:pPr>
            <a:r>
              <a:rPr dirty="0" sz="1600" spc="-5">
                <a:latin typeface="宋体"/>
                <a:cs typeface="宋体"/>
              </a:rPr>
              <a:t>#</a:t>
            </a:r>
            <a:r>
              <a:rPr dirty="0" sz="1600" spc="-90">
                <a:latin typeface="宋体"/>
                <a:cs typeface="宋体"/>
              </a:rPr>
              <a:t> </a:t>
            </a:r>
            <a:r>
              <a:rPr dirty="0" sz="1600">
                <a:latin typeface="宋体"/>
                <a:cs typeface="宋体"/>
              </a:rPr>
              <a:t>创建一个变量</a:t>
            </a:r>
            <a:r>
              <a:rPr dirty="0" sz="1600" spc="-5">
                <a:latin typeface="宋体"/>
                <a:cs typeface="宋体"/>
              </a:rPr>
              <a:t>EVA</a:t>
            </a:r>
            <a:r>
              <a:rPr dirty="0" sz="1600">
                <a:latin typeface="宋体"/>
                <a:cs typeface="宋体"/>
              </a:rPr>
              <a:t>接收本年经济增加</a:t>
            </a:r>
            <a:r>
              <a:rPr dirty="0" sz="1600" spc="-5">
                <a:latin typeface="宋体"/>
                <a:cs typeface="宋体"/>
              </a:rPr>
              <a:t>值 EVA =</a:t>
            </a:r>
            <a:r>
              <a:rPr dirty="0" sz="1600" spc="-1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1800000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34744" y="4277359"/>
            <a:ext cx="1955800" cy="12439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208279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latin typeface="宋体"/>
                <a:cs typeface="宋体"/>
              </a:rPr>
              <a:t>#</a:t>
            </a:r>
            <a:r>
              <a:rPr dirty="0" sz="1600" spc="-5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if</a:t>
            </a:r>
            <a:r>
              <a:rPr dirty="0" sz="1600">
                <a:latin typeface="宋体"/>
                <a:cs typeface="宋体"/>
              </a:rPr>
              <a:t>条件判断开</a:t>
            </a:r>
            <a:r>
              <a:rPr dirty="0" sz="1600" spc="-5">
                <a:latin typeface="宋体"/>
                <a:cs typeface="宋体"/>
              </a:rPr>
              <a:t>始 if EVA &gt;</a:t>
            </a:r>
            <a:r>
              <a:rPr dirty="0" sz="1600" spc="-65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1500000:</a:t>
            </a:r>
            <a:endParaRPr sz="1600">
              <a:latin typeface="宋体"/>
              <a:cs typeface="宋体"/>
            </a:endParaRPr>
          </a:p>
          <a:p>
            <a:pPr marL="12700" marR="5080">
              <a:lnSpc>
                <a:spcPct val="100000"/>
              </a:lnSpc>
            </a:pPr>
            <a:r>
              <a:rPr dirty="0" sz="1600" spc="-5">
                <a:latin typeface="宋体"/>
                <a:cs typeface="宋体"/>
              </a:rPr>
              <a:t>    </a:t>
            </a:r>
            <a:r>
              <a:rPr dirty="0" sz="1600" spc="-5">
                <a:latin typeface="宋体"/>
                <a:cs typeface="宋体"/>
              </a:rPr>
              <a:t>bonus =</a:t>
            </a:r>
            <a:r>
              <a:rPr dirty="0" sz="1600" spc="-7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EVA*0.1  else:</a:t>
            </a:r>
            <a:endParaRPr sz="16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</a:pPr>
            <a:r>
              <a:rPr dirty="0" sz="1600" spc="-5">
                <a:latin typeface="宋体"/>
                <a:cs typeface="宋体"/>
              </a:rPr>
              <a:t>    </a:t>
            </a:r>
            <a:r>
              <a:rPr dirty="0" sz="1600" spc="-5">
                <a:latin typeface="宋体"/>
                <a:cs typeface="宋体"/>
              </a:rPr>
              <a:t>bonus =</a:t>
            </a:r>
            <a:r>
              <a:rPr dirty="0" sz="1600" spc="-25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0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34744" y="5740400"/>
            <a:ext cx="1447800" cy="5124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latin typeface="宋体"/>
                <a:cs typeface="宋体"/>
              </a:rPr>
              <a:t>#</a:t>
            </a:r>
            <a:r>
              <a:rPr dirty="0" sz="1600" spc="-100">
                <a:latin typeface="宋体"/>
                <a:cs typeface="宋体"/>
              </a:rPr>
              <a:t> </a:t>
            </a:r>
            <a:r>
              <a:rPr dirty="0" sz="1600">
                <a:latin typeface="宋体"/>
                <a:cs typeface="宋体"/>
              </a:rPr>
              <a:t>打印计算结</a:t>
            </a:r>
            <a:r>
              <a:rPr dirty="0" sz="1600" spc="-5">
                <a:latin typeface="宋体"/>
                <a:cs typeface="宋体"/>
              </a:rPr>
              <a:t>果 print(bonus)  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821679" y="4447032"/>
            <a:ext cx="548640" cy="952500"/>
          </a:xfrm>
          <a:custGeom>
            <a:avLst/>
            <a:gdLst/>
            <a:ahLst/>
            <a:cxnLst/>
            <a:rect l="l" t="t" r="r" b="b"/>
            <a:pathLst>
              <a:path w="548639" h="952500">
                <a:moveTo>
                  <a:pt x="274320" y="952500"/>
                </a:moveTo>
                <a:lnTo>
                  <a:pt x="274320" y="713231"/>
                </a:lnTo>
                <a:lnTo>
                  <a:pt x="0" y="713231"/>
                </a:lnTo>
                <a:lnTo>
                  <a:pt x="0" y="237743"/>
                </a:lnTo>
                <a:lnTo>
                  <a:pt x="274320" y="237743"/>
                </a:lnTo>
                <a:lnTo>
                  <a:pt x="274320" y="0"/>
                </a:lnTo>
                <a:lnTo>
                  <a:pt x="548640" y="475488"/>
                </a:lnTo>
                <a:lnTo>
                  <a:pt x="274320" y="952500"/>
                </a:lnTo>
                <a:close/>
              </a:path>
            </a:pathLst>
          </a:custGeom>
          <a:solidFill>
            <a:srgbClr val="78A77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877811" y="4294632"/>
            <a:ext cx="4398645" cy="1257300"/>
          </a:xfrm>
          <a:custGeom>
            <a:avLst/>
            <a:gdLst/>
            <a:ahLst/>
            <a:cxnLst/>
            <a:rect l="l" t="t" r="r" b="b"/>
            <a:pathLst>
              <a:path w="4398645" h="1257300">
                <a:moveTo>
                  <a:pt x="4189476" y="1257300"/>
                </a:moveTo>
                <a:lnTo>
                  <a:pt x="210312" y="1257300"/>
                </a:lnTo>
                <a:lnTo>
                  <a:pt x="161970" y="1252009"/>
                </a:lnTo>
                <a:lnTo>
                  <a:pt x="117643" y="1236411"/>
                </a:lnTo>
                <a:lnTo>
                  <a:pt x="78582" y="1211783"/>
                </a:lnTo>
                <a:lnTo>
                  <a:pt x="46037" y="1179403"/>
                </a:lnTo>
                <a:lnTo>
                  <a:pt x="21258" y="1140546"/>
                </a:lnTo>
                <a:lnTo>
                  <a:pt x="5495" y="1096490"/>
                </a:lnTo>
                <a:lnTo>
                  <a:pt x="0" y="1048512"/>
                </a:lnTo>
                <a:lnTo>
                  <a:pt x="0" y="208787"/>
                </a:lnTo>
                <a:lnTo>
                  <a:pt x="5495" y="160777"/>
                </a:lnTo>
                <a:lnTo>
                  <a:pt x="21258" y="116699"/>
                </a:lnTo>
                <a:lnTo>
                  <a:pt x="46037" y="77831"/>
                </a:lnTo>
                <a:lnTo>
                  <a:pt x="78582" y="45450"/>
                </a:lnTo>
                <a:lnTo>
                  <a:pt x="117643" y="20833"/>
                </a:lnTo>
                <a:lnTo>
                  <a:pt x="161970" y="5258"/>
                </a:lnTo>
                <a:lnTo>
                  <a:pt x="210312" y="0"/>
                </a:lnTo>
                <a:lnTo>
                  <a:pt x="4189476" y="0"/>
                </a:lnTo>
                <a:lnTo>
                  <a:pt x="4237300" y="5258"/>
                </a:lnTo>
                <a:lnTo>
                  <a:pt x="4281253" y="20833"/>
                </a:lnTo>
                <a:lnTo>
                  <a:pt x="4320059" y="45450"/>
                </a:lnTo>
                <a:lnTo>
                  <a:pt x="4352440" y="77831"/>
                </a:lnTo>
                <a:lnTo>
                  <a:pt x="4377119" y="116699"/>
                </a:lnTo>
                <a:lnTo>
                  <a:pt x="4392819" y="160777"/>
                </a:lnTo>
                <a:lnTo>
                  <a:pt x="4398264" y="208787"/>
                </a:lnTo>
                <a:lnTo>
                  <a:pt x="4398264" y="1048512"/>
                </a:lnTo>
                <a:lnTo>
                  <a:pt x="4392819" y="1096490"/>
                </a:lnTo>
                <a:lnTo>
                  <a:pt x="4377119" y="1140546"/>
                </a:lnTo>
                <a:lnTo>
                  <a:pt x="4352440" y="1179403"/>
                </a:lnTo>
                <a:lnTo>
                  <a:pt x="4320059" y="1211783"/>
                </a:lnTo>
                <a:lnTo>
                  <a:pt x="4281253" y="1236411"/>
                </a:lnTo>
                <a:lnTo>
                  <a:pt x="4237300" y="1252009"/>
                </a:lnTo>
                <a:lnTo>
                  <a:pt x="4189476" y="12573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8150225" y="4846624"/>
            <a:ext cx="185420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宋体"/>
                <a:cs typeface="宋体"/>
              </a:rPr>
              <a:t>输出结果</a:t>
            </a:r>
            <a:r>
              <a:rPr dirty="0" sz="1600" spc="-5">
                <a:latin typeface="宋体"/>
                <a:cs typeface="宋体"/>
              </a:rPr>
              <a:t>：180000.0</a:t>
            </a:r>
            <a:endParaRPr sz="16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5444" y="2106167"/>
            <a:ext cx="2127885" cy="2646045"/>
          </a:xfrm>
          <a:prstGeom prst="rect">
            <a:avLst/>
          </a:prstGeom>
          <a:solidFill>
            <a:srgbClr val="F1F1F1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9300"/>
              </a:lnSpc>
            </a:pPr>
            <a:r>
              <a:rPr dirty="0" sz="16600" spc="-35" b="1">
                <a:solidFill>
                  <a:srgbClr val="205657"/>
                </a:solidFill>
                <a:latin typeface="宋体"/>
                <a:cs typeface="宋体"/>
              </a:rPr>
              <a:t>02</a:t>
            </a:r>
            <a:endParaRPr sz="166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613033" y="2909912"/>
            <a:ext cx="6553200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0" b="1">
                <a:solidFill>
                  <a:srgbClr val="2E5B50"/>
                </a:solidFill>
                <a:latin typeface="宋体"/>
                <a:cs typeface="宋体"/>
              </a:rPr>
              <a:t>if...elif...else </a:t>
            </a:r>
            <a:endParaRPr sz="6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2"/>
            <a:ext cx="203200" cy="609600"/>
          </a:xfrm>
          <a:custGeom>
            <a:avLst/>
            <a:gdLst/>
            <a:ahLst/>
            <a:cxnLst/>
            <a:rect l="l" t="t" r="r" b="b"/>
            <a:pathLst>
              <a:path w="203200" h="609600">
                <a:moveTo>
                  <a:pt x="0" y="0"/>
                </a:moveTo>
                <a:lnTo>
                  <a:pt x="202692" y="0"/>
                </a:lnTo>
                <a:lnTo>
                  <a:pt x="202692" y="609599"/>
                </a:lnTo>
                <a:lnTo>
                  <a:pt x="0" y="609599"/>
                </a:lnTo>
                <a:lnTo>
                  <a:pt x="0" y="0"/>
                </a:lnTo>
                <a:close/>
              </a:path>
            </a:pathLst>
          </a:custGeom>
          <a:solidFill>
            <a:srgbClr val="20565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1940" y="217411"/>
            <a:ext cx="324866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if...elif...else</a:t>
            </a:r>
            <a:r>
              <a:rPr dirty="0" sz="2400" spc="-85" b="1">
                <a:solidFill>
                  <a:srgbClr val="2E5B50"/>
                </a:solidFill>
                <a:latin typeface="宋体"/>
                <a:cs typeface="宋体"/>
              </a:rPr>
              <a:t> </a:t>
            </a: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语</a:t>
            </a:r>
            <a:r>
              <a:rPr dirty="0" sz="2400" spc="-10" b="1">
                <a:solidFill>
                  <a:srgbClr val="2E5B50"/>
                </a:solidFill>
                <a:latin typeface="宋体"/>
                <a:cs typeface="宋体"/>
              </a:rPr>
              <a:t>句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10183" y="1258824"/>
            <a:ext cx="10800715" cy="756285"/>
          </a:xfrm>
          <a:custGeom>
            <a:avLst/>
            <a:gdLst/>
            <a:ahLst/>
            <a:cxnLst/>
            <a:rect l="l" t="t" r="r" b="b"/>
            <a:pathLst>
              <a:path w="10800715" h="756285">
                <a:moveTo>
                  <a:pt x="10674096" y="755903"/>
                </a:moveTo>
                <a:lnTo>
                  <a:pt x="126491" y="755903"/>
                </a:lnTo>
                <a:lnTo>
                  <a:pt x="77020" y="745949"/>
                </a:lnTo>
                <a:lnTo>
                  <a:pt x="36776" y="718875"/>
                </a:lnTo>
                <a:lnTo>
                  <a:pt x="9766" y="678692"/>
                </a:lnTo>
                <a:lnTo>
                  <a:pt x="0" y="629412"/>
                </a:lnTo>
                <a:lnTo>
                  <a:pt x="0" y="126491"/>
                </a:lnTo>
                <a:lnTo>
                  <a:pt x="9766" y="77020"/>
                </a:lnTo>
                <a:lnTo>
                  <a:pt x="36776" y="36776"/>
                </a:lnTo>
                <a:lnTo>
                  <a:pt x="77020" y="9766"/>
                </a:lnTo>
                <a:lnTo>
                  <a:pt x="126491" y="0"/>
                </a:lnTo>
                <a:lnTo>
                  <a:pt x="10674096" y="0"/>
                </a:lnTo>
                <a:lnTo>
                  <a:pt x="10722990" y="9766"/>
                </a:lnTo>
                <a:lnTo>
                  <a:pt x="10763045" y="36776"/>
                </a:lnTo>
                <a:lnTo>
                  <a:pt x="10790248" y="77020"/>
                </a:lnTo>
                <a:lnTo>
                  <a:pt x="10800588" y="126491"/>
                </a:lnTo>
                <a:lnTo>
                  <a:pt x="10800588" y="629412"/>
                </a:lnTo>
                <a:lnTo>
                  <a:pt x="10790248" y="678692"/>
                </a:lnTo>
                <a:lnTo>
                  <a:pt x="10763045" y="718875"/>
                </a:lnTo>
                <a:lnTo>
                  <a:pt x="10722990" y="745949"/>
                </a:lnTo>
                <a:lnTo>
                  <a:pt x="10674096" y="755903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9825" y="1487309"/>
            <a:ext cx="904303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if...else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为非此即彼的判断，如果我们面临许多的可能性判断，该如何处理呢</a:t>
            </a:r>
            <a:r>
              <a:rPr dirty="0" sz="2000" spc="5">
                <a:solidFill>
                  <a:srgbClr val="FFFFFF"/>
                </a:solidFill>
                <a:latin typeface="宋体"/>
                <a:cs typeface="宋体"/>
              </a:rPr>
              <a:t>？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10183" y="3276600"/>
            <a:ext cx="5309870" cy="3299460"/>
          </a:xfrm>
          <a:custGeom>
            <a:avLst/>
            <a:gdLst/>
            <a:ahLst/>
            <a:cxnLst/>
            <a:rect l="l" t="t" r="r" b="b"/>
            <a:pathLst>
              <a:path w="5309870" h="3299459">
                <a:moveTo>
                  <a:pt x="4760976" y="3299459"/>
                </a:moveTo>
                <a:lnTo>
                  <a:pt x="550163" y="3299459"/>
                </a:lnTo>
                <a:lnTo>
                  <a:pt x="502644" y="3297418"/>
                </a:lnTo>
                <a:lnTo>
                  <a:pt x="456253" y="3291451"/>
                </a:lnTo>
                <a:lnTo>
                  <a:pt x="411155" y="3281724"/>
                </a:lnTo>
                <a:lnTo>
                  <a:pt x="367514" y="3268402"/>
                </a:lnTo>
                <a:lnTo>
                  <a:pt x="325496" y="3251649"/>
                </a:lnTo>
                <a:lnTo>
                  <a:pt x="285266" y="3231631"/>
                </a:lnTo>
                <a:lnTo>
                  <a:pt x="246989" y="3208513"/>
                </a:lnTo>
                <a:lnTo>
                  <a:pt x="210828" y="3182459"/>
                </a:lnTo>
                <a:lnTo>
                  <a:pt x="176951" y="3153634"/>
                </a:lnTo>
                <a:lnTo>
                  <a:pt x="145521" y="3122204"/>
                </a:lnTo>
                <a:lnTo>
                  <a:pt x="116703" y="3088333"/>
                </a:lnTo>
                <a:lnTo>
                  <a:pt x="90663" y="3052187"/>
                </a:lnTo>
                <a:lnTo>
                  <a:pt x="67564" y="3013929"/>
                </a:lnTo>
                <a:lnTo>
                  <a:pt x="47573" y="2973726"/>
                </a:lnTo>
                <a:lnTo>
                  <a:pt x="30855" y="2931742"/>
                </a:lnTo>
                <a:lnTo>
                  <a:pt x="17573" y="2888142"/>
                </a:lnTo>
                <a:lnTo>
                  <a:pt x="7893" y="2843091"/>
                </a:lnTo>
                <a:lnTo>
                  <a:pt x="1980" y="2796754"/>
                </a:lnTo>
                <a:lnTo>
                  <a:pt x="0" y="2749296"/>
                </a:lnTo>
                <a:lnTo>
                  <a:pt x="0" y="550163"/>
                </a:lnTo>
                <a:lnTo>
                  <a:pt x="1980" y="502599"/>
                </a:lnTo>
                <a:lnTo>
                  <a:pt x="7893" y="456167"/>
                </a:lnTo>
                <a:lnTo>
                  <a:pt x="17573" y="411034"/>
                </a:lnTo>
                <a:lnTo>
                  <a:pt x="30855" y="367364"/>
                </a:lnTo>
                <a:lnTo>
                  <a:pt x="47573" y="325321"/>
                </a:lnTo>
                <a:lnTo>
                  <a:pt x="67564" y="285071"/>
                </a:lnTo>
                <a:lnTo>
                  <a:pt x="90663" y="246779"/>
                </a:lnTo>
                <a:lnTo>
                  <a:pt x="116703" y="210610"/>
                </a:lnTo>
                <a:lnTo>
                  <a:pt x="145521" y="176727"/>
                </a:lnTo>
                <a:lnTo>
                  <a:pt x="176951" y="145298"/>
                </a:lnTo>
                <a:lnTo>
                  <a:pt x="210828" y="116485"/>
                </a:lnTo>
                <a:lnTo>
                  <a:pt x="246989" y="90455"/>
                </a:lnTo>
                <a:lnTo>
                  <a:pt x="285266" y="67372"/>
                </a:lnTo>
                <a:lnTo>
                  <a:pt x="325496" y="47402"/>
                </a:lnTo>
                <a:lnTo>
                  <a:pt x="367514" y="30708"/>
                </a:lnTo>
                <a:lnTo>
                  <a:pt x="411155" y="17455"/>
                </a:lnTo>
                <a:lnTo>
                  <a:pt x="456253" y="7810"/>
                </a:lnTo>
                <a:lnTo>
                  <a:pt x="502644" y="1937"/>
                </a:lnTo>
                <a:lnTo>
                  <a:pt x="550163" y="0"/>
                </a:lnTo>
                <a:lnTo>
                  <a:pt x="4760976" y="0"/>
                </a:lnTo>
                <a:lnTo>
                  <a:pt x="4808323" y="1937"/>
                </a:lnTo>
                <a:lnTo>
                  <a:pt x="4854561" y="7810"/>
                </a:lnTo>
                <a:lnTo>
                  <a:pt x="4899522" y="17455"/>
                </a:lnTo>
                <a:lnTo>
                  <a:pt x="4943041" y="30708"/>
                </a:lnTo>
                <a:lnTo>
                  <a:pt x="4984950" y="47402"/>
                </a:lnTo>
                <a:lnTo>
                  <a:pt x="5025084" y="67372"/>
                </a:lnTo>
                <a:lnTo>
                  <a:pt x="5063276" y="90455"/>
                </a:lnTo>
                <a:lnTo>
                  <a:pt x="5099361" y="116485"/>
                </a:lnTo>
                <a:lnTo>
                  <a:pt x="5133171" y="145298"/>
                </a:lnTo>
                <a:lnTo>
                  <a:pt x="5164541" y="176727"/>
                </a:lnTo>
                <a:lnTo>
                  <a:pt x="5193304" y="210610"/>
                </a:lnTo>
                <a:lnTo>
                  <a:pt x="5219295" y="246779"/>
                </a:lnTo>
                <a:lnTo>
                  <a:pt x="5242346" y="285071"/>
                </a:lnTo>
                <a:lnTo>
                  <a:pt x="5262291" y="325321"/>
                </a:lnTo>
                <a:lnTo>
                  <a:pt x="5278965" y="367364"/>
                </a:lnTo>
                <a:lnTo>
                  <a:pt x="5292200" y="411034"/>
                </a:lnTo>
                <a:lnTo>
                  <a:pt x="5301831" y="456167"/>
                </a:lnTo>
                <a:lnTo>
                  <a:pt x="5307692" y="502599"/>
                </a:lnTo>
                <a:lnTo>
                  <a:pt x="5309616" y="550163"/>
                </a:lnTo>
                <a:lnTo>
                  <a:pt x="5309616" y="2749296"/>
                </a:lnTo>
                <a:lnTo>
                  <a:pt x="5307692" y="2796754"/>
                </a:lnTo>
                <a:lnTo>
                  <a:pt x="5301831" y="2843091"/>
                </a:lnTo>
                <a:lnTo>
                  <a:pt x="5292200" y="2888142"/>
                </a:lnTo>
                <a:lnTo>
                  <a:pt x="5278965" y="2931742"/>
                </a:lnTo>
                <a:lnTo>
                  <a:pt x="5262291" y="2973726"/>
                </a:lnTo>
                <a:lnTo>
                  <a:pt x="5242346" y="3013929"/>
                </a:lnTo>
                <a:lnTo>
                  <a:pt x="5219295" y="3052187"/>
                </a:lnTo>
                <a:lnTo>
                  <a:pt x="5193304" y="3088333"/>
                </a:lnTo>
                <a:lnTo>
                  <a:pt x="5164541" y="3122204"/>
                </a:lnTo>
                <a:lnTo>
                  <a:pt x="5133171" y="3153634"/>
                </a:lnTo>
                <a:lnTo>
                  <a:pt x="5099361" y="3182459"/>
                </a:lnTo>
                <a:lnTo>
                  <a:pt x="5063276" y="3208513"/>
                </a:lnTo>
                <a:lnTo>
                  <a:pt x="5025084" y="3231631"/>
                </a:lnTo>
                <a:lnTo>
                  <a:pt x="4984950" y="3251649"/>
                </a:lnTo>
                <a:lnTo>
                  <a:pt x="4943041" y="3268402"/>
                </a:lnTo>
                <a:lnTo>
                  <a:pt x="4899522" y="3281724"/>
                </a:lnTo>
                <a:lnTo>
                  <a:pt x="4854561" y="3291451"/>
                </a:lnTo>
                <a:lnTo>
                  <a:pt x="4808323" y="3297418"/>
                </a:lnTo>
                <a:lnTo>
                  <a:pt x="4760976" y="329945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03580" y="3269703"/>
            <a:ext cx="5323205" cy="3302000"/>
          </a:xfrm>
          <a:custGeom>
            <a:avLst/>
            <a:gdLst/>
            <a:ahLst/>
            <a:cxnLst/>
            <a:rect l="l" t="t" r="r" b="b"/>
            <a:pathLst>
              <a:path w="5323205" h="3302000">
                <a:moveTo>
                  <a:pt x="542226" y="12700"/>
                </a:moveTo>
                <a:lnTo>
                  <a:pt x="430707" y="12700"/>
                </a:lnTo>
                <a:lnTo>
                  <a:pt x="444220" y="0"/>
                </a:lnTo>
                <a:lnTo>
                  <a:pt x="556412" y="0"/>
                </a:lnTo>
                <a:lnTo>
                  <a:pt x="542226" y="12700"/>
                </a:lnTo>
                <a:close/>
              </a:path>
              <a:path w="5323205" h="3302000">
                <a:moveTo>
                  <a:pt x="4766868" y="12700"/>
                </a:moveTo>
                <a:lnTo>
                  <a:pt x="556336" y="12700"/>
                </a:lnTo>
                <a:lnTo>
                  <a:pt x="556412" y="0"/>
                </a:lnTo>
                <a:lnTo>
                  <a:pt x="4766779" y="0"/>
                </a:lnTo>
                <a:lnTo>
                  <a:pt x="4766868" y="12700"/>
                </a:lnTo>
                <a:close/>
              </a:path>
              <a:path w="5323205" h="3302000">
                <a:moveTo>
                  <a:pt x="4892497" y="12700"/>
                </a:moveTo>
                <a:lnTo>
                  <a:pt x="4780978" y="12700"/>
                </a:lnTo>
                <a:lnTo>
                  <a:pt x="4766779" y="0"/>
                </a:lnTo>
                <a:lnTo>
                  <a:pt x="4878984" y="0"/>
                </a:lnTo>
                <a:lnTo>
                  <a:pt x="4892497" y="12700"/>
                </a:lnTo>
                <a:close/>
              </a:path>
              <a:path w="5323205" h="3302000">
                <a:moveTo>
                  <a:pt x="433476" y="25400"/>
                </a:moveTo>
                <a:lnTo>
                  <a:pt x="377901" y="25400"/>
                </a:lnTo>
                <a:lnTo>
                  <a:pt x="390906" y="12700"/>
                </a:lnTo>
                <a:lnTo>
                  <a:pt x="446849" y="12700"/>
                </a:lnTo>
                <a:lnTo>
                  <a:pt x="433476" y="25400"/>
                </a:lnTo>
                <a:close/>
              </a:path>
              <a:path w="5323205" h="3302000">
                <a:moveTo>
                  <a:pt x="4945303" y="25400"/>
                </a:moveTo>
                <a:lnTo>
                  <a:pt x="4889728" y="25400"/>
                </a:lnTo>
                <a:lnTo>
                  <a:pt x="4876355" y="12700"/>
                </a:lnTo>
                <a:lnTo>
                  <a:pt x="4932299" y="12700"/>
                </a:lnTo>
                <a:lnTo>
                  <a:pt x="4945303" y="25400"/>
                </a:lnTo>
                <a:close/>
              </a:path>
              <a:path w="5323205" h="3302000">
                <a:moveTo>
                  <a:pt x="381901" y="38100"/>
                </a:moveTo>
                <a:lnTo>
                  <a:pt x="352336" y="38100"/>
                </a:lnTo>
                <a:lnTo>
                  <a:pt x="365048" y="25400"/>
                </a:lnTo>
                <a:lnTo>
                  <a:pt x="394754" y="25400"/>
                </a:lnTo>
                <a:lnTo>
                  <a:pt x="381901" y="38100"/>
                </a:lnTo>
                <a:close/>
              </a:path>
              <a:path w="5323205" h="3302000">
                <a:moveTo>
                  <a:pt x="4970868" y="38100"/>
                </a:moveTo>
                <a:lnTo>
                  <a:pt x="4941303" y="38100"/>
                </a:lnTo>
                <a:lnTo>
                  <a:pt x="4928450" y="25400"/>
                </a:lnTo>
                <a:lnTo>
                  <a:pt x="4958156" y="25400"/>
                </a:lnTo>
                <a:lnTo>
                  <a:pt x="4970868" y="38100"/>
                </a:lnTo>
                <a:close/>
              </a:path>
              <a:path w="5323205" h="3302000">
                <a:moveTo>
                  <a:pt x="344665" y="50800"/>
                </a:moveTo>
                <a:lnTo>
                  <a:pt x="315137" y="50800"/>
                </a:lnTo>
                <a:lnTo>
                  <a:pt x="327380" y="38100"/>
                </a:lnTo>
                <a:lnTo>
                  <a:pt x="357073" y="38100"/>
                </a:lnTo>
                <a:lnTo>
                  <a:pt x="344665" y="50800"/>
                </a:lnTo>
                <a:close/>
              </a:path>
              <a:path w="5323205" h="3302000">
                <a:moveTo>
                  <a:pt x="5008067" y="50800"/>
                </a:moveTo>
                <a:lnTo>
                  <a:pt x="4978539" y="50800"/>
                </a:lnTo>
                <a:lnTo>
                  <a:pt x="4966131" y="38100"/>
                </a:lnTo>
                <a:lnTo>
                  <a:pt x="4995824" y="38100"/>
                </a:lnTo>
                <a:lnTo>
                  <a:pt x="5008067" y="50800"/>
                </a:lnTo>
                <a:close/>
              </a:path>
              <a:path w="5323205" h="3302000">
                <a:moveTo>
                  <a:pt x="320586" y="63500"/>
                </a:moveTo>
                <a:lnTo>
                  <a:pt x="291147" y="63500"/>
                </a:lnTo>
                <a:lnTo>
                  <a:pt x="303060" y="50800"/>
                </a:lnTo>
                <a:lnTo>
                  <a:pt x="332689" y="50800"/>
                </a:lnTo>
                <a:lnTo>
                  <a:pt x="320586" y="63500"/>
                </a:lnTo>
                <a:close/>
              </a:path>
              <a:path w="5323205" h="3302000">
                <a:moveTo>
                  <a:pt x="5032057" y="63500"/>
                </a:moveTo>
                <a:lnTo>
                  <a:pt x="5002618" y="63500"/>
                </a:lnTo>
                <a:lnTo>
                  <a:pt x="4990515" y="50800"/>
                </a:lnTo>
                <a:lnTo>
                  <a:pt x="5020144" y="50800"/>
                </a:lnTo>
                <a:lnTo>
                  <a:pt x="5032057" y="63500"/>
                </a:lnTo>
                <a:close/>
              </a:path>
              <a:path w="5323205" h="3302000">
                <a:moveTo>
                  <a:pt x="297141" y="76200"/>
                </a:moveTo>
                <a:lnTo>
                  <a:pt x="267855" y="76200"/>
                </a:lnTo>
                <a:lnTo>
                  <a:pt x="279412" y="63500"/>
                </a:lnTo>
                <a:lnTo>
                  <a:pt x="308914" y="63500"/>
                </a:lnTo>
                <a:lnTo>
                  <a:pt x="297141" y="76200"/>
                </a:lnTo>
                <a:close/>
              </a:path>
              <a:path w="5323205" h="3302000">
                <a:moveTo>
                  <a:pt x="5055349" y="76200"/>
                </a:moveTo>
                <a:lnTo>
                  <a:pt x="5026063" y="76200"/>
                </a:lnTo>
                <a:lnTo>
                  <a:pt x="5014290" y="63500"/>
                </a:lnTo>
                <a:lnTo>
                  <a:pt x="5043792" y="63500"/>
                </a:lnTo>
                <a:lnTo>
                  <a:pt x="5055349" y="76200"/>
                </a:lnTo>
                <a:close/>
              </a:path>
              <a:path w="5323205" h="3302000">
                <a:moveTo>
                  <a:pt x="252323" y="101600"/>
                </a:moveTo>
                <a:lnTo>
                  <a:pt x="234276" y="101600"/>
                </a:lnTo>
                <a:lnTo>
                  <a:pt x="245275" y="88900"/>
                </a:lnTo>
                <a:lnTo>
                  <a:pt x="256476" y="76200"/>
                </a:lnTo>
                <a:lnTo>
                  <a:pt x="285813" y="76200"/>
                </a:lnTo>
                <a:lnTo>
                  <a:pt x="274383" y="88900"/>
                </a:lnTo>
                <a:lnTo>
                  <a:pt x="263385" y="88900"/>
                </a:lnTo>
                <a:lnTo>
                  <a:pt x="252323" y="101600"/>
                </a:lnTo>
                <a:close/>
              </a:path>
              <a:path w="5323205" h="3302000">
                <a:moveTo>
                  <a:pt x="5088928" y="101600"/>
                </a:moveTo>
                <a:lnTo>
                  <a:pt x="5070881" y="101600"/>
                </a:lnTo>
                <a:lnTo>
                  <a:pt x="5059807" y="88900"/>
                </a:lnTo>
                <a:lnTo>
                  <a:pt x="5048821" y="88900"/>
                </a:lnTo>
                <a:lnTo>
                  <a:pt x="5037391" y="76200"/>
                </a:lnTo>
                <a:lnTo>
                  <a:pt x="5066728" y="76200"/>
                </a:lnTo>
                <a:lnTo>
                  <a:pt x="5077929" y="88900"/>
                </a:lnTo>
                <a:lnTo>
                  <a:pt x="5088928" y="101600"/>
                </a:lnTo>
                <a:close/>
              </a:path>
              <a:path w="5323205" h="3302000">
                <a:moveTo>
                  <a:pt x="220649" y="127000"/>
                </a:moveTo>
                <a:lnTo>
                  <a:pt x="202450" y="127000"/>
                </a:lnTo>
                <a:lnTo>
                  <a:pt x="212864" y="114300"/>
                </a:lnTo>
                <a:lnTo>
                  <a:pt x="223469" y="101600"/>
                </a:lnTo>
                <a:lnTo>
                  <a:pt x="241693" y="101600"/>
                </a:lnTo>
                <a:lnTo>
                  <a:pt x="231013" y="114300"/>
                </a:lnTo>
                <a:lnTo>
                  <a:pt x="220649" y="127000"/>
                </a:lnTo>
                <a:close/>
              </a:path>
              <a:path w="5323205" h="3302000">
                <a:moveTo>
                  <a:pt x="5120754" y="127000"/>
                </a:moveTo>
                <a:lnTo>
                  <a:pt x="5102555" y="127000"/>
                </a:lnTo>
                <a:lnTo>
                  <a:pt x="5092065" y="114300"/>
                </a:lnTo>
                <a:lnTo>
                  <a:pt x="5081511" y="101600"/>
                </a:lnTo>
                <a:lnTo>
                  <a:pt x="5099735" y="101600"/>
                </a:lnTo>
                <a:lnTo>
                  <a:pt x="5110340" y="114300"/>
                </a:lnTo>
                <a:lnTo>
                  <a:pt x="5120754" y="127000"/>
                </a:lnTo>
                <a:close/>
              </a:path>
              <a:path w="5323205" h="3302000">
                <a:moveTo>
                  <a:pt x="190754" y="152400"/>
                </a:moveTo>
                <a:lnTo>
                  <a:pt x="172491" y="152400"/>
                </a:lnTo>
                <a:lnTo>
                  <a:pt x="182270" y="139700"/>
                </a:lnTo>
                <a:lnTo>
                  <a:pt x="192252" y="127000"/>
                </a:lnTo>
                <a:lnTo>
                  <a:pt x="210591" y="127000"/>
                </a:lnTo>
                <a:lnTo>
                  <a:pt x="200507" y="139700"/>
                </a:lnTo>
                <a:lnTo>
                  <a:pt x="190754" y="152400"/>
                </a:lnTo>
                <a:close/>
              </a:path>
              <a:path w="5323205" h="3302000">
                <a:moveTo>
                  <a:pt x="5150713" y="152400"/>
                </a:moveTo>
                <a:lnTo>
                  <a:pt x="5132451" y="152400"/>
                </a:lnTo>
                <a:lnTo>
                  <a:pt x="5122583" y="139700"/>
                </a:lnTo>
                <a:lnTo>
                  <a:pt x="5112613" y="127000"/>
                </a:lnTo>
                <a:lnTo>
                  <a:pt x="5130952" y="127000"/>
                </a:lnTo>
                <a:lnTo>
                  <a:pt x="5140934" y="139700"/>
                </a:lnTo>
                <a:lnTo>
                  <a:pt x="5150713" y="152400"/>
                </a:lnTo>
                <a:close/>
              </a:path>
              <a:path w="5323205" h="3302000">
                <a:moveTo>
                  <a:pt x="153873" y="190500"/>
                </a:moveTo>
                <a:lnTo>
                  <a:pt x="135661" y="190500"/>
                </a:lnTo>
                <a:lnTo>
                  <a:pt x="144526" y="177800"/>
                </a:lnTo>
                <a:lnTo>
                  <a:pt x="153619" y="165100"/>
                </a:lnTo>
                <a:lnTo>
                  <a:pt x="162953" y="152400"/>
                </a:lnTo>
                <a:lnTo>
                  <a:pt x="181317" y="152400"/>
                </a:lnTo>
                <a:lnTo>
                  <a:pt x="171869" y="165100"/>
                </a:lnTo>
                <a:lnTo>
                  <a:pt x="162763" y="177800"/>
                </a:lnTo>
                <a:lnTo>
                  <a:pt x="153873" y="190500"/>
                </a:lnTo>
                <a:close/>
              </a:path>
              <a:path w="5323205" h="3302000">
                <a:moveTo>
                  <a:pt x="5187543" y="190500"/>
                </a:moveTo>
                <a:lnTo>
                  <a:pt x="5169331" y="190500"/>
                </a:lnTo>
                <a:lnTo>
                  <a:pt x="5160340" y="177800"/>
                </a:lnTo>
                <a:lnTo>
                  <a:pt x="5151221" y="165100"/>
                </a:lnTo>
                <a:lnTo>
                  <a:pt x="5141887" y="152400"/>
                </a:lnTo>
                <a:lnTo>
                  <a:pt x="5160251" y="152400"/>
                </a:lnTo>
                <a:lnTo>
                  <a:pt x="5169585" y="165100"/>
                </a:lnTo>
                <a:lnTo>
                  <a:pt x="5178679" y="177800"/>
                </a:lnTo>
                <a:lnTo>
                  <a:pt x="5187543" y="190500"/>
                </a:lnTo>
                <a:close/>
              </a:path>
              <a:path w="5323205" h="3302000">
                <a:moveTo>
                  <a:pt x="84683" y="279400"/>
                </a:moveTo>
                <a:lnTo>
                  <a:pt x="73710" y="279400"/>
                </a:lnTo>
                <a:lnTo>
                  <a:pt x="80543" y="266700"/>
                </a:lnTo>
                <a:lnTo>
                  <a:pt x="102641" y="228600"/>
                </a:lnTo>
                <a:lnTo>
                  <a:pt x="127038" y="190500"/>
                </a:lnTo>
                <a:lnTo>
                  <a:pt x="145313" y="190500"/>
                </a:lnTo>
                <a:lnTo>
                  <a:pt x="136791" y="203200"/>
                </a:lnTo>
                <a:lnTo>
                  <a:pt x="128600" y="215900"/>
                </a:lnTo>
                <a:lnTo>
                  <a:pt x="120650" y="228600"/>
                </a:lnTo>
                <a:lnTo>
                  <a:pt x="112953" y="241300"/>
                </a:lnTo>
                <a:lnTo>
                  <a:pt x="105587" y="241300"/>
                </a:lnTo>
                <a:lnTo>
                  <a:pt x="98298" y="254000"/>
                </a:lnTo>
                <a:lnTo>
                  <a:pt x="91363" y="266700"/>
                </a:lnTo>
                <a:lnTo>
                  <a:pt x="84683" y="279400"/>
                </a:lnTo>
                <a:close/>
              </a:path>
              <a:path w="5323205" h="3302000">
                <a:moveTo>
                  <a:pt x="5249494" y="279400"/>
                </a:moveTo>
                <a:lnTo>
                  <a:pt x="5238521" y="279400"/>
                </a:lnTo>
                <a:lnTo>
                  <a:pt x="5231765" y="266700"/>
                </a:lnTo>
                <a:lnTo>
                  <a:pt x="5224818" y="254000"/>
                </a:lnTo>
                <a:lnTo>
                  <a:pt x="5217617" y="241300"/>
                </a:lnTo>
                <a:lnTo>
                  <a:pt x="5210251" y="241300"/>
                </a:lnTo>
                <a:lnTo>
                  <a:pt x="5202466" y="228600"/>
                </a:lnTo>
                <a:lnTo>
                  <a:pt x="5194515" y="215900"/>
                </a:lnTo>
                <a:lnTo>
                  <a:pt x="5186324" y="203200"/>
                </a:lnTo>
                <a:lnTo>
                  <a:pt x="5177891" y="190500"/>
                </a:lnTo>
                <a:lnTo>
                  <a:pt x="5196166" y="190500"/>
                </a:lnTo>
                <a:lnTo>
                  <a:pt x="5204548" y="203200"/>
                </a:lnTo>
                <a:lnTo>
                  <a:pt x="5228183" y="241300"/>
                </a:lnTo>
                <a:lnTo>
                  <a:pt x="5242661" y="266700"/>
                </a:lnTo>
                <a:lnTo>
                  <a:pt x="5249494" y="279400"/>
                </a:lnTo>
                <a:close/>
              </a:path>
              <a:path w="5323205" h="3302000">
                <a:moveTo>
                  <a:pt x="72199" y="2997200"/>
                </a:moveTo>
                <a:lnTo>
                  <a:pt x="54864" y="2997200"/>
                </a:lnTo>
                <a:lnTo>
                  <a:pt x="49149" y="2984500"/>
                </a:lnTo>
                <a:lnTo>
                  <a:pt x="33756" y="2946400"/>
                </a:lnTo>
                <a:lnTo>
                  <a:pt x="21107" y="2908300"/>
                </a:lnTo>
                <a:lnTo>
                  <a:pt x="17513" y="2882900"/>
                </a:lnTo>
                <a:lnTo>
                  <a:pt x="14249" y="2870200"/>
                </a:lnTo>
                <a:lnTo>
                  <a:pt x="6413" y="2832100"/>
                </a:lnTo>
                <a:lnTo>
                  <a:pt x="1625" y="2794000"/>
                </a:lnTo>
                <a:lnTo>
                  <a:pt x="0" y="2755900"/>
                </a:lnTo>
                <a:lnTo>
                  <a:pt x="0" y="546100"/>
                </a:lnTo>
                <a:lnTo>
                  <a:pt x="1625" y="508000"/>
                </a:lnTo>
                <a:lnTo>
                  <a:pt x="6413" y="469900"/>
                </a:lnTo>
                <a:lnTo>
                  <a:pt x="8686" y="457200"/>
                </a:lnTo>
                <a:lnTo>
                  <a:pt x="11303" y="431800"/>
                </a:lnTo>
                <a:lnTo>
                  <a:pt x="21107" y="393700"/>
                </a:lnTo>
                <a:lnTo>
                  <a:pt x="33756" y="355600"/>
                </a:lnTo>
                <a:lnTo>
                  <a:pt x="49149" y="317500"/>
                </a:lnTo>
                <a:lnTo>
                  <a:pt x="67144" y="279400"/>
                </a:lnTo>
                <a:lnTo>
                  <a:pt x="84759" y="279400"/>
                </a:lnTo>
                <a:lnTo>
                  <a:pt x="78270" y="292100"/>
                </a:lnTo>
                <a:lnTo>
                  <a:pt x="72136" y="304800"/>
                </a:lnTo>
                <a:lnTo>
                  <a:pt x="66268" y="317500"/>
                </a:lnTo>
                <a:lnTo>
                  <a:pt x="60693" y="330200"/>
                </a:lnTo>
                <a:lnTo>
                  <a:pt x="55384" y="342900"/>
                </a:lnTo>
                <a:lnTo>
                  <a:pt x="50380" y="355600"/>
                </a:lnTo>
                <a:lnTo>
                  <a:pt x="45656" y="368300"/>
                </a:lnTo>
                <a:lnTo>
                  <a:pt x="41236" y="381000"/>
                </a:lnTo>
                <a:lnTo>
                  <a:pt x="37122" y="393700"/>
                </a:lnTo>
                <a:lnTo>
                  <a:pt x="33299" y="406400"/>
                </a:lnTo>
                <a:lnTo>
                  <a:pt x="29794" y="419100"/>
                </a:lnTo>
                <a:lnTo>
                  <a:pt x="26606" y="431800"/>
                </a:lnTo>
                <a:lnTo>
                  <a:pt x="23723" y="444500"/>
                </a:lnTo>
                <a:lnTo>
                  <a:pt x="21170" y="457200"/>
                </a:lnTo>
                <a:lnTo>
                  <a:pt x="18948" y="469900"/>
                </a:lnTo>
                <a:lnTo>
                  <a:pt x="17056" y="482600"/>
                </a:lnTo>
                <a:lnTo>
                  <a:pt x="15493" y="495300"/>
                </a:lnTo>
                <a:lnTo>
                  <a:pt x="14274" y="508000"/>
                </a:lnTo>
                <a:lnTo>
                  <a:pt x="13398" y="520700"/>
                </a:lnTo>
                <a:lnTo>
                  <a:pt x="12877" y="533400"/>
                </a:lnTo>
                <a:lnTo>
                  <a:pt x="12700" y="546100"/>
                </a:lnTo>
                <a:lnTo>
                  <a:pt x="12700" y="2755900"/>
                </a:lnTo>
                <a:lnTo>
                  <a:pt x="12877" y="2768600"/>
                </a:lnTo>
                <a:lnTo>
                  <a:pt x="13411" y="2781300"/>
                </a:lnTo>
                <a:lnTo>
                  <a:pt x="14287" y="2794000"/>
                </a:lnTo>
                <a:lnTo>
                  <a:pt x="15519" y="2806700"/>
                </a:lnTo>
                <a:lnTo>
                  <a:pt x="17081" y="2819400"/>
                </a:lnTo>
                <a:lnTo>
                  <a:pt x="18973" y="2832100"/>
                </a:lnTo>
                <a:lnTo>
                  <a:pt x="21209" y="2844800"/>
                </a:lnTo>
                <a:lnTo>
                  <a:pt x="23761" y="2857500"/>
                </a:lnTo>
                <a:lnTo>
                  <a:pt x="26631" y="2870200"/>
                </a:lnTo>
                <a:lnTo>
                  <a:pt x="29832" y="2882900"/>
                </a:lnTo>
                <a:lnTo>
                  <a:pt x="33337" y="2895600"/>
                </a:lnTo>
                <a:lnTo>
                  <a:pt x="37160" y="2908300"/>
                </a:lnTo>
                <a:lnTo>
                  <a:pt x="41287" y="2921000"/>
                </a:lnTo>
                <a:lnTo>
                  <a:pt x="45707" y="2933700"/>
                </a:lnTo>
                <a:lnTo>
                  <a:pt x="50431" y="2946400"/>
                </a:lnTo>
                <a:lnTo>
                  <a:pt x="55448" y="2959100"/>
                </a:lnTo>
                <a:lnTo>
                  <a:pt x="60756" y="2971800"/>
                </a:lnTo>
                <a:lnTo>
                  <a:pt x="66344" y="2984500"/>
                </a:lnTo>
                <a:lnTo>
                  <a:pt x="72199" y="2997200"/>
                </a:lnTo>
                <a:close/>
              </a:path>
              <a:path w="5323205" h="3302000">
                <a:moveTo>
                  <a:pt x="5268341" y="2997200"/>
                </a:moveTo>
                <a:lnTo>
                  <a:pt x="5251005" y="2997200"/>
                </a:lnTo>
                <a:lnTo>
                  <a:pt x="5256936" y="2984500"/>
                </a:lnTo>
                <a:lnTo>
                  <a:pt x="5262511" y="2971800"/>
                </a:lnTo>
                <a:lnTo>
                  <a:pt x="5267820" y="2959100"/>
                </a:lnTo>
                <a:lnTo>
                  <a:pt x="5272824" y="2946400"/>
                </a:lnTo>
                <a:lnTo>
                  <a:pt x="5277548" y="2933700"/>
                </a:lnTo>
                <a:lnTo>
                  <a:pt x="5281968" y="2921000"/>
                </a:lnTo>
                <a:lnTo>
                  <a:pt x="5286082" y="2908300"/>
                </a:lnTo>
                <a:lnTo>
                  <a:pt x="5289905" y="2895600"/>
                </a:lnTo>
                <a:lnTo>
                  <a:pt x="5293410" y="2882900"/>
                </a:lnTo>
                <a:lnTo>
                  <a:pt x="5296598" y="2870200"/>
                </a:lnTo>
                <a:lnTo>
                  <a:pt x="5299481" y="2857500"/>
                </a:lnTo>
                <a:lnTo>
                  <a:pt x="5302034" y="2844800"/>
                </a:lnTo>
                <a:lnTo>
                  <a:pt x="5304256" y="2832100"/>
                </a:lnTo>
                <a:lnTo>
                  <a:pt x="5306148" y="2819400"/>
                </a:lnTo>
                <a:lnTo>
                  <a:pt x="5307711" y="2806700"/>
                </a:lnTo>
                <a:lnTo>
                  <a:pt x="5308930" y="2794000"/>
                </a:lnTo>
                <a:lnTo>
                  <a:pt x="5309806" y="2781300"/>
                </a:lnTo>
                <a:lnTo>
                  <a:pt x="5310327" y="2768600"/>
                </a:lnTo>
                <a:lnTo>
                  <a:pt x="5310505" y="2755900"/>
                </a:lnTo>
                <a:lnTo>
                  <a:pt x="5310505" y="546100"/>
                </a:lnTo>
                <a:lnTo>
                  <a:pt x="5310327" y="533400"/>
                </a:lnTo>
                <a:lnTo>
                  <a:pt x="5309793" y="520700"/>
                </a:lnTo>
                <a:lnTo>
                  <a:pt x="5308917" y="508000"/>
                </a:lnTo>
                <a:lnTo>
                  <a:pt x="5307685" y="495300"/>
                </a:lnTo>
                <a:lnTo>
                  <a:pt x="5306123" y="482600"/>
                </a:lnTo>
                <a:lnTo>
                  <a:pt x="5304231" y="469900"/>
                </a:lnTo>
                <a:lnTo>
                  <a:pt x="5301996" y="457200"/>
                </a:lnTo>
                <a:lnTo>
                  <a:pt x="5299443" y="444500"/>
                </a:lnTo>
                <a:lnTo>
                  <a:pt x="5296560" y="431800"/>
                </a:lnTo>
                <a:lnTo>
                  <a:pt x="5293372" y="419100"/>
                </a:lnTo>
                <a:lnTo>
                  <a:pt x="5289854" y="406400"/>
                </a:lnTo>
                <a:lnTo>
                  <a:pt x="5286044" y="393700"/>
                </a:lnTo>
                <a:lnTo>
                  <a:pt x="5281917" y="381000"/>
                </a:lnTo>
                <a:lnTo>
                  <a:pt x="5277497" y="368300"/>
                </a:lnTo>
                <a:lnTo>
                  <a:pt x="5272773" y="355600"/>
                </a:lnTo>
                <a:lnTo>
                  <a:pt x="5267756" y="342900"/>
                </a:lnTo>
                <a:lnTo>
                  <a:pt x="5262448" y="330200"/>
                </a:lnTo>
                <a:lnTo>
                  <a:pt x="5256860" y="317500"/>
                </a:lnTo>
                <a:lnTo>
                  <a:pt x="5251005" y="304800"/>
                </a:lnTo>
                <a:lnTo>
                  <a:pt x="5244858" y="292100"/>
                </a:lnTo>
                <a:lnTo>
                  <a:pt x="5238445" y="279400"/>
                </a:lnTo>
                <a:lnTo>
                  <a:pt x="5256060" y="279400"/>
                </a:lnTo>
                <a:lnTo>
                  <a:pt x="5274056" y="317500"/>
                </a:lnTo>
                <a:lnTo>
                  <a:pt x="5289448" y="355600"/>
                </a:lnTo>
                <a:lnTo>
                  <a:pt x="5302097" y="393700"/>
                </a:lnTo>
                <a:lnTo>
                  <a:pt x="5311902" y="431800"/>
                </a:lnTo>
                <a:lnTo>
                  <a:pt x="5314518" y="457200"/>
                </a:lnTo>
                <a:lnTo>
                  <a:pt x="5316791" y="469900"/>
                </a:lnTo>
                <a:lnTo>
                  <a:pt x="5321579" y="508000"/>
                </a:lnTo>
                <a:lnTo>
                  <a:pt x="5323205" y="546100"/>
                </a:lnTo>
                <a:lnTo>
                  <a:pt x="5323205" y="2755900"/>
                </a:lnTo>
                <a:lnTo>
                  <a:pt x="5321579" y="2794000"/>
                </a:lnTo>
                <a:lnTo>
                  <a:pt x="5316791" y="2832100"/>
                </a:lnTo>
                <a:lnTo>
                  <a:pt x="5308955" y="2870200"/>
                </a:lnTo>
                <a:lnTo>
                  <a:pt x="5305691" y="2882900"/>
                </a:lnTo>
                <a:lnTo>
                  <a:pt x="5302097" y="2908300"/>
                </a:lnTo>
                <a:lnTo>
                  <a:pt x="5289448" y="2946400"/>
                </a:lnTo>
                <a:lnTo>
                  <a:pt x="5274056" y="2984500"/>
                </a:lnTo>
                <a:lnTo>
                  <a:pt x="5268341" y="2997200"/>
                </a:lnTo>
                <a:close/>
              </a:path>
              <a:path w="5323205" h="3302000">
                <a:moveTo>
                  <a:pt x="136880" y="3098800"/>
                </a:moveTo>
                <a:lnTo>
                  <a:pt x="118656" y="3098800"/>
                </a:lnTo>
                <a:lnTo>
                  <a:pt x="110528" y="3086100"/>
                </a:lnTo>
                <a:lnTo>
                  <a:pt x="87655" y="3048000"/>
                </a:lnTo>
                <a:lnTo>
                  <a:pt x="67144" y="3009900"/>
                </a:lnTo>
                <a:lnTo>
                  <a:pt x="60871" y="2997200"/>
                </a:lnTo>
                <a:lnTo>
                  <a:pt x="72136" y="2997200"/>
                </a:lnTo>
                <a:lnTo>
                  <a:pt x="78346" y="3009900"/>
                </a:lnTo>
                <a:lnTo>
                  <a:pt x="84759" y="3022600"/>
                </a:lnTo>
                <a:lnTo>
                  <a:pt x="91440" y="3035300"/>
                </a:lnTo>
                <a:lnTo>
                  <a:pt x="98386" y="3048000"/>
                </a:lnTo>
                <a:lnTo>
                  <a:pt x="105498" y="3048000"/>
                </a:lnTo>
                <a:lnTo>
                  <a:pt x="113042" y="3060700"/>
                </a:lnTo>
                <a:lnTo>
                  <a:pt x="120738" y="3073400"/>
                </a:lnTo>
                <a:lnTo>
                  <a:pt x="128689" y="3086100"/>
                </a:lnTo>
                <a:lnTo>
                  <a:pt x="136880" y="3098800"/>
                </a:lnTo>
                <a:close/>
              </a:path>
              <a:path w="5323205" h="3302000">
                <a:moveTo>
                  <a:pt x="5204548" y="3098800"/>
                </a:moveTo>
                <a:lnTo>
                  <a:pt x="5186324" y="3098800"/>
                </a:lnTo>
                <a:lnTo>
                  <a:pt x="5194604" y="3086100"/>
                </a:lnTo>
                <a:lnTo>
                  <a:pt x="5202555" y="3073400"/>
                </a:lnTo>
                <a:lnTo>
                  <a:pt x="5210251" y="3060700"/>
                </a:lnTo>
                <a:lnTo>
                  <a:pt x="5217706" y="3048000"/>
                </a:lnTo>
                <a:lnTo>
                  <a:pt x="5224818" y="3048000"/>
                </a:lnTo>
                <a:lnTo>
                  <a:pt x="5231841" y="3035300"/>
                </a:lnTo>
                <a:lnTo>
                  <a:pt x="5238521" y="3022600"/>
                </a:lnTo>
                <a:lnTo>
                  <a:pt x="5244934" y="3009900"/>
                </a:lnTo>
                <a:lnTo>
                  <a:pt x="5251069" y="2997200"/>
                </a:lnTo>
                <a:lnTo>
                  <a:pt x="5262333" y="2997200"/>
                </a:lnTo>
                <a:lnTo>
                  <a:pt x="5256060" y="3009900"/>
                </a:lnTo>
                <a:lnTo>
                  <a:pt x="5235549" y="3048000"/>
                </a:lnTo>
                <a:lnTo>
                  <a:pt x="5212676" y="3086100"/>
                </a:lnTo>
                <a:lnTo>
                  <a:pt x="5204548" y="3098800"/>
                </a:lnTo>
                <a:close/>
              </a:path>
              <a:path w="5323205" h="3302000">
                <a:moveTo>
                  <a:pt x="181317" y="3149600"/>
                </a:moveTo>
                <a:lnTo>
                  <a:pt x="162953" y="3149600"/>
                </a:lnTo>
                <a:lnTo>
                  <a:pt x="153619" y="3136900"/>
                </a:lnTo>
                <a:lnTo>
                  <a:pt x="144526" y="3124200"/>
                </a:lnTo>
                <a:lnTo>
                  <a:pt x="135661" y="3111500"/>
                </a:lnTo>
                <a:lnTo>
                  <a:pt x="127038" y="3098800"/>
                </a:lnTo>
                <a:lnTo>
                  <a:pt x="136791" y="3098800"/>
                </a:lnTo>
                <a:lnTo>
                  <a:pt x="145313" y="3111500"/>
                </a:lnTo>
                <a:lnTo>
                  <a:pt x="153873" y="3111500"/>
                </a:lnTo>
                <a:lnTo>
                  <a:pt x="162864" y="3124200"/>
                </a:lnTo>
                <a:lnTo>
                  <a:pt x="171983" y="3136900"/>
                </a:lnTo>
                <a:lnTo>
                  <a:pt x="181317" y="3149600"/>
                </a:lnTo>
                <a:close/>
              </a:path>
              <a:path w="5323205" h="3302000">
                <a:moveTo>
                  <a:pt x="5160251" y="3149600"/>
                </a:moveTo>
                <a:lnTo>
                  <a:pt x="5141887" y="3149600"/>
                </a:lnTo>
                <a:lnTo>
                  <a:pt x="5151335" y="3136900"/>
                </a:lnTo>
                <a:lnTo>
                  <a:pt x="5160441" y="3124200"/>
                </a:lnTo>
                <a:lnTo>
                  <a:pt x="5169331" y="3111500"/>
                </a:lnTo>
                <a:lnTo>
                  <a:pt x="5177891" y="3111500"/>
                </a:lnTo>
                <a:lnTo>
                  <a:pt x="5186413" y="3098800"/>
                </a:lnTo>
                <a:lnTo>
                  <a:pt x="5196166" y="3098800"/>
                </a:lnTo>
                <a:lnTo>
                  <a:pt x="5187543" y="3111500"/>
                </a:lnTo>
                <a:lnTo>
                  <a:pt x="5178679" y="3124200"/>
                </a:lnTo>
                <a:lnTo>
                  <a:pt x="5169585" y="3136900"/>
                </a:lnTo>
                <a:lnTo>
                  <a:pt x="5160251" y="3149600"/>
                </a:lnTo>
                <a:close/>
              </a:path>
              <a:path w="5323205" h="3302000">
                <a:moveTo>
                  <a:pt x="210591" y="3175000"/>
                </a:moveTo>
                <a:lnTo>
                  <a:pt x="192252" y="3175000"/>
                </a:lnTo>
                <a:lnTo>
                  <a:pt x="182270" y="3162300"/>
                </a:lnTo>
                <a:lnTo>
                  <a:pt x="172491" y="3149600"/>
                </a:lnTo>
                <a:lnTo>
                  <a:pt x="190754" y="3149600"/>
                </a:lnTo>
                <a:lnTo>
                  <a:pt x="200621" y="3162300"/>
                </a:lnTo>
                <a:lnTo>
                  <a:pt x="210591" y="3175000"/>
                </a:lnTo>
                <a:close/>
              </a:path>
              <a:path w="5323205" h="3302000">
                <a:moveTo>
                  <a:pt x="5130952" y="3175000"/>
                </a:moveTo>
                <a:lnTo>
                  <a:pt x="5112613" y="3175000"/>
                </a:lnTo>
                <a:lnTo>
                  <a:pt x="5122697" y="3162300"/>
                </a:lnTo>
                <a:lnTo>
                  <a:pt x="5132451" y="3149600"/>
                </a:lnTo>
                <a:lnTo>
                  <a:pt x="5150713" y="3149600"/>
                </a:lnTo>
                <a:lnTo>
                  <a:pt x="5140934" y="3162300"/>
                </a:lnTo>
                <a:lnTo>
                  <a:pt x="5130952" y="3175000"/>
                </a:lnTo>
                <a:close/>
              </a:path>
              <a:path w="5323205" h="3302000">
                <a:moveTo>
                  <a:pt x="252450" y="3200400"/>
                </a:moveTo>
                <a:lnTo>
                  <a:pt x="223469" y="3200400"/>
                </a:lnTo>
                <a:lnTo>
                  <a:pt x="212864" y="3187700"/>
                </a:lnTo>
                <a:lnTo>
                  <a:pt x="202450" y="3175000"/>
                </a:lnTo>
                <a:lnTo>
                  <a:pt x="220649" y="3175000"/>
                </a:lnTo>
                <a:lnTo>
                  <a:pt x="231139" y="3187700"/>
                </a:lnTo>
                <a:lnTo>
                  <a:pt x="241579" y="3187700"/>
                </a:lnTo>
                <a:lnTo>
                  <a:pt x="252450" y="3200400"/>
                </a:lnTo>
                <a:close/>
              </a:path>
              <a:path w="5323205" h="3302000">
                <a:moveTo>
                  <a:pt x="5099735" y="3200400"/>
                </a:moveTo>
                <a:lnTo>
                  <a:pt x="5070754" y="3200400"/>
                </a:lnTo>
                <a:lnTo>
                  <a:pt x="5081625" y="3187700"/>
                </a:lnTo>
                <a:lnTo>
                  <a:pt x="5092065" y="3187700"/>
                </a:lnTo>
                <a:lnTo>
                  <a:pt x="5102555" y="3175000"/>
                </a:lnTo>
                <a:lnTo>
                  <a:pt x="5120754" y="3175000"/>
                </a:lnTo>
                <a:lnTo>
                  <a:pt x="5110340" y="3187700"/>
                </a:lnTo>
                <a:lnTo>
                  <a:pt x="5099735" y="3200400"/>
                </a:lnTo>
                <a:close/>
              </a:path>
              <a:path w="5323205" h="3302000">
                <a:moveTo>
                  <a:pt x="263385" y="3213100"/>
                </a:moveTo>
                <a:lnTo>
                  <a:pt x="245275" y="3213100"/>
                </a:lnTo>
                <a:lnTo>
                  <a:pt x="234276" y="3200400"/>
                </a:lnTo>
                <a:lnTo>
                  <a:pt x="252323" y="3200400"/>
                </a:lnTo>
                <a:lnTo>
                  <a:pt x="263385" y="3213100"/>
                </a:lnTo>
                <a:close/>
              </a:path>
              <a:path w="5323205" h="3302000">
                <a:moveTo>
                  <a:pt x="5077929" y="3213100"/>
                </a:moveTo>
                <a:lnTo>
                  <a:pt x="5059807" y="3213100"/>
                </a:lnTo>
                <a:lnTo>
                  <a:pt x="5070881" y="3200400"/>
                </a:lnTo>
                <a:lnTo>
                  <a:pt x="5088928" y="3200400"/>
                </a:lnTo>
                <a:lnTo>
                  <a:pt x="5077929" y="3213100"/>
                </a:lnTo>
                <a:close/>
              </a:path>
              <a:path w="5323205" h="3302000">
                <a:moveTo>
                  <a:pt x="308914" y="3238500"/>
                </a:moveTo>
                <a:lnTo>
                  <a:pt x="279412" y="3238500"/>
                </a:lnTo>
                <a:lnTo>
                  <a:pt x="267855" y="3225800"/>
                </a:lnTo>
                <a:lnTo>
                  <a:pt x="256476" y="3213100"/>
                </a:lnTo>
                <a:lnTo>
                  <a:pt x="274383" y="3213100"/>
                </a:lnTo>
                <a:lnTo>
                  <a:pt x="285813" y="3225800"/>
                </a:lnTo>
                <a:lnTo>
                  <a:pt x="297141" y="3225800"/>
                </a:lnTo>
                <a:lnTo>
                  <a:pt x="308914" y="3238500"/>
                </a:lnTo>
                <a:close/>
              </a:path>
              <a:path w="5323205" h="3302000">
                <a:moveTo>
                  <a:pt x="5043792" y="3238500"/>
                </a:moveTo>
                <a:lnTo>
                  <a:pt x="5014290" y="3238500"/>
                </a:lnTo>
                <a:lnTo>
                  <a:pt x="5026063" y="3225800"/>
                </a:lnTo>
                <a:lnTo>
                  <a:pt x="5037391" y="3225800"/>
                </a:lnTo>
                <a:lnTo>
                  <a:pt x="5048821" y="3213100"/>
                </a:lnTo>
                <a:lnTo>
                  <a:pt x="5066728" y="3213100"/>
                </a:lnTo>
                <a:lnTo>
                  <a:pt x="5055349" y="3225800"/>
                </a:lnTo>
                <a:lnTo>
                  <a:pt x="5043792" y="3238500"/>
                </a:lnTo>
                <a:close/>
              </a:path>
              <a:path w="5323205" h="3302000">
                <a:moveTo>
                  <a:pt x="332689" y="3251200"/>
                </a:moveTo>
                <a:lnTo>
                  <a:pt x="303060" y="3251200"/>
                </a:lnTo>
                <a:lnTo>
                  <a:pt x="291147" y="3238500"/>
                </a:lnTo>
                <a:lnTo>
                  <a:pt x="320586" y="3238500"/>
                </a:lnTo>
                <a:lnTo>
                  <a:pt x="332689" y="3251200"/>
                </a:lnTo>
                <a:close/>
              </a:path>
              <a:path w="5323205" h="3302000">
                <a:moveTo>
                  <a:pt x="5020144" y="3251200"/>
                </a:moveTo>
                <a:lnTo>
                  <a:pt x="4990515" y="3251200"/>
                </a:lnTo>
                <a:lnTo>
                  <a:pt x="5002618" y="3238500"/>
                </a:lnTo>
                <a:lnTo>
                  <a:pt x="5032057" y="3238500"/>
                </a:lnTo>
                <a:lnTo>
                  <a:pt x="5020144" y="3251200"/>
                </a:lnTo>
                <a:close/>
              </a:path>
              <a:path w="5323205" h="3302000">
                <a:moveTo>
                  <a:pt x="369493" y="3263900"/>
                </a:moveTo>
                <a:lnTo>
                  <a:pt x="339788" y="3263900"/>
                </a:lnTo>
                <a:lnTo>
                  <a:pt x="327380" y="3251200"/>
                </a:lnTo>
                <a:lnTo>
                  <a:pt x="356933" y="3251200"/>
                </a:lnTo>
                <a:lnTo>
                  <a:pt x="369493" y="3263900"/>
                </a:lnTo>
                <a:close/>
              </a:path>
              <a:path w="5323205" h="3302000">
                <a:moveTo>
                  <a:pt x="4983416" y="3263900"/>
                </a:moveTo>
                <a:lnTo>
                  <a:pt x="4953711" y="3263900"/>
                </a:lnTo>
                <a:lnTo>
                  <a:pt x="4966271" y="3251200"/>
                </a:lnTo>
                <a:lnTo>
                  <a:pt x="4995824" y="3251200"/>
                </a:lnTo>
                <a:lnTo>
                  <a:pt x="4983416" y="3263900"/>
                </a:lnTo>
                <a:close/>
              </a:path>
              <a:path w="5323205" h="3302000">
                <a:moveTo>
                  <a:pt x="407581" y="3276600"/>
                </a:moveTo>
                <a:lnTo>
                  <a:pt x="365048" y="3276600"/>
                </a:lnTo>
                <a:lnTo>
                  <a:pt x="352336" y="3263900"/>
                </a:lnTo>
                <a:lnTo>
                  <a:pt x="394601" y="3263900"/>
                </a:lnTo>
                <a:lnTo>
                  <a:pt x="407581" y="3276600"/>
                </a:lnTo>
                <a:close/>
              </a:path>
              <a:path w="5323205" h="3302000">
                <a:moveTo>
                  <a:pt x="4958156" y="3276600"/>
                </a:moveTo>
                <a:lnTo>
                  <a:pt x="4915623" y="3276600"/>
                </a:lnTo>
                <a:lnTo>
                  <a:pt x="4928603" y="3263900"/>
                </a:lnTo>
                <a:lnTo>
                  <a:pt x="4970868" y="3263900"/>
                </a:lnTo>
                <a:lnTo>
                  <a:pt x="4958156" y="3276600"/>
                </a:lnTo>
                <a:close/>
              </a:path>
              <a:path w="5323205" h="3302000">
                <a:moveTo>
                  <a:pt x="460171" y="3289300"/>
                </a:moveTo>
                <a:lnTo>
                  <a:pt x="404037" y="3289300"/>
                </a:lnTo>
                <a:lnTo>
                  <a:pt x="390906" y="3276600"/>
                </a:lnTo>
                <a:lnTo>
                  <a:pt x="446697" y="3276600"/>
                </a:lnTo>
                <a:lnTo>
                  <a:pt x="460171" y="3289300"/>
                </a:lnTo>
                <a:close/>
              </a:path>
              <a:path w="5323205" h="3302000">
                <a:moveTo>
                  <a:pt x="4919167" y="3289300"/>
                </a:moveTo>
                <a:lnTo>
                  <a:pt x="4863033" y="3289300"/>
                </a:lnTo>
                <a:lnTo>
                  <a:pt x="4876507" y="3276600"/>
                </a:lnTo>
                <a:lnTo>
                  <a:pt x="4932299" y="3276600"/>
                </a:lnTo>
                <a:lnTo>
                  <a:pt x="4919167" y="3289300"/>
                </a:lnTo>
                <a:close/>
              </a:path>
              <a:path w="5323205" h="3302000">
                <a:moveTo>
                  <a:pt x="4865344" y="3302000"/>
                </a:moveTo>
                <a:lnTo>
                  <a:pt x="457860" y="3302000"/>
                </a:lnTo>
                <a:lnTo>
                  <a:pt x="444220" y="3289300"/>
                </a:lnTo>
                <a:lnTo>
                  <a:pt x="4878984" y="3289300"/>
                </a:lnTo>
                <a:lnTo>
                  <a:pt x="4865344" y="3302000"/>
                </a:lnTo>
                <a:close/>
              </a:path>
            </a:pathLst>
          </a:custGeom>
          <a:solidFill>
            <a:srgbClr val="293E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139825" y="3450666"/>
            <a:ext cx="3911600" cy="2882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2743200">
              <a:lnSpc>
                <a:spcPct val="115700"/>
              </a:lnSpc>
              <a:spcBef>
                <a:spcPts val="100"/>
              </a:spcBef>
            </a:pPr>
            <a:r>
              <a:rPr dirty="0" sz="1800" b="1">
                <a:latin typeface="宋体"/>
                <a:cs typeface="宋体"/>
              </a:rPr>
              <a:t>语法格式</a:t>
            </a:r>
            <a:r>
              <a:rPr dirty="0" sz="1800" spc="-5" b="1">
                <a:latin typeface="宋体"/>
                <a:cs typeface="宋体"/>
              </a:rPr>
              <a:t>：  </a:t>
            </a:r>
            <a:r>
              <a:rPr dirty="0" sz="1800">
                <a:latin typeface="宋体"/>
                <a:cs typeface="宋体"/>
              </a:rPr>
              <a:t>if</a:t>
            </a:r>
            <a:r>
              <a:rPr dirty="0" sz="1800" spc="-50">
                <a:latin typeface="宋体"/>
                <a:cs typeface="宋体"/>
              </a:rPr>
              <a:t> </a:t>
            </a:r>
            <a:r>
              <a:rPr dirty="0" sz="1800">
                <a:latin typeface="宋体"/>
                <a:cs typeface="宋体"/>
              </a:rPr>
              <a:t>条件1:</a:t>
            </a:r>
            <a:endParaRPr sz="1800">
              <a:latin typeface="宋体"/>
              <a:cs typeface="宋体"/>
            </a:endParaRPr>
          </a:p>
          <a:p>
            <a:pPr marL="12700" marR="1033780">
              <a:lnSpc>
                <a:spcPct val="115700"/>
              </a:lnSpc>
            </a:pPr>
            <a:r>
              <a:rPr dirty="0" sz="1800">
                <a:latin typeface="宋体"/>
                <a:cs typeface="宋体"/>
              </a:rPr>
              <a:t>    满足条件1时要做的事情  elif</a:t>
            </a:r>
            <a:r>
              <a:rPr dirty="0" sz="1800" spc="-10">
                <a:latin typeface="宋体"/>
                <a:cs typeface="宋体"/>
              </a:rPr>
              <a:t> </a:t>
            </a:r>
            <a:r>
              <a:rPr dirty="0" sz="1800">
                <a:latin typeface="宋体"/>
                <a:cs typeface="宋体"/>
              </a:rPr>
              <a:t>条件2:</a:t>
            </a:r>
            <a:endParaRPr sz="1800">
              <a:latin typeface="宋体"/>
              <a:cs typeface="宋体"/>
            </a:endParaRPr>
          </a:p>
          <a:p>
            <a:pPr marL="12700" marR="1033780">
              <a:lnSpc>
                <a:spcPct val="115700"/>
              </a:lnSpc>
            </a:pPr>
            <a:r>
              <a:rPr dirty="0" sz="1800">
                <a:latin typeface="宋体"/>
                <a:cs typeface="宋体"/>
              </a:rPr>
              <a:t>    满足条件2时要做的事情  elif</a:t>
            </a:r>
            <a:r>
              <a:rPr dirty="0" sz="1800" spc="-10">
                <a:latin typeface="宋体"/>
                <a:cs typeface="宋体"/>
              </a:rPr>
              <a:t> </a:t>
            </a:r>
            <a:r>
              <a:rPr dirty="0" sz="1800">
                <a:latin typeface="宋体"/>
                <a:cs typeface="宋体"/>
              </a:rPr>
              <a:t>条件3:</a:t>
            </a:r>
            <a:endParaRPr sz="1800">
              <a:latin typeface="宋体"/>
              <a:cs typeface="宋体"/>
            </a:endParaRPr>
          </a:p>
          <a:p>
            <a:pPr marL="12700" marR="1033780">
              <a:lnSpc>
                <a:spcPct val="115700"/>
              </a:lnSpc>
            </a:pPr>
            <a:r>
              <a:rPr dirty="0" sz="1800">
                <a:latin typeface="宋体"/>
                <a:cs typeface="宋体"/>
              </a:rPr>
              <a:t>    满足条件3时要做的事情  else:</a:t>
            </a:r>
            <a:endParaRPr sz="1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dirty="0" sz="1800">
                <a:latin typeface="宋体"/>
                <a:cs typeface="宋体"/>
              </a:rPr>
              <a:t>    不满足以上所有条件时要做的事情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751319" y="3883152"/>
            <a:ext cx="4759960" cy="2394585"/>
          </a:xfrm>
          <a:custGeom>
            <a:avLst/>
            <a:gdLst/>
            <a:ahLst/>
            <a:cxnLst/>
            <a:rect l="l" t="t" r="r" b="b"/>
            <a:pathLst>
              <a:path w="4759959" h="2394585">
                <a:moveTo>
                  <a:pt x="4360163" y="2394204"/>
                </a:moveTo>
                <a:lnTo>
                  <a:pt x="399287" y="2394204"/>
                </a:lnTo>
                <a:lnTo>
                  <a:pt x="352715" y="2391568"/>
                </a:lnTo>
                <a:lnTo>
                  <a:pt x="307722" y="2383753"/>
                </a:lnTo>
                <a:lnTo>
                  <a:pt x="264608" y="2371058"/>
                </a:lnTo>
                <a:lnTo>
                  <a:pt x="223673" y="2353782"/>
                </a:lnTo>
                <a:lnTo>
                  <a:pt x="185216" y="2332224"/>
                </a:lnTo>
                <a:lnTo>
                  <a:pt x="149536" y="2306684"/>
                </a:lnTo>
                <a:lnTo>
                  <a:pt x="116933" y="2277460"/>
                </a:lnTo>
                <a:lnTo>
                  <a:pt x="87706" y="2244853"/>
                </a:lnTo>
                <a:lnTo>
                  <a:pt x="62154" y="2209162"/>
                </a:lnTo>
                <a:lnTo>
                  <a:pt x="40577" y="2170685"/>
                </a:lnTo>
                <a:lnTo>
                  <a:pt x="23273" y="2129723"/>
                </a:lnTo>
                <a:lnTo>
                  <a:pt x="10543" y="2086575"/>
                </a:lnTo>
                <a:lnTo>
                  <a:pt x="2685" y="2041539"/>
                </a:lnTo>
                <a:lnTo>
                  <a:pt x="0" y="1994915"/>
                </a:lnTo>
                <a:lnTo>
                  <a:pt x="0" y="397763"/>
                </a:lnTo>
                <a:lnTo>
                  <a:pt x="2685" y="351343"/>
                </a:lnTo>
                <a:lnTo>
                  <a:pt x="10543" y="306482"/>
                </a:lnTo>
                <a:lnTo>
                  <a:pt x="23273" y="263484"/>
                </a:lnTo>
                <a:lnTo>
                  <a:pt x="40577" y="222651"/>
                </a:lnTo>
                <a:lnTo>
                  <a:pt x="62154" y="184286"/>
                </a:lnTo>
                <a:lnTo>
                  <a:pt x="87706" y="148692"/>
                </a:lnTo>
                <a:lnTo>
                  <a:pt x="116933" y="116171"/>
                </a:lnTo>
                <a:lnTo>
                  <a:pt x="149536" y="87026"/>
                </a:lnTo>
                <a:lnTo>
                  <a:pt x="185216" y="61560"/>
                </a:lnTo>
                <a:lnTo>
                  <a:pt x="223673" y="40074"/>
                </a:lnTo>
                <a:lnTo>
                  <a:pt x="264608" y="22873"/>
                </a:lnTo>
                <a:lnTo>
                  <a:pt x="307722" y="10259"/>
                </a:lnTo>
                <a:lnTo>
                  <a:pt x="352715" y="2533"/>
                </a:lnTo>
                <a:lnTo>
                  <a:pt x="399287" y="0"/>
                </a:lnTo>
                <a:lnTo>
                  <a:pt x="4360163" y="0"/>
                </a:lnTo>
                <a:lnTo>
                  <a:pt x="4406585" y="2533"/>
                </a:lnTo>
                <a:lnTo>
                  <a:pt x="4451449" y="10259"/>
                </a:lnTo>
                <a:lnTo>
                  <a:pt x="4494458" y="22873"/>
                </a:lnTo>
                <a:lnTo>
                  <a:pt x="4535311" y="40074"/>
                </a:lnTo>
                <a:lnTo>
                  <a:pt x="4573710" y="61560"/>
                </a:lnTo>
                <a:lnTo>
                  <a:pt x="4609355" y="87026"/>
                </a:lnTo>
                <a:lnTo>
                  <a:pt x="4641946" y="116171"/>
                </a:lnTo>
                <a:lnTo>
                  <a:pt x="4671185" y="148692"/>
                </a:lnTo>
                <a:lnTo>
                  <a:pt x="4696772" y="184286"/>
                </a:lnTo>
                <a:lnTo>
                  <a:pt x="4718408" y="222651"/>
                </a:lnTo>
                <a:lnTo>
                  <a:pt x="4735793" y="263484"/>
                </a:lnTo>
                <a:lnTo>
                  <a:pt x="4748628" y="306482"/>
                </a:lnTo>
                <a:lnTo>
                  <a:pt x="4756614" y="351343"/>
                </a:lnTo>
                <a:lnTo>
                  <a:pt x="4759452" y="397763"/>
                </a:lnTo>
                <a:lnTo>
                  <a:pt x="4759452" y="1994915"/>
                </a:lnTo>
                <a:lnTo>
                  <a:pt x="4756614" y="2041539"/>
                </a:lnTo>
                <a:lnTo>
                  <a:pt x="4748628" y="2086575"/>
                </a:lnTo>
                <a:lnTo>
                  <a:pt x="4735793" y="2129723"/>
                </a:lnTo>
                <a:lnTo>
                  <a:pt x="4718408" y="2170685"/>
                </a:lnTo>
                <a:lnTo>
                  <a:pt x="4696772" y="2209162"/>
                </a:lnTo>
                <a:lnTo>
                  <a:pt x="4671185" y="2244853"/>
                </a:lnTo>
                <a:lnTo>
                  <a:pt x="4641946" y="2277460"/>
                </a:lnTo>
                <a:lnTo>
                  <a:pt x="4609355" y="2306684"/>
                </a:lnTo>
                <a:lnTo>
                  <a:pt x="4573710" y="2332224"/>
                </a:lnTo>
                <a:lnTo>
                  <a:pt x="4535311" y="2353782"/>
                </a:lnTo>
                <a:lnTo>
                  <a:pt x="4494458" y="2371058"/>
                </a:lnTo>
                <a:lnTo>
                  <a:pt x="4451449" y="2383753"/>
                </a:lnTo>
                <a:lnTo>
                  <a:pt x="4406585" y="2391568"/>
                </a:lnTo>
                <a:lnTo>
                  <a:pt x="4360163" y="239420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623304" y="3820667"/>
            <a:ext cx="731520" cy="379730"/>
          </a:xfrm>
          <a:custGeom>
            <a:avLst/>
            <a:gdLst/>
            <a:ahLst/>
            <a:cxnLst/>
            <a:rect l="l" t="t" r="r" b="b"/>
            <a:pathLst>
              <a:path w="731520" h="379729">
                <a:moveTo>
                  <a:pt x="669036" y="379476"/>
                </a:moveTo>
                <a:lnTo>
                  <a:pt x="64007" y="379476"/>
                </a:lnTo>
                <a:lnTo>
                  <a:pt x="39149" y="374355"/>
                </a:lnTo>
                <a:lnTo>
                  <a:pt x="18892" y="360678"/>
                </a:lnTo>
                <a:lnTo>
                  <a:pt x="5191" y="340397"/>
                </a:lnTo>
                <a:lnTo>
                  <a:pt x="0" y="315468"/>
                </a:lnTo>
                <a:lnTo>
                  <a:pt x="0" y="64008"/>
                </a:lnTo>
                <a:lnTo>
                  <a:pt x="5191" y="39006"/>
                </a:lnTo>
                <a:lnTo>
                  <a:pt x="18892" y="18702"/>
                </a:lnTo>
                <a:lnTo>
                  <a:pt x="39149" y="5048"/>
                </a:lnTo>
                <a:lnTo>
                  <a:pt x="64007" y="0"/>
                </a:lnTo>
                <a:lnTo>
                  <a:pt x="669036" y="0"/>
                </a:lnTo>
                <a:lnTo>
                  <a:pt x="693442" y="5048"/>
                </a:lnTo>
                <a:lnTo>
                  <a:pt x="713389" y="18702"/>
                </a:lnTo>
                <a:lnTo>
                  <a:pt x="726780" y="39006"/>
                </a:lnTo>
                <a:lnTo>
                  <a:pt x="731520" y="64008"/>
                </a:lnTo>
                <a:lnTo>
                  <a:pt x="731520" y="315468"/>
                </a:lnTo>
                <a:lnTo>
                  <a:pt x="726780" y="340397"/>
                </a:lnTo>
                <a:lnTo>
                  <a:pt x="713389" y="360678"/>
                </a:lnTo>
                <a:lnTo>
                  <a:pt x="693442" y="374355"/>
                </a:lnTo>
                <a:lnTo>
                  <a:pt x="669036" y="379476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6747598" y="3848189"/>
            <a:ext cx="4826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注意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049769" y="4350257"/>
            <a:ext cx="3968750" cy="1488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8450" marR="5080" indent="-285750">
              <a:lnSpc>
                <a:spcPct val="150000"/>
              </a:lnSpc>
              <a:spcBef>
                <a:spcPts val="100"/>
              </a:spcBef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dirty="0" sz="1600" spc="-5">
                <a:latin typeface="宋体"/>
                <a:cs typeface="宋体"/>
              </a:rPr>
              <a:t>elif</a:t>
            </a:r>
            <a:r>
              <a:rPr dirty="0" sz="1600">
                <a:latin typeface="宋体"/>
                <a:cs typeface="宋体"/>
              </a:rPr>
              <a:t>语句提供了另一个条件，仅在前面</a:t>
            </a:r>
            <a:r>
              <a:rPr dirty="0" sz="1600" spc="-5">
                <a:latin typeface="宋体"/>
                <a:cs typeface="宋体"/>
              </a:rPr>
              <a:t>的 </a:t>
            </a:r>
            <a:r>
              <a:rPr dirty="0" sz="1600">
                <a:latin typeface="宋体"/>
                <a:cs typeface="宋体"/>
              </a:rPr>
              <a:t>条件为</a:t>
            </a:r>
            <a:r>
              <a:rPr dirty="0" sz="1600" spc="-5">
                <a:latin typeface="宋体"/>
                <a:cs typeface="宋体"/>
              </a:rPr>
              <a:t>False</a:t>
            </a:r>
            <a:r>
              <a:rPr dirty="0" sz="1600">
                <a:latin typeface="宋体"/>
                <a:cs typeface="宋体"/>
              </a:rPr>
              <a:t>时才检查该条件</a:t>
            </a:r>
            <a:r>
              <a:rPr dirty="0" sz="1600" spc="-5">
                <a:latin typeface="宋体"/>
                <a:cs typeface="宋体"/>
              </a:rPr>
              <a:t>；</a:t>
            </a:r>
            <a:endParaRPr sz="1600">
              <a:latin typeface="宋体"/>
              <a:cs typeface="宋体"/>
            </a:endParaRPr>
          </a:p>
          <a:p>
            <a:pPr marL="298450" marR="5080" indent="-285750">
              <a:lnSpc>
                <a:spcPct val="150000"/>
              </a:lnSpc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dirty="0" sz="1600">
                <a:latin typeface="宋体"/>
                <a:cs typeface="宋体"/>
              </a:rPr>
              <a:t>如果某个判断是</a:t>
            </a:r>
            <a:r>
              <a:rPr dirty="0" sz="1600" spc="-5">
                <a:latin typeface="宋体"/>
                <a:cs typeface="宋体"/>
              </a:rPr>
              <a:t>True</a:t>
            </a:r>
            <a:r>
              <a:rPr dirty="0" sz="1600">
                <a:latin typeface="宋体"/>
                <a:cs typeface="宋体"/>
              </a:rPr>
              <a:t>，则忽略剩下的</a:t>
            </a:r>
            <a:r>
              <a:rPr dirty="0" sz="1600" spc="-5">
                <a:latin typeface="宋体"/>
                <a:cs typeface="宋体"/>
              </a:rPr>
              <a:t>elif </a:t>
            </a:r>
            <a:r>
              <a:rPr dirty="0" sz="1600">
                <a:latin typeface="宋体"/>
                <a:cs typeface="宋体"/>
              </a:rPr>
              <a:t>和</a:t>
            </a:r>
            <a:r>
              <a:rPr dirty="0" sz="1600" spc="-5">
                <a:latin typeface="宋体"/>
                <a:cs typeface="宋体"/>
              </a:rPr>
              <a:t>else。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19327" y="2225039"/>
            <a:ext cx="10799445" cy="841375"/>
          </a:xfrm>
          <a:custGeom>
            <a:avLst/>
            <a:gdLst/>
            <a:ahLst/>
            <a:cxnLst/>
            <a:rect l="l" t="t" r="r" b="b"/>
            <a:pathLst>
              <a:path w="10799445" h="841375">
                <a:moveTo>
                  <a:pt x="10658856" y="841248"/>
                </a:moveTo>
                <a:lnTo>
                  <a:pt x="140208" y="841248"/>
                </a:lnTo>
                <a:lnTo>
                  <a:pt x="95653" y="834159"/>
                </a:lnTo>
                <a:lnTo>
                  <a:pt x="57043" y="814282"/>
                </a:lnTo>
                <a:lnTo>
                  <a:pt x="26690" y="783929"/>
                </a:lnTo>
                <a:lnTo>
                  <a:pt x="6905" y="745411"/>
                </a:lnTo>
                <a:lnTo>
                  <a:pt x="0" y="701040"/>
                </a:lnTo>
                <a:lnTo>
                  <a:pt x="0" y="140208"/>
                </a:lnTo>
                <a:lnTo>
                  <a:pt x="6905" y="95897"/>
                </a:lnTo>
                <a:lnTo>
                  <a:pt x="26690" y="57409"/>
                </a:lnTo>
                <a:lnTo>
                  <a:pt x="57043" y="27056"/>
                </a:lnTo>
                <a:lnTo>
                  <a:pt x="95653" y="7149"/>
                </a:lnTo>
                <a:lnTo>
                  <a:pt x="140208" y="0"/>
                </a:lnTo>
                <a:lnTo>
                  <a:pt x="10658856" y="0"/>
                </a:lnTo>
                <a:lnTo>
                  <a:pt x="10703142" y="7149"/>
                </a:lnTo>
                <a:lnTo>
                  <a:pt x="10741617" y="27056"/>
                </a:lnTo>
                <a:lnTo>
                  <a:pt x="10771970" y="57409"/>
                </a:lnTo>
                <a:lnTo>
                  <a:pt x="10791890" y="95897"/>
                </a:lnTo>
                <a:lnTo>
                  <a:pt x="10799064" y="140208"/>
                </a:lnTo>
                <a:lnTo>
                  <a:pt x="10799064" y="701040"/>
                </a:lnTo>
                <a:lnTo>
                  <a:pt x="10791890" y="745411"/>
                </a:lnTo>
                <a:lnTo>
                  <a:pt x="10771970" y="783929"/>
                </a:lnTo>
                <a:lnTo>
                  <a:pt x="10741617" y="814282"/>
                </a:lnTo>
                <a:lnTo>
                  <a:pt x="10703142" y="834159"/>
                </a:lnTo>
                <a:lnTo>
                  <a:pt x="10658856" y="84124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712469" y="2218689"/>
            <a:ext cx="10812780" cy="853440"/>
          </a:xfrm>
          <a:custGeom>
            <a:avLst/>
            <a:gdLst/>
            <a:ahLst/>
            <a:cxnLst/>
            <a:rect l="l" t="t" r="r" b="b"/>
            <a:pathLst>
              <a:path w="10812780" h="853439">
                <a:moveTo>
                  <a:pt x="10687951" y="852169"/>
                </a:moveTo>
                <a:lnTo>
                  <a:pt x="124269" y="852169"/>
                </a:lnTo>
                <a:lnTo>
                  <a:pt x="117043" y="850900"/>
                </a:lnTo>
                <a:lnTo>
                  <a:pt x="109956" y="848360"/>
                </a:lnTo>
                <a:lnTo>
                  <a:pt x="102996" y="847089"/>
                </a:lnTo>
                <a:lnTo>
                  <a:pt x="64617" y="828039"/>
                </a:lnTo>
                <a:lnTo>
                  <a:pt x="33477" y="800100"/>
                </a:lnTo>
                <a:lnTo>
                  <a:pt x="21221" y="782319"/>
                </a:lnTo>
                <a:lnTo>
                  <a:pt x="17691" y="777239"/>
                </a:lnTo>
                <a:lnTo>
                  <a:pt x="14452" y="770889"/>
                </a:lnTo>
                <a:lnTo>
                  <a:pt x="11518" y="764539"/>
                </a:lnTo>
                <a:lnTo>
                  <a:pt x="8889" y="756919"/>
                </a:lnTo>
                <a:lnTo>
                  <a:pt x="6591" y="750569"/>
                </a:lnTo>
                <a:lnTo>
                  <a:pt x="0" y="707389"/>
                </a:lnTo>
                <a:lnTo>
                  <a:pt x="0" y="146050"/>
                </a:lnTo>
                <a:lnTo>
                  <a:pt x="6591" y="102869"/>
                </a:lnTo>
                <a:lnTo>
                  <a:pt x="8889" y="95250"/>
                </a:lnTo>
                <a:lnTo>
                  <a:pt x="29121" y="58419"/>
                </a:lnTo>
                <a:lnTo>
                  <a:pt x="33477" y="53339"/>
                </a:lnTo>
                <a:lnTo>
                  <a:pt x="38074" y="46989"/>
                </a:lnTo>
                <a:lnTo>
                  <a:pt x="42925" y="41910"/>
                </a:lnTo>
                <a:lnTo>
                  <a:pt x="48018" y="36830"/>
                </a:lnTo>
                <a:lnTo>
                  <a:pt x="53339" y="33019"/>
                </a:lnTo>
                <a:lnTo>
                  <a:pt x="58877" y="27939"/>
                </a:lnTo>
                <a:lnTo>
                  <a:pt x="96177" y="8889"/>
                </a:lnTo>
                <a:lnTo>
                  <a:pt x="131597" y="0"/>
                </a:lnTo>
                <a:lnTo>
                  <a:pt x="10680623" y="0"/>
                </a:lnTo>
                <a:lnTo>
                  <a:pt x="10702264" y="3810"/>
                </a:lnTo>
                <a:lnTo>
                  <a:pt x="10716044" y="8889"/>
                </a:lnTo>
                <a:lnTo>
                  <a:pt x="10725943" y="12700"/>
                </a:lnTo>
                <a:lnTo>
                  <a:pt x="133045" y="12700"/>
                </a:lnTo>
                <a:lnTo>
                  <a:pt x="126022" y="13969"/>
                </a:lnTo>
                <a:lnTo>
                  <a:pt x="126339" y="13969"/>
                </a:lnTo>
                <a:lnTo>
                  <a:pt x="119430" y="15239"/>
                </a:lnTo>
                <a:lnTo>
                  <a:pt x="119748" y="15239"/>
                </a:lnTo>
                <a:lnTo>
                  <a:pt x="112966" y="16510"/>
                </a:lnTo>
                <a:lnTo>
                  <a:pt x="113271" y="16510"/>
                </a:lnTo>
                <a:lnTo>
                  <a:pt x="106616" y="17780"/>
                </a:lnTo>
                <a:lnTo>
                  <a:pt x="106921" y="17780"/>
                </a:lnTo>
                <a:lnTo>
                  <a:pt x="100406" y="20319"/>
                </a:lnTo>
                <a:lnTo>
                  <a:pt x="100698" y="20319"/>
                </a:lnTo>
                <a:lnTo>
                  <a:pt x="94322" y="22860"/>
                </a:lnTo>
                <a:lnTo>
                  <a:pt x="94614" y="22860"/>
                </a:lnTo>
                <a:lnTo>
                  <a:pt x="88404" y="25400"/>
                </a:lnTo>
                <a:lnTo>
                  <a:pt x="88684" y="25400"/>
                </a:lnTo>
                <a:lnTo>
                  <a:pt x="82638" y="27939"/>
                </a:lnTo>
                <a:lnTo>
                  <a:pt x="82905" y="27939"/>
                </a:lnTo>
                <a:lnTo>
                  <a:pt x="77025" y="31750"/>
                </a:lnTo>
                <a:lnTo>
                  <a:pt x="77292" y="31750"/>
                </a:lnTo>
                <a:lnTo>
                  <a:pt x="73499" y="34289"/>
                </a:lnTo>
                <a:lnTo>
                  <a:pt x="71856" y="34289"/>
                </a:lnTo>
                <a:lnTo>
                  <a:pt x="67732" y="38100"/>
                </a:lnTo>
                <a:lnTo>
                  <a:pt x="66598" y="38100"/>
                </a:lnTo>
                <a:lnTo>
                  <a:pt x="62626" y="41910"/>
                </a:lnTo>
                <a:lnTo>
                  <a:pt x="61544" y="41910"/>
                </a:lnTo>
                <a:lnTo>
                  <a:pt x="56451" y="46989"/>
                </a:lnTo>
                <a:lnTo>
                  <a:pt x="56680" y="46989"/>
                </a:lnTo>
                <a:lnTo>
                  <a:pt x="51803" y="50800"/>
                </a:lnTo>
                <a:lnTo>
                  <a:pt x="52019" y="50800"/>
                </a:lnTo>
                <a:lnTo>
                  <a:pt x="47370" y="55880"/>
                </a:lnTo>
                <a:lnTo>
                  <a:pt x="47574" y="55880"/>
                </a:lnTo>
                <a:lnTo>
                  <a:pt x="43167" y="60960"/>
                </a:lnTo>
                <a:lnTo>
                  <a:pt x="43370" y="60960"/>
                </a:lnTo>
                <a:lnTo>
                  <a:pt x="39204" y="66039"/>
                </a:lnTo>
                <a:lnTo>
                  <a:pt x="39382" y="66039"/>
                </a:lnTo>
                <a:lnTo>
                  <a:pt x="35471" y="71119"/>
                </a:lnTo>
                <a:lnTo>
                  <a:pt x="35648" y="71119"/>
                </a:lnTo>
                <a:lnTo>
                  <a:pt x="31991" y="76200"/>
                </a:lnTo>
                <a:lnTo>
                  <a:pt x="32156" y="76200"/>
                </a:lnTo>
                <a:lnTo>
                  <a:pt x="28778" y="82550"/>
                </a:lnTo>
                <a:lnTo>
                  <a:pt x="28930" y="82550"/>
                </a:lnTo>
                <a:lnTo>
                  <a:pt x="25831" y="87630"/>
                </a:lnTo>
                <a:lnTo>
                  <a:pt x="23152" y="93980"/>
                </a:lnTo>
                <a:lnTo>
                  <a:pt x="20764" y="100330"/>
                </a:lnTo>
                <a:lnTo>
                  <a:pt x="19110" y="105410"/>
                </a:lnTo>
                <a:lnTo>
                  <a:pt x="18757" y="105410"/>
                </a:lnTo>
                <a:lnTo>
                  <a:pt x="17191" y="111760"/>
                </a:lnTo>
                <a:lnTo>
                  <a:pt x="16954" y="111760"/>
                </a:lnTo>
                <a:lnTo>
                  <a:pt x="15392" y="119380"/>
                </a:lnTo>
                <a:lnTo>
                  <a:pt x="14211" y="125730"/>
                </a:lnTo>
                <a:lnTo>
                  <a:pt x="13373" y="132080"/>
                </a:lnTo>
                <a:lnTo>
                  <a:pt x="12956" y="138430"/>
                </a:lnTo>
                <a:lnTo>
                  <a:pt x="12700" y="146050"/>
                </a:lnTo>
                <a:lnTo>
                  <a:pt x="12729" y="707389"/>
                </a:lnTo>
                <a:lnTo>
                  <a:pt x="12877" y="713739"/>
                </a:lnTo>
                <a:lnTo>
                  <a:pt x="13411" y="720089"/>
                </a:lnTo>
                <a:lnTo>
                  <a:pt x="14262" y="727710"/>
                </a:lnTo>
                <a:lnTo>
                  <a:pt x="15455" y="734060"/>
                </a:lnTo>
                <a:lnTo>
                  <a:pt x="16954" y="740410"/>
                </a:lnTo>
                <a:lnTo>
                  <a:pt x="18757" y="746760"/>
                </a:lnTo>
                <a:lnTo>
                  <a:pt x="20878" y="753110"/>
                </a:lnTo>
                <a:lnTo>
                  <a:pt x="23279" y="759460"/>
                </a:lnTo>
                <a:lnTo>
                  <a:pt x="25958" y="764539"/>
                </a:lnTo>
                <a:lnTo>
                  <a:pt x="28930" y="770889"/>
                </a:lnTo>
                <a:lnTo>
                  <a:pt x="28778" y="770889"/>
                </a:lnTo>
                <a:lnTo>
                  <a:pt x="32156" y="775969"/>
                </a:lnTo>
                <a:lnTo>
                  <a:pt x="31991" y="775969"/>
                </a:lnTo>
                <a:lnTo>
                  <a:pt x="35648" y="782319"/>
                </a:lnTo>
                <a:lnTo>
                  <a:pt x="36253" y="782319"/>
                </a:lnTo>
                <a:lnTo>
                  <a:pt x="39382" y="787400"/>
                </a:lnTo>
                <a:lnTo>
                  <a:pt x="39204" y="787400"/>
                </a:lnTo>
                <a:lnTo>
                  <a:pt x="43370" y="792480"/>
                </a:lnTo>
                <a:lnTo>
                  <a:pt x="43167" y="792480"/>
                </a:lnTo>
                <a:lnTo>
                  <a:pt x="47574" y="797560"/>
                </a:lnTo>
                <a:lnTo>
                  <a:pt x="48533" y="797560"/>
                </a:lnTo>
                <a:lnTo>
                  <a:pt x="52019" y="801369"/>
                </a:lnTo>
                <a:lnTo>
                  <a:pt x="51803" y="801369"/>
                </a:lnTo>
                <a:lnTo>
                  <a:pt x="56680" y="806450"/>
                </a:lnTo>
                <a:lnTo>
                  <a:pt x="56451" y="806450"/>
                </a:lnTo>
                <a:lnTo>
                  <a:pt x="61544" y="810260"/>
                </a:lnTo>
                <a:lnTo>
                  <a:pt x="61302" y="810260"/>
                </a:lnTo>
                <a:lnTo>
                  <a:pt x="66598" y="814069"/>
                </a:lnTo>
                <a:lnTo>
                  <a:pt x="66357" y="814069"/>
                </a:lnTo>
                <a:lnTo>
                  <a:pt x="71856" y="817880"/>
                </a:lnTo>
                <a:lnTo>
                  <a:pt x="71602" y="817880"/>
                </a:lnTo>
                <a:lnTo>
                  <a:pt x="77292" y="821689"/>
                </a:lnTo>
                <a:lnTo>
                  <a:pt x="77025" y="821689"/>
                </a:lnTo>
                <a:lnTo>
                  <a:pt x="82905" y="824230"/>
                </a:lnTo>
                <a:lnTo>
                  <a:pt x="82638" y="824230"/>
                </a:lnTo>
                <a:lnTo>
                  <a:pt x="88684" y="828039"/>
                </a:lnTo>
                <a:lnTo>
                  <a:pt x="88404" y="828039"/>
                </a:lnTo>
                <a:lnTo>
                  <a:pt x="94614" y="830580"/>
                </a:lnTo>
                <a:lnTo>
                  <a:pt x="94322" y="830580"/>
                </a:lnTo>
                <a:lnTo>
                  <a:pt x="100698" y="833119"/>
                </a:lnTo>
                <a:lnTo>
                  <a:pt x="100406" y="833119"/>
                </a:lnTo>
                <a:lnTo>
                  <a:pt x="106921" y="834389"/>
                </a:lnTo>
                <a:lnTo>
                  <a:pt x="106616" y="834389"/>
                </a:lnTo>
                <a:lnTo>
                  <a:pt x="113271" y="836930"/>
                </a:lnTo>
                <a:lnTo>
                  <a:pt x="112966" y="836930"/>
                </a:lnTo>
                <a:lnTo>
                  <a:pt x="119748" y="838200"/>
                </a:lnTo>
                <a:lnTo>
                  <a:pt x="119430" y="838200"/>
                </a:lnTo>
                <a:lnTo>
                  <a:pt x="126339" y="839469"/>
                </a:lnTo>
                <a:lnTo>
                  <a:pt x="132727" y="839469"/>
                </a:lnTo>
                <a:lnTo>
                  <a:pt x="139852" y="840739"/>
                </a:lnTo>
                <a:lnTo>
                  <a:pt x="10725943" y="840739"/>
                </a:lnTo>
                <a:lnTo>
                  <a:pt x="10716044" y="844550"/>
                </a:lnTo>
                <a:lnTo>
                  <a:pt x="10709224" y="847089"/>
                </a:lnTo>
                <a:lnTo>
                  <a:pt x="10702264" y="848360"/>
                </a:lnTo>
                <a:lnTo>
                  <a:pt x="10695178" y="850900"/>
                </a:lnTo>
                <a:lnTo>
                  <a:pt x="10687951" y="852169"/>
                </a:lnTo>
                <a:close/>
              </a:path>
              <a:path w="10812780" h="853439">
                <a:moveTo>
                  <a:pt x="10740618" y="35560"/>
                </a:moveTo>
                <a:lnTo>
                  <a:pt x="10734929" y="31750"/>
                </a:lnTo>
                <a:lnTo>
                  <a:pt x="10735195" y="31750"/>
                </a:lnTo>
                <a:lnTo>
                  <a:pt x="10729315" y="27939"/>
                </a:lnTo>
                <a:lnTo>
                  <a:pt x="10729582" y="27939"/>
                </a:lnTo>
                <a:lnTo>
                  <a:pt x="10723537" y="25400"/>
                </a:lnTo>
                <a:lnTo>
                  <a:pt x="10723816" y="25400"/>
                </a:lnTo>
                <a:lnTo>
                  <a:pt x="10717606" y="22860"/>
                </a:lnTo>
                <a:lnTo>
                  <a:pt x="10717898" y="22860"/>
                </a:lnTo>
                <a:lnTo>
                  <a:pt x="10711522" y="20319"/>
                </a:lnTo>
                <a:lnTo>
                  <a:pt x="10711815" y="20319"/>
                </a:lnTo>
                <a:lnTo>
                  <a:pt x="10705299" y="17780"/>
                </a:lnTo>
                <a:lnTo>
                  <a:pt x="10705604" y="17780"/>
                </a:lnTo>
                <a:lnTo>
                  <a:pt x="10698949" y="16510"/>
                </a:lnTo>
                <a:lnTo>
                  <a:pt x="10699254" y="16510"/>
                </a:lnTo>
                <a:lnTo>
                  <a:pt x="10692472" y="15239"/>
                </a:lnTo>
                <a:lnTo>
                  <a:pt x="10692790" y="15239"/>
                </a:lnTo>
                <a:lnTo>
                  <a:pt x="10685881" y="13969"/>
                </a:lnTo>
                <a:lnTo>
                  <a:pt x="10686199" y="13969"/>
                </a:lnTo>
                <a:lnTo>
                  <a:pt x="10679176" y="12700"/>
                </a:lnTo>
                <a:lnTo>
                  <a:pt x="10725943" y="12700"/>
                </a:lnTo>
                <a:lnTo>
                  <a:pt x="10758881" y="33019"/>
                </a:lnTo>
                <a:lnTo>
                  <a:pt x="10760654" y="34289"/>
                </a:lnTo>
                <a:lnTo>
                  <a:pt x="10740364" y="34289"/>
                </a:lnTo>
                <a:lnTo>
                  <a:pt x="10740618" y="35560"/>
                </a:lnTo>
                <a:close/>
              </a:path>
              <a:path w="10812780" h="853439">
                <a:moveTo>
                  <a:pt x="71602" y="35560"/>
                </a:moveTo>
                <a:lnTo>
                  <a:pt x="71856" y="34289"/>
                </a:lnTo>
                <a:lnTo>
                  <a:pt x="73499" y="34289"/>
                </a:lnTo>
                <a:lnTo>
                  <a:pt x="71602" y="35560"/>
                </a:lnTo>
                <a:close/>
              </a:path>
              <a:path w="10812780" h="853439">
                <a:moveTo>
                  <a:pt x="10745863" y="39369"/>
                </a:moveTo>
                <a:lnTo>
                  <a:pt x="10740364" y="34289"/>
                </a:lnTo>
                <a:lnTo>
                  <a:pt x="10760654" y="34289"/>
                </a:lnTo>
                <a:lnTo>
                  <a:pt x="10764202" y="36830"/>
                </a:lnTo>
                <a:lnTo>
                  <a:pt x="10765475" y="38100"/>
                </a:lnTo>
                <a:lnTo>
                  <a:pt x="10745622" y="38100"/>
                </a:lnTo>
                <a:lnTo>
                  <a:pt x="10745863" y="39369"/>
                </a:lnTo>
                <a:close/>
              </a:path>
              <a:path w="10812780" h="853439">
                <a:moveTo>
                  <a:pt x="66357" y="39369"/>
                </a:moveTo>
                <a:lnTo>
                  <a:pt x="66598" y="38100"/>
                </a:lnTo>
                <a:lnTo>
                  <a:pt x="67732" y="38100"/>
                </a:lnTo>
                <a:lnTo>
                  <a:pt x="66357" y="39369"/>
                </a:lnTo>
                <a:close/>
              </a:path>
              <a:path w="10812780" h="853439">
                <a:moveTo>
                  <a:pt x="10750918" y="43180"/>
                </a:moveTo>
                <a:lnTo>
                  <a:pt x="10745622" y="38100"/>
                </a:lnTo>
                <a:lnTo>
                  <a:pt x="10765475" y="38100"/>
                </a:lnTo>
                <a:lnTo>
                  <a:pt x="10769295" y="41910"/>
                </a:lnTo>
                <a:lnTo>
                  <a:pt x="10750677" y="41910"/>
                </a:lnTo>
                <a:lnTo>
                  <a:pt x="10750918" y="43180"/>
                </a:lnTo>
                <a:close/>
              </a:path>
              <a:path w="10812780" h="853439">
                <a:moveTo>
                  <a:pt x="61302" y="43180"/>
                </a:moveTo>
                <a:lnTo>
                  <a:pt x="61544" y="41910"/>
                </a:lnTo>
                <a:lnTo>
                  <a:pt x="62626" y="41910"/>
                </a:lnTo>
                <a:lnTo>
                  <a:pt x="61302" y="43180"/>
                </a:lnTo>
                <a:close/>
              </a:path>
              <a:path w="10812780" h="853439">
                <a:moveTo>
                  <a:pt x="10793552" y="106680"/>
                </a:moveTo>
                <a:lnTo>
                  <a:pt x="10791342" y="100330"/>
                </a:lnTo>
                <a:lnTo>
                  <a:pt x="10788942" y="93980"/>
                </a:lnTo>
                <a:lnTo>
                  <a:pt x="10786249" y="87630"/>
                </a:lnTo>
                <a:lnTo>
                  <a:pt x="10786389" y="87630"/>
                </a:lnTo>
                <a:lnTo>
                  <a:pt x="10783290" y="82550"/>
                </a:lnTo>
                <a:lnTo>
                  <a:pt x="10783443" y="82550"/>
                </a:lnTo>
                <a:lnTo>
                  <a:pt x="10780064" y="76200"/>
                </a:lnTo>
                <a:lnTo>
                  <a:pt x="10780217" y="76200"/>
                </a:lnTo>
                <a:lnTo>
                  <a:pt x="10776572" y="71119"/>
                </a:lnTo>
                <a:lnTo>
                  <a:pt x="10776750" y="71119"/>
                </a:lnTo>
                <a:lnTo>
                  <a:pt x="10772838" y="66039"/>
                </a:lnTo>
                <a:lnTo>
                  <a:pt x="10773016" y="66039"/>
                </a:lnTo>
                <a:lnTo>
                  <a:pt x="10768850" y="60960"/>
                </a:lnTo>
                <a:lnTo>
                  <a:pt x="10769053" y="60960"/>
                </a:lnTo>
                <a:lnTo>
                  <a:pt x="10764647" y="55880"/>
                </a:lnTo>
                <a:lnTo>
                  <a:pt x="10764850" y="55880"/>
                </a:lnTo>
                <a:lnTo>
                  <a:pt x="10760202" y="50800"/>
                </a:lnTo>
                <a:lnTo>
                  <a:pt x="10760417" y="50800"/>
                </a:lnTo>
                <a:lnTo>
                  <a:pt x="10755541" y="46989"/>
                </a:lnTo>
                <a:lnTo>
                  <a:pt x="10755769" y="46989"/>
                </a:lnTo>
                <a:lnTo>
                  <a:pt x="10750677" y="41910"/>
                </a:lnTo>
                <a:lnTo>
                  <a:pt x="10769295" y="41910"/>
                </a:lnTo>
                <a:lnTo>
                  <a:pt x="10774146" y="46989"/>
                </a:lnTo>
                <a:lnTo>
                  <a:pt x="10778744" y="53339"/>
                </a:lnTo>
                <a:lnTo>
                  <a:pt x="10783100" y="58419"/>
                </a:lnTo>
                <a:lnTo>
                  <a:pt x="10803331" y="95250"/>
                </a:lnTo>
                <a:lnTo>
                  <a:pt x="10805629" y="102869"/>
                </a:lnTo>
                <a:lnTo>
                  <a:pt x="10806422" y="105410"/>
                </a:lnTo>
                <a:lnTo>
                  <a:pt x="10793463" y="105410"/>
                </a:lnTo>
                <a:lnTo>
                  <a:pt x="10793552" y="106680"/>
                </a:lnTo>
                <a:close/>
              </a:path>
              <a:path w="10812780" h="853439">
                <a:moveTo>
                  <a:pt x="18668" y="106680"/>
                </a:moveTo>
                <a:lnTo>
                  <a:pt x="18757" y="105410"/>
                </a:lnTo>
                <a:lnTo>
                  <a:pt x="19110" y="105410"/>
                </a:lnTo>
                <a:lnTo>
                  <a:pt x="18668" y="106680"/>
                </a:lnTo>
                <a:close/>
              </a:path>
              <a:path w="10812780" h="853439">
                <a:moveTo>
                  <a:pt x="10795342" y="113030"/>
                </a:moveTo>
                <a:lnTo>
                  <a:pt x="10793463" y="105410"/>
                </a:lnTo>
                <a:lnTo>
                  <a:pt x="10806422" y="105410"/>
                </a:lnTo>
                <a:lnTo>
                  <a:pt x="10807611" y="109219"/>
                </a:lnTo>
                <a:lnTo>
                  <a:pt x="10808157" y="111760"/>
                </a:lnTo>
                <a:lnTo>
                  <a:pt x="10795266" y="111760"/>
                </a:lnTo>
                <a:lnTo>
                  <a:pt x="10795342" y="113030"/>
                </a:lnTo>
                <a:close/>
              </a:path>
              <a:path w="10812780" h="853439">
                <a:moveTo>
                  <a:pt x="16878" y="113030"/>
                </a:moveTo>
                <a:lnTo>
                  <a:pt x="16954" y="111760"/>
                </a:lnTo>
                <a:lnTo>
                  <a:pt x="17191" y="111760"/>
                </a:lnTo>
                <a:lnTo>
                  <a:pt x="16878" y="113030"/>
                </a:lnTo>
                <a:close/>
              </a:path>
              <a:path w="10812780" h="853439">
                <a:moveTo>
                  <a:pt x="10812221" y="707389"/>
                </a:moveTo>
                <a:lnTo>
                  <a:pt x="10799521" y="707389"/>
                </a:lnTo>
                <a:lnTo>
                  <a:pt x="10799521" y="146050"/>
                </a:lnTo>
                <a:lnTo>
                  <a:pt x="10799343" y="138430"/>
                </a:lnTo>
                <a:lnTo>
                  <a:pt x="10798810" y="132080"/>
                </a:lnTo>
                <a:lnTo>
                  <a:pt x="10797959" y="125730"/>
                </a:lnTo>
                <a:lnTo>
                  <a:pt x="10796765" y="119380"/>
                </a:lnTo>
                <a:lnTo>
                  <a:pt x="10795266" y="111760"/>
                </a:lnTo>
                <a:lnTo>
                  <a:pt x="10808157" y="111760"/>
                </a:lnTo>
                <a:lnTo>
                  <a:pt x="10812221" y="146050"/>
                </a:lnTo>
                <a:lnTo>
                  <a:pt x="10812221" y="707389"/>
                </a:lnTo>
                <a:close/>
              </a:path>
              <a:path w="10812780" h="853439">
                <a:moveTo>
                  <a:pt x="12865" y="139700"/>
                </a:moveTo>
                <a:lnTo>
                  <a:pt x="12877" y="138430"/>
                </a:lnTo>
                <a:lnTo>
                  <a:pt x="12865" y="139700"/>
                </a:lnTo>
                <a:close/>
              </a:path>
              <a:path w="10812780" h="853439">
                <a:moveTo>
                  <a:pt x="10799356" y="139700"/>
                </a:moveTo>
                <a:lnTo>
                  <a:pt x="10799265" y="138430"/>
                </a:lnTo>
                <a:lnTo>
                  <a:pt x="10799356" y="139700"/>
                </a:lnTo>
                <a:close/>
              </a:path>
              <a:path w="10812780" h="853439">
                <a:moveTo>
                  <a:pt x="12729" y="707389"/>
                </a:moveTo>
                <a:lnTo>
                  <a:pt x="12700" y="706119"/>
                </a:lnTo>
                <a:lnTo>
                  <a:pt x="12729" y="707389"/>
                </a:lnTo>
                <a:close/>
              </a:path>
              <a:path w="10812780" h="853439">
                <a:moveTo>
                  <a:pt x="10790999" y="782319"/>
                </a:moveTo>
                <a:lnTo>
                  <a:pt x="10776572" y="782319"/>
                </a:lnTo>
                <a:lnTo>
                  <a:pt x="10780217" y="775969"/>
                </a:lnTo>
                <a:lnTo>
                  <a:pt x="10780064" y="775969"/>
                </a:lnTo>
                <a:lnTo>
                  <a:pt x="10783443" y="770889"/>
                </a:lnTo>
                <a:lnTo>
                  <a:pt x="10783290" y="770889"/>
                </a:lnTo>
                <a:lnTo>
                  <a:pt x="10786389" y="764539"/>
                </a:lnTo>
                <a:lnTo>
                  <a:pt x="10786249" y="764539"/>
                </a:lnTo>
                <a:lnTo>
                  <a:pt x="10789069" y="759460"/>
                </a:lnTo>
                <a:lnTo>
                  <a:pt x="10791456" y="753110"/>
                </a:lnTo>
                <a:lnTo>
                  <a:pt x="10793552" y="746760"/>
                </a:lnTo>
                <a:lnTo>
                  <a:pt x="10795342" y="740410"/>
                </a:lnTo>
                <a:lnTo>
                  <a:pt x="10796828" y="734060"/>
                </a:lnTo>
                <a:lnTo>
                  <a:pt x="10797997" y="727710"/>
                </a:lnTo>
                <a:lnTo>
                  <a:pt x="10798848" y="720089"/>
                </a:lnTo>
                <a:lnTo>
                  <a:pt x="10799356" y="713739"/>
                </a:lnTo>
                <a:lnTo>
                  <a:pt x="10799521" y="706119"/>
                </a:lnTo>
                <a:lnTo>
                  <a:pt x="10799521" y="707389"/>
                </a:lnTo>
                <a:lnTo>
                  <a:pt x="10812221" y="707389"/>
                </a:lnTo>
                <a:lnTo>
                  <a:pt x="10812030" y="715010"/>
                </a:lnTo>
                <a:lnTo>
                  <a:pt x="10803331" y="756919"/>
                </a:lnTo>
                <a:lnTo>
                  <a:pt x="10800702" y="764539"/>
                </a:lnTo>
                <a:lnTo>
                  <a:pt x="10797768" y="770889"/>
                </a:lnTo>
                <a:lnTo>
                  <a:pt x="10794530" y="777239"/>
                </a:lnTo>
                <a:lnTo>
                  <a:pt x="10790999" y="782319"/>
                </a:lnTo>
                <a:close/>
              </a:path>
              <a:path w="10812780" h="853439">
                <a:moveTo>
                  <a:pt x="36253" y="782319"/>
                </a:moveTo>
                <a:lnTo>
                  <a:pt x="35648" y="782319"/>
                </a:lnTo>
                <a:lnTo>
                  <a:pt x="35471" y="781050"/>
                </a:lnTo>
                <a:lnTo>
                  <a:pt x="36253" y="782319"/>
                </a:lnTo>
                <a:close/>
              </a:path>
              <a:path w="10812780" h="853439">
                <a:moveTo>
                  <a:pt x="10780922" y="797560"/>
                </a:moveTo>
                <a:lnTo>
                  <a:pt x="10764647" y="797560"/>
                </a:lnTo>
                <a:lnTo>
                  <a:pt x="10769053" y="792480"/>
                </a:lnTo>
                <a:lnTo>
                  <a:pt x="10768850" y="792480"/>
                </a:lnTo>
                <a:lnTo>
                  <a:pt x="10773016" y="787400"/>
                </a:lnTo>
                <a:lnTo>
                  <a:pt x="10772838" y="787400"/>
                </a:lnTo>
                <a:lnTo>
                  <a:pt x="10776750" y="781050"/>
                </a:lnTo>
                <a:lnTo>
                  <a:pt x="10776572" y="782319"/>
                </a:lnTo>
                <a:lnTo>
                  <a:pt x="10790999" y="782319"/>
                </a:lnTo>
                <a:lnTo>
                  <a:pt x="10787189" y="788669"/>
                </a:lnTo>
                <a:lnTo>
                  <a:pt x="10783100" y="795019"/>
                </a:lnTo>
                <a:lnTo>
                  <a:pt x="10780922" y="797560"/>
                </a:lnTo>
                <a:close/>
              </a:path>
              <a:path w="10812780" h="853439">
                <a:moveTo>
                  <a:pt x="48533" y="797560"/>
                </a:moveTo>
                <a:lnTo>
                  <a:pt x="47574" y="797560"/>
                </a:lnTo>
                <a:lnTo>
                  <a:pt x="47370" y="796289"/>
                </a:lnTo>
                <a:lnTo>
                  <a:pt x="48533" y="797560"/>
                </a:lnTo>
                <a:close/>
              </a:path>
              <a:path w="10812780" h="853439">
                <a:moveTo>
                  <a:pt x="10725943" y="840739"/>
                </a:moveTo>
                <a:lnTo>
                  <a:pt x="10672368" y="840739"/>
                </a:lnTo>
                <a:lnTo>
                  <a:pt x="10679493" y="839469"/>
                </a:lnTo>
                <a:lnTo>
                  <a:pt x="10685881" y="839469"/>
                </a:lnTo>
                <a:lnTo>
                  <a:pt x="10692790" y="838200"/>
                </a:lnTo>
                <a:lnTo>
                  <a:pt x="10692472" y="838200"/>
                </a:lnTo>
                <a:lnTo>
                  <a:pt x="10699254" y="836930"/>
                </a:lnTo>
                <a:lnTo>
                  <a:pt x="10698949" y="836930"/>
                </a:lnTo>
                <a:lnTo>
                  <a:pt x="10705604" y="834389"/>
                </a:lnTo>
                <a:lnTo>
                  <a:pt x="10705299" y="834389"/>
                </a:lnTo>
                <a:lnTo>
                  <a:pt x="10711815" y="833119"/>
                </a:lnTo>
                <a:lnTo>
                  <a:pt x="10711522" y="833119"/>
                </a:lnTo>
                <a:lnTo>
                  <a:pt x="10717898" y="830580"/>
                </a:lnTo>
                <a:lnTo>
                  <a:pt x="10717606" y="830580"/>
                </a:lnTo>
                <a:lnTo>
                  <a:pt x="10723816" y="828039"/>
                </a:lnTo>
                <a:lnTo>
                  <a:pt x="10723537" y="828039"/>
                </a:lnTo>
                <a:lnTo>
                  <a:pt x="10729582" y="824230"/>
                </a:lnTo>
                <a:lnTo>
                  <a:pt x="10729315" y="824230"/>
                </a:lnTo>
                <a:lnTo>
                  <a:pt x="10735195" y="821689"/>
                </a:lnTo>
                <a:lnTo>
                  <a:pt x="10734929" y="821689"/>
                </a:lnTo>
                <a:lnTo>
                  <a:pt x="10740618" y="817880"/>
                </a:lnTo>
                <a:lnTo>
                  <a:pt x="10740364" y="817880"/>
                </a:lnTo>
                <a:lnTo>
                  <a:pt x="10745863" y="814069"/>
                </a:lnTo>
                <a:lnTo>
                  <a:pt x="10745622" y="814069"/>
                </a:lnTo>
                <a:lnTo>
                  <a:pt x="10750918" y="810260"/>
                </a:lnTo>
                <a:lnTo>
                  <a:pt x="10750677" y="810260"/>
                </a:lnTo>
                <a:lnTo>
                  <a:pt x="10755769" y="806450"/>
                </a:lnTo>
                <a:lnTo>
                  <a:pt x="10755541" y="806450"/>
                </a:lnTo>
                <a:lnTo>
                  <a:pt x="10760417" y="801369"/>
                </a:lnTo>
                <a:lnTo>
                  <a:pt x="10760202" y="801369"/>
                </a:lnTo>
                <a:lnTo>
                  <a:pt x="10764850" y="796289"/>
                </a:lnTo>
                <a:lnTo>
                  <a:pt x="10764647" y="797560"/>
                </a:lnTo>
                <a:lnTo>
                  <a:pt x="10780922" y="797560"/>
                </a:lnTo>
                <a:lnTo>
                  <a:pt x="10753344" y="824230"/>
                </a:lnTo>
                <a:lnTo>
                  <a:pt x="10729188" y="839469"/>
                </a:lnTo>
                <a:lnTo>
                  <a:pt x="10725943" y="840739"/>
                </a:lnTo>
                <a:close/>
              </a:path>
              <a:path w="10812780" h="853439">
                <a:moveTo>
                  <a:pt x="10673181" y="853439"/>
                </a:moveTo>
                <a:lnTo>
                  <a:pt x="139039" y="853439"/>
                </a:lnTo>
                <a:lnTo>
                  <a:pt x="131597" y="852169"/>
                </a:lnTo>
                <a:lnTo>
                  <a:pt x="10680623" y="852169"/>
                </a:lnTo>
                <a:lnTo>
                  <a:pt x="10673181" y="853439"/>
                </a:lnTo>
                <a:close/>
              </a:path>
            </a:pathLst>
          </a:custGeom>
          <a:solidFill>
            <a:srgbClr val="293E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1045616" y="2514599"/>
            <a:ext cx="841565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5" b="1">
                <a:latin typeface="宋体"/>
                <a:cs typeface="宋体"/>
              </a:rPr>
              <a:t>elif</a:t>
            </a:r>
            <a:r>
              <a:rPr dirty="0" sz="2000" b="1">
                <a:latin typeface="宋体"/>
                <a:cs typeface="宋体"/>
              </a:rPr>
              <a:t>语句</a:t>
            </a:r>
            <a:r>
              <a:rPr dirty="0" sz="2000">
                <a:latin typeface="宋体"/>
                <a:cs typeface="宋体"/>
              </a:rPr>
              <a:t>：类似于语文中的“否则如果”，跟在</a:t>
            </a:r>
            <a:r>
              <a:rPr dirty="0" sz="2000" spc="-5">
                <a:latin typeface="宋体"/>
                <a:cs typeface="宋体"/>
              </a:rPr>
              <a:t>if</a:t>
            </a:r>
            <a:r>
              <a:rPr dirty="0" sz="2000">
                <a:latin typeface="宋体"/>
                <a:cs typeface="宋体"/>
              </a:rPr>
              <a:t>或另一条</a:t>
            </a:r>
            <a:r>
              <a:rPr dirty="0" sz="2000" spc="-5">
                <a:latin typeface="宋体"/>
                <a:cs typeface="宋体"/>
              </a:rPr>
              <a:t>elif</a:t>
            </a:r>
            <a:r>
              <a:rPr dirty="0" sz="2000">
                <a:latin typeface="宋体"/>
                <a:cs typeface="宋体"/>
              </a:rPr>
              <a:t>语句后面</a:t>
            </a:r>
            <a:r>
              <a:rPr dirty="0" sz="2000" spc="5">
                <a:latin typeface="宋体"/>
                <a:cs typeface="宋体"/>
              </a:rPr>
              <a:t>。</a:t>
            </a:r>
            <a:endParaRPr sz="2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2"/>
            <a:ext cx="203200" cy="609600"/>
          </a:xfrm>
          <a:custGeom>
            <a:avLst/>
            <a:gdLst/>
            <a:ahLst/>
            <a:cxnLst/>
            <a:rect l="l" t="t" r="r" b="b"/>
            <a:pathLst>
              <a:path w="203200" h="609600">
                <a:moveTo>
                  <a:pt x="0" y="0"/>
                </a:moveTo>
                <a:lnTo>
                  <a:pt x="202692" y="0"/>
                </a:lnTo>
                <a:lnTo>
                  <a:pt x="202692" y="609599"/>
                </a:lnTo>
                <a:lnTo>
                  <a:pt x="0" y="609599"/>
                </a:lnTo>
                <a:lnTo>
                  <a:pt x="0" y="0"/>
                </a:lnTo>
                <a:close/>
              </a:path>
            </a:pathLst>
          </a:custGeom>
          <a:solidFill>
            <a:srgbClr val="20565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1940" y="217411"/>
            <a:ext cx="324866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if...elif...else</a:t>
            </a:r>
            <a:r>
              <a:rPr dirty="0" sz="2400" spc="-85" b="1">
                <a:solidFill>
                  <a:srgbClr val="2E5B50"/>
                </a:solidFill>
                <a:latin typeface="宋体"/>
                <a:cs typeface="宋体"/>
              </a:rPr>
              <a:t> </a:t>
            </a: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语</a:t>
            </a:r>
            <a:r>
              <a:rPr dirty="0" sz="2400" spc="-10" b="1">
                <a:solidFill>
                  <a:srgbClr val="2E5B50"/>
                </a:solidFill>
                <a:latin typeface="宋体"/>
                <a:cs typeface="宋体"/>
              </a:rPr>
              <a:t>句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96468" y="1243583"/>
            <a:ext cx="10799445" cy="1440180"/>
          </a:xfrm>
          <a:custGeom>
            <a:avLst/>
            <a:gdLst/>
            <a:ahLst/>
            <a:cxnLst/>
            <a:rect l="l" t="t" r="r" b="b"/>
            <a:pathLst>
              <a:path w="10799445" h="1440180">
                <a:moveTo>
                  <a:pt x="10559796" y="1440179"/>
                </a:moveTo>
                <a:lnTo>
                  <a:pt x="239268" y="1440179"/>
                </a:lnTo>
                <a:lnTo>
                  <a:pt x="190982" y="1435483"/>
                </a:lnTo>
                <a:lnTo>
                  <a:pt x="145998" y="1421634"/>
                </a:lnTo>
                <a:lnTo>
                  <a:pt x="105290" y="1399606"/>
                </a:lnTo>
                <a:lnTo>
                  <a:pt x="69832" y="1370376"/>
                </a:lnTo>
                <a:lnTo>
                  <a:pt x="40599" y="1334916"/>
                </a:lnTo>
                <a:lnTo>
                  <a:pt x="18567" y="1294202"/>
                </a:lnTo>
                <a:lnTo>
                  <a:pt x="4708" y="1249209"/>
                </a:lnTo>
                <a:lnTo>
                  <a:pt x="0" y="1200911"/>
                </a:lnTo>
                <a:lnTo>
                  <a:pt x="0" y="240791"/>
                </a:lnTo>
                <a:lnTo>
                  <a:pt x="4708" y="192295"/>
                </a:lnTo>
                <a:lnTo>
                  <a:pt x="18567" y="147141"/>
                </a:lnTo>
                <a:lnTo>
                  <a:pt x="40599" y="106287"/>
                </a:lnTo>
                <a:lnTo>
                  <a:pt x="69832" y="70689"/>
                </a:lnTo>
                <a:lnTo>
                  <a:pt x="105290" y="41305"/>
                </a:lnTo>
                <a:lnTo>
                  <a:pt x="145998" y="19091"/>
                </a:lnTo>
                <a:lnTo>
                  <a:pt x="190982" y="5003"/>
                </a:lnTo>
                <a:lnTo>
                  <a:pt x="239268" y="0"/>
                </a:lnTo>
                <a:lnTo>
                  <a:pt x="10559796" y="0"/>
                </a:lnTo>
                <a:lnTo>
                  <a:pt x="10608081" y="5003"/>
                </a:lnTo>
                <a:lnTo>
                  <a:pt x="10653065" y="19091"/>
                </a:lnTo>
                <a:lnTo>
                  <a:pt x="10693773" y="41305"/>
                </a:lnTo>
                <a:lnTo>
                  <a:pt x="10729231" y="70689"/>
                </a:lnTo>
                <a:lnTo>
                  <a:pt x="10758464" y="106287"/>
                </a:lnTo>
                <a:lnTo>
                  <a:pt x="10780496" y="147141"/>
                </a:lnTo>
                <a:lnTo>
                  <a:pt x="10794355" y="192295"/>
                </a:lnTo>
                <a:lnTo>
                  <a:pt x="10799064" y="240791"/>
                </a:lnTo>
                <a:lnTo>
                  <a:pt x="10799064" y="1200911"/>
                </a:lnTo>
                <a:lnTo>
                  <a:pt x="10794355" y="1249209"/>
                </a:lnTo>
                <a:lnTo>
                  <a:pt x="10780496" y="1294202"/>
                </a:lnTo>
                <a:lnTo>
                  <a:pt x="10758464" y="1334916"/>
                </a:lnTo>
                <a:lnTo>
                  <a:pt x="10729231" y="1370376"/>
                </a:lnTo>
                <a:lnTo>
                  <a:pt x="10693773" y="1399606"/>
                </a:lnTo>
                <a:lnTo>
                  <a:pt x="10653065" y="1421634"/>
                </a:lnTo>
                <a:lnTo>
                  <a:pt x="10608081" y="1435483"/>
                </a:lnTo>
                <a:lnTo>
                  <a:pt x="10559796" y="1440179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928369" y="1365567"/>
            <a:ext cx="10390505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宋体"/>
                <a:cs typeface="宋体"/>
              </a:rPr>
              <a:t>说明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：公司采用经济增加值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(EVA)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进行绩效评价，若本年经济增加值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&gt;200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万元，则奖励金额为本年经济增加值的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20%； 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若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100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万元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&lt;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本年经济增加值≤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200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万元，则奖励金额为本年经济增加值的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10%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；本年经济增加值≤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100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万元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,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则无奖金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。 </a:t>
            </a:r>
            <a:r>
              <a:rPr dirty="0" sz="1600" b="1">
                <a:solidFill>
                  <a:srgbClr val="FFFFFF"/>
                </a:solidFill>
                <a:latin typeface="宋体"/>
                <a:cs typeface="宋体"/>
              </a:rPr>
              <a:t>要求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：本年经济增加值为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120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万元，使用条件语句计算本年奖金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50391" y="2997707"/>
            <a:ext cx="4479290" cy="3662679"/>
          </a:xfrm>
          <a:custGeom>
            <a:avLst/>
            <a:gdLst/>
            <a:ahLst/>
            <a:cxnLst/>
            <a:rect l="l" t="t" r="r" b="b"/>
            <a:pathLst>
              <a:path w="4479290" h="3662679">
                <a:moveTo>
                  <a:pt x="3869436" y="3662172"/>
                </a:moveTo>
                <a:lnTo>
                  <a:pt x="609600" y="3662172"/>
                </a:lnTo>
                <a:lnTo>
                  <a:pt x="561893" y="3660249"/>
                </a:lnTo>
                <a:lnTo>
                  <a:pt x="515193" y="3654753"/>
                </a:lnTo>
                <a:lnTo>
                  <a:pt x="469635" y="3645819"/>
                </a:lnTo>
                <a:lnTo>
                  <a:pt x="425354" y="3633581"/>
                </a:lnTo>
                <a:lnTo>
                  <a:pt x="382488" y="3618175"/>
                </a:lnTo>
                <a:lnTo>
                  <a:pt x="341172" y="3599736"/>
                </a:lnTo>
                <a:lnTo>
                  <a:pt x="301543" y="3578399"/>
                </a:lnTo>
                <a:lnTo>
                  <a:pt x="263735" y="3554300"/>
                </a:lnTo>
                <a:lnTo>
                  <a:pt x="227887" y="3527572"/>
                </a:lnTo>
                <a:lnTo>
                  <a:pt x="194133" y="3498352"/>
                </a:lnTo>
                <a:lnTo>
                  <a:pt x="162609" y="3466774"/>
                </a:lnTo>
                <a:lnTo>
                  <a:pt x="133453" y="3432973"/>
                </a:lnTo>
                <a:lnTo>
                  <a:pt x="106799" y="3397086"/>
                </a:lnTo>
                <a:lnTo>
                  <a:pt x="82784" y="3359245"/>
                </a:lnTo>
                <a:lnTo>
                  <a:pt x="61544" y="3319588"/>
                </a:lnTo>
                <a:lnTo>
                  <a:pt x="43215" y="3278249"/>
                </a:lnTo>
                <a:lnTo>
                  <a:pt x="27933" y="3235362"/>
                </a:lnTo>
                <a:lnTo>
                  <a:pt x="15835" y="3191064"/>
                </a:lnTo>
                <a:lnTo>
                  <a:pt x="7055" y="3145488"/>
                </a:lnTo>
                <a:lnTo>
                  <a:pt x="1732" y="3098771"/>
                </a:lnTo>
                <a:lnTo>
                  <a:pt x="0" y="3051048"/>
                </a:lnTo>
                <a:lnTo>
                  <a:pt x="0" y="611124"/>
                </a:lnTo>
                <a:lnTo>
                  <a:pt x="1732" y="563331"/>
                </a:lnTo>
                <a:lnTo>
                  <a:pt x="7055" y="516551"/>
                </a:lnTo>
                <a:lnTo>
                  <a:pt x="15835" y="470921"/>
                </a:lnTo>
                <a:lnTo>
                  <a:pt x="27933" y="426574"/>
                </a:lnTo>
                <a:lnTo>
                  <a:pt x="43215" y="383646"/>
                </a:lnTo>
                <a:lnTo>
                  <a:pt x="61544" y="342272"/>
                </a:lnTo>
                <a:lnTo>
                  <a:pt x="82784" y="302587"/>
                </a:lnTo>
                <a:lnTo>
                  <a:pt x="106799" y="264726"/>
                </a:lnTo>
                <a:lnTo>
                  <a:pt x="133453" y="228824"/>
                </a:lnTo>
                <a:lnTo>
                  <a:pt x="162609" y="195017"/>
                </a:lnTo>
                <a:lnTo>
                  <a:pt x="194133" y="163439"/>
                </a:lnTo>
                <a:lnTo>
                  <a:pt x="227887" y="134226"/>
                </a:lnTo>
                <a:lnTo>
                  <a:pt x="263735" y="107512"/>
                </a:lnTo>
                <a:lnTo>
                  <a:pt x="301543" y="83433"/>
                </a:lnTo>
                <a:lnTo>
                  <a:pt x="341172" y="62124"/>
                </a:lnTo>
                <a:lnTo>
                  <a:pt x="382488" y="43719"/>
                </a:lnTo>
                <a:lnTo>
                  <a:pt x="425354" y="28355"/>
                </a:lnTo>
                <a:lnTo>
                  <a:pt x="469635" y="16166"/>
                </a:lnTo>
                <a:lnTo>
                  <a:pt x="515193" y="7287"/>
                </a:lnTo>
                <a:lnTo>
                  <a:pt x="561893" y="1853"/>
                </a:lnTo>
                <a:lnTo>
                  <a:pt x="609600" y="0"/>
                </a:lnTo>
                <a:lnTo>
                  <a:pt x="3869436" y="0"/>
                </a:lnTo>
                <a:lnTo>
                  <a:pt x="3917055" y="1853"/>
                </a:lnTo>
                <a:lnTo>
                  <a:pt x="3963678" y="7287"/>
                </a:lnTo>
                <a:lnTo>
                  <a:pt x="4009167" y="16166"/>
                </a:lnTo>
                <a:lnTo>
                  <a:pt x="4053387" y="28355"/>
                </a:lnTo>
                <a:lnTo>
                  <a:pt x="4096201" y="43719"/>
                </a:lnTo>
                <a:lnTo>
                  <a:pt x="4137474" y="62124"/>
                </a:lnTo>
                <a:lnTo>
                  <a:pt x="4177069" y="83433"/>
                </a:lnTo>
                <a:lnTo>
                  <a:pt x="4214850" y="107512"/>
                </a:lnTo>
                <a:lnTo>
                  <a:pt x="4250682" y="134226"/>
                </a:lnTo>
                <a:lnTo>
                  <a:pt x="4284427" y="163439"/>
                </a:lnTo>
                <a:lnTo>
                  <a:pt x="4315951" y="195017"/>
                </a:lnTo>
                <a:lnTo>
                  <a:pt x="4345116" y="228824"/>
                </a:lnTo>
                <a:lnTo>
                  <a:pt x="4371787" y="264726"/>
                </a:lnTo>
                <a:lnTo>
                  <a:pt x="4395828" y="302587"/>
                </a:lnTo>
                <a:lnTo>
                  <a:pt x="4417102" y="342272"/>
                </a:lnTo>
                <a:lnTo>
                  <a:pt x="4435475" y="383646"/>
                </a:lnTo>
                <a:lnTo>
                  <a:pt x="4450808" y="426574"/>
                </a:lnTo>
                <a:lnTo>
                  <a:pt x="4462967" y="470921"/>
                </a:lnTo>
                <a:lnTo>
                  <a:pt x="4471815" y="516551"/>
                </a:lnTo>
                <a:lnTo>
                  <a:pt x="4477217" y="563331"/>
                </a:lnTo>
                <a:lnTo>
                  <a:pt x="4479036" y="611124"/>
                </a:lnTo>
                <a:lnTo>
                  <a:pt x="4479036" y="3051048"/>
                </a:lnTo>
                <a:lnTo>
                  <a:pt x="4477217" y="3098771"/>
                </a:lnTo>
                <a:lnTo>
                  <a:pt x="4471815" y="3145488"/>
                </a:lnTo>
                <a:lnTo>
                  <a:pt x="4462967" y="3191064"/>
                </a:lnTo>
                <a:lnTo>
                  <a:pt x="4450808" y="3235362"/>
                </a:lnTo>
                <a:lnTo>
                  <a:pt x="4435475" y="3278249"/>
                </a:lnTo>
                <a:lnTo>
                  <a:pt x="4417102" y="3319588"/>
                </a:lnTo>
                <a:lnTo>
                  <a:pt x="4395828" y="3359245"/>
                </a:lnTo>
                <a:lnTo>
                  <a:pt x="4371787" y="3397086"/>
                </a:lnTo>
                <a:lnTo>
                  <a:pt x="4345116" y="3432973"/>
                </a:lnTo>
                <a:lnTo>
                  <a:pt x="4315951" y="3466774"/>
                </a:lnTo>
                <a:lnTo>
                  <a:pt x="4284427" y="3498352"/>
                </a:lnTo>
                <a:lnTo>
                  <a:pt x="4250682" y="3527572"/>
                </a:lnTo>
                <a:lnTo>
                  <a:pt x="4214850" y="3554300"/>
                </a:lnTo>
                <a:lnTo>
                  <a:pt x="4177069" y="3578399"/>
                </a:lnTo>
                <a:lnTo>
                  <a:pt x="4137474" y="3599736"/>
                </a:lnTo>
                <a:lnTo>
                  <a:pt x="4096201" y="3618175"/>
                </a:lnTo>
                <a:lnTo>
                  <a:pt x="4053387" y="3633581"/>
                </a:lnTo>
                <a:lnTo>
                  <a:pt x="4009167" y="3645819"/>
                </a:lnTo>
                <a:lnTo>
                  <a:pt x="3963678" y="3654753"/>
                </a:lnTo>
                <a:lnTo>
                  <a:pt x="3917055" y="3660249"/>
                </a:lnTo>
                <a:lnTo>
                  <a:pt x="3869436" y="3662172"/>
                </a:lnTo>
                <a:close/>
              </a:path>
            </a:pathLst>
          </a:custGeom>
          <a:solidFill>
            <a:srgbClr val="D2E1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22376" y="2936748"/>
            <a:ext cx="1163320" cy="463550"/>
          </a:xfrm>
          <a:custGeom>
            <a:avLst/>
            <a:gdLst/>
            <a:ahLst/>
            <a:cxnLst/>
            <a:rect l="l" t="t" r="r" b="b"/>
            <a:pathLst>
              <a:path w="1163320" h="463550">
                <a:moveTo>
                  <a:pt x="1085088" y="463296"/>
                </a:moveTo>
                <a:lnTo>
                  <a:pt x="77723" y="463296"/>
                </a:lnTo>
                <a:lnTo>
                  <a:pt x="47186" y="457425"/>
                </a:lnTo>
                <a:lnTo>
                  <a:pt x="22417" y="440878"/>
                </a:lnTo>
                <a:lnTo>
                  <a:pt x="5870" y="416109"/>
                </a:lnTo>
                <a:lnTo>
                  <a:pt x="0" y="385572"/>
                </a:lnTo>
                <a:lnTo>
                  <a:pt x="0" y="76200"/>
                </a:lnTo>
                <a:lnTo>
                  <a:pt x="5870" y="46471"/>
                </a:lnTo>
                <a:lnTo>
                  <a:pt x="22417" y="22131"/>
                </a:lnTo>
                <a:lnTo>
                  <a:pt x="47186" y="5775"/>
                </a:lnTo>
                <a:lnTo>
                  <a:pt x="77723" y="0"/>
                </a:lnTo>
                <a:lnTo>
                  <a:pt x="1085088" y="0"/>
                </a:lnTo>
                <a:lnTo>
                  <a:pt x="1115125" y="5775"/>
                </a:lnTo>
                <a:lnTo>
                  <a:pt x="1139728" y="22131"/>
                </a:lnTo>
                <a:lnTo>
                  <a:pt x="1156441" y="46471"/>
                </a:lnTo>
                <a:lnTo>
                  <a:pt x="1162812" y="76200"/>
                </a:lnTo>
                <a:lnTo>
                  <a:pt x="1162812" y="385572"/>
                </a:lnTo>
                <a:lnTo>
                  <a:pt x="1156441" y="416109"/>
                </a:lnTo>
                <a:lnTo>
                  <a:pt x="1139728" y="440878"/>
                </a:lnTo>
                <a:lnTo>
                  <a:pt x="1115125" y="457425"/>
                </a:lnTo>
                <a:lnTo>
                  <a:pt x="1085088" y="463296"/>
                </a:lnTo>
                <a:close/>
              </a:path>
            </a:pathLst>
          </a:custGeom>
          <a:solidFill>
            <a:srgbClr val="78A77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832281" y="2934437"/>
            <a:ext cx="1858645" cy="926465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示例</a:t>
            </a:r>
            <a:r>
              <a:rPr dirty="0" sz="1600" spc="-5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代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码</a:t>
            </a:r>
            <a:endParaRPr sz="1600">
              <a:latin typeface="宋体"/>
              <a:cs typeface="宋体"/>
            </a:endParaRPr>
          </a:p>
          <a:p>
            <a:pPr marL="525145" marR="5080">
              <a:lnSpc>
                <a:spcPts val="1900"/>
              </a:lnSpc>
              <a:spcBef>
                <a:spcPts val="760"/>
              </a:spcBef>
            </a:pPr>
            <a:r>
              <a:rPr dirty="0" sz="1600" spc="-5">
                <a:latin typeface="宋体"/>
                <a:cs typeface="宋体"/>
              </a:rPr>
              <a:t>#</a:t>
            </a:r>
            <a:r>
              <a:rPr dirty="0" sz="1600" spc="-30">
                <a:latin typeface="宋体"/>
                <a:cs typeface="宋体"/>
              </a:rPr>
              <a:t> </a:t>
            </a:r>
            <a:r>
              <a:rPr dirty="0" sz="1600">
                <a:latin typeface="宋体"/>
                <a:cs typeface="宋体"/>
              </a:rPr>
              <a:t>变量赋</a:t>
            </a:r>
            <a:r>
              <a:rPr dirty="0" sz="1600" spc="-5">
                <a:latin typeface="宋体"/>
                <a:cs typeface="宋体"/>
              </a:rPr>
              <a:t>值 EVA =</a:t>
            </a:r>
            <a:r>
              <a:rPr dirty="0" sz="1600" spc="-75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1200000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44930" y="4074795"/>
            <a:ext cx="2057400" cy="17164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910"/>
              </a:lnSpc>
              <a:spcBef>
                <a:spcPts val="95"/>
              </a:spcBef>
            </a:pPr>
            <a:r>
              <a:rPr dirty="0" sz="1600" spc="-5">
                <a:latin typeface="宋体"/>
                <a:cs typeface="宋体"/>
              </a:rPr>
              <a:t>#</a:t>
            </a:r>
            <a:r>
              <a:rPr dirty="0" sz="1600" spc="-20">
                <a:latin typeface="宋体"/>
                <a:cs typeface="宋体"/>
              </a:rPr>
              <a:t> </a:t>
            </a:r>
            <a:r>
              <a:rPr dirty="0" sz="1600">
                <a:latin typeface="宋体"/>
                <a:cs typeface="宋体"/>
              </a:rPr>
              <a:t>条件判断开</a:t>
            </a:r>
            <a:r>
              <a:rPr dirty="0" sz="1600" spc="-5">
                <a:latin typeface="宋体"/>
                <a:cs typeface="宋体"/>
              </a:rPr>
              <a:t>始</a:t>
            </a:r>
            <a:endParaRPr sz="1600">
              <a:latin typeface="宋体"/>
              <a:cs typeface="宋体"/>
            </a:endParaRPr>
          </a:p>
          <a:p>
            <a:pPr marL="12700">
              <a:lnSpc>
                <a:spcPts val="1900"/>
              </a:lnSpc>
            </a:pPr>
            <a:r>
              <a:rPr dirty="0" sz="1600" spc="-5">
                <a:latin typeface="宋体"/>
                <a:cs typeface="宋体"/>
              </a:rPr>
              <a:t>if EVA &gt;</a:t>
            </a:r>
            <a:r>
              <a:rPr dirty="0" sz="1600" spc="-3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2000000: </a:t>
            </a:r>
            <a:endParaRPr sz="1600">
              <a:latin typeface="宋体"/>
              <a:cs typeface="宋体"/>
            </a:endParaRPr>
          </a:p>
          <a:p>
            <a:pPr marL="12700" marR="5080">
              <a:lnSpc>
                <a:spcPts val="1900"/>
              </a:lnSpc>
              <a:spcBef>
                <a:spcPts val="70"/>
              </a:spcBef>
            </a:pPr>
            <a:r>
              <a:rPr dirty="0" sz="1600" spc="-5">
                <a:latin typeface="宋体"/>
                <a:cs typeface="宋体"/>
              </a:rPr>
              <a:t>    </a:t>
            </a:r>
            <a:r>
              <a:rPr dirty="0" sz="1600" spc="-5">
                <a:latin typeface="宋体"/>
                <a:cs typeface="宋体"/>
              </a:rPr>
              <a:t>bonus = EVA*0.2  elif EVA &gt;</a:t>
            </a:r>
            <a:r>
              <a:rPr dirty="0" sz="1600" spc="-45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1000000: </a:t>
            </a:r>
            <a:endParaRPr sz="1600">
              <a:latin typeface="宋体"/>
              <a:cs typeface="宋体"/>
            </a:endParaRPr>
          </a:p>
          <a:p>
            <a:pPr marL="12700" marR="5080">
              <a:lnSpc>
                <a:spcPts val="1900"/>
              </a:lnSpc>
            </a:pPr>
            <a:r>
              <a:rPr dirty="0" sz="1600" spc="-5">
                <a:latin typeface="宋体"/>
                <a:cs typeface="宋体"/>
              </a:rPr>
              <a:t>    </a:t>
            </a:r>
            <a:r>
              <a:rPr dirty="0" sz="1600" spc="-5">
                <a:latin typeface="宋体"/>
                <a:cs typeface="宋体"/>
              </a:rPr>
              <a:t>bonus = EVA*0.1  else: </a:t>
            </a:r>
            <a:endParaRPr sz="1600">
              <a:latin typeface="宋体"/>
              <a:cs typeface="宋体"/>
            </a:endParaRPr>
          </a:p>
          <a:p>
            <a:pPr marL="12700">
              <a:lnSpc>
                <a:spcPts val="1839"/>
              </a:lnSpc>
            </a:pPr>
            <a:r>
              <a:rPr dirty="0" sz="1600" spc="-5">
                <a:latin typeface="宋体"/>
                <a:cs typeface="宋体"/>
              </a:rPr>
              <a:t>    </a:t>
            </a:r>
            <a:r>
              <a:rPr dirty="0" sz="1600" spc="-5">
                <a:latin typeface="宋体"/>
                <a:cs typeface="宋体"/>
              </a:rPr>
              <a:t>bonus =</a:t>
            </a:r>
            <a:r>
              <a:rPr dirty="0" sz="1600" spc="-2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0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44930" y="6005195"/>
            <a:ext cx="1447800" cy="509905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2700" marR="5080">
              <a:lnSpc>
                <a:spcPts val="1900"/>
              </a:lnSpc>
              <a:spcBef>
                <a:spcPts val="175"/>
              </a:spcBef>
            </a:pPr>
            <a:r>
              <a:rPr dirty="0" sz="1600" spc="-5">
                <a:latin typeface="宋体"/>
                <a:cs typeface="宋体"/>
              </a:rPr>
              <a:t>#</a:t>
            </a:r>
            <a:r>
              <a:rPr dirty="0" sz="1600" spc="-100">
                <a:latin typeface="宋体"/>
                <a:cs typeface="宋体"/>
              </a:rPr>
              <a:t> </a:t>
            </a:r>
            <a:r>
              <a:rPr dirty="0" sz="1600">
                <a:latin typeface="宋体"/>
                <a:cs typeface="宋体"/>
              </a:rPr>
              <a:t>打印计算结</a:t>
            </a:r>
            <a:r>
              <a:rPr dirty="0" sz="1600" spc="-5">
                <a:latin typeface="宋体"/>
                <a:cs typeface="宋体"/>
              </a:rPr>
              <a:t>果 print(bonus)  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836920" y="4009644"/>
            <a:ext cx="547370" cy="951230"/>
          </a:xfrm>
          <a:custGeom>
            <a:avLst/>
            <a:gdLst/>
            <a:ahLst/>
            <a:cxnLst/>
            <a:rect l="l" t="t" r="r" b="b"/>
            <a:pathLst>
              <a:path w="547370" h="951229">
                <a:moveTo>
                  <a:pt x="272795" y="950976"/>
                </a:moveTo>
                <a:lnTo>
                  <a:pt x="272795" y="713231"/>
                </a:lnTo>
                <a:lnTo>
                  <a:pt x="0" y="713231"/>
                </a:lnTo>
                <a:lnTo>
                  <a:pt x="0" y="237743"/>
                </a:lnTo>
                <a:lnTo>
                  <a:pt x="272795" y="237743"/>
                </a:lnTo>
                <a:lnTo>
                  <a:pt x="272795" y="0"/>
                </a:lnTo>
                <a:lnTo>
                  <a:pt x="547115" y="475488"/>
                </a:lnTo>
                <a:lnTo>
                  <a:pt x="272795" y="950976"/>
                </a:lnTo>
                <a:close/>
              </a:path>
            </a:pathLst>
          </a:custGeom>
          <a:solidFill>
            <a:srgbClr val="78A77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891528" y="3855720"/>
            <a:ext cx="4398645" cy="1259205"/>
          </a:xfrm>
          <a:custGeom>
            <a:avLst/>
            <a:gdLst/>
            <a:ahLst/>
            <a:cxnLst/>
            <a:rect l="l" t="t" r="r" b="b"/>
            <a:pathLst>
              <a:path w="4398645" h="1259204">
                <a:moveTo>
                  <a:pt x="4189476" y="1258824"/>
                </a:moveTo>
                <a:lnTo>
                  <a:pt x="210312" y="1258824"/>
                </a:lnTo>
                <a:lnTo>
                  <a:pt x="162063" y="1253486"/>
                </a:lnTo>
                <a:lnTo>
                  <a:pt x="117798" y="1237857"/>
                </a:lnTo>
                <a:lnTo>
                  <a:pt x="78769" y="1213214"/>
                </a:lnTo>
                <a:lnTo>
                  <a:pt x="46223" y="1180833"/>
                </a:lnTo>
                <a:lnTo>
                  <a:pt x="21413" y="1141992"/>
                </a:lnTo>
                <a:lnTo>
                  <a:pt x="5589" y="1097967"/>
                </a:lnTo>
                <a:lnTo>
                  <a:pt x="0" y="1050035"/>
                </a:lnTo>
                <a:lnTo>
                  <a:pt x="0" y="210312"/>
                </a:lnTo>
                <a:lnTo>
                  <a:pt x="5589" y="162250"/>
                </a:lnTo>
                <a:lnTo>
                  <a:pt x="21413" y="118109"/>
                </a:lnTo>
                <a:lnTo>
                  <a:pt x="46223" y="79142"/>
                </a:lnTo>
                <a:lnTo>
                  <a:pt x="78769" y="46597"/>
                </a:lnTo>
                <a:lnTo>
                  <a:pt x="117798" y="21724"/>
                </a:lnTo>
                <a:lnTo>
                  <a:pt x="162063" y="5775"/>
                </a:lnTo>
                <a:lnTo>
                  <a:pt x="210312" y="0"/>
                </a:lnTo>
                <a:lnTo>
                  <a:pt x="4189476" y="0"/>
                </a:lnTo>
                <a:lnTo>
                  <a:pt x="4237393" y="5775"/>
                </a:lnTo>
                <a:lnTo>
                  <a:pt x="4281409" y="21724"/>
                </a:lnTo>
                <a:lnTo>
                  <a:pt x="4320245" y="46597"/>
                </a:lnTo>
                <a:lnTo>
                  <a:pt x="4352626" y="79142"/>
                </a:lnTo>
                <a:lnTo>
                  <a:pt x="4377274" y="118109"/>
                </a:lnTo>
                <a:lnTo>
                  <a:pt x="4392912" y="162250"/>
                </a:lnTo>
                <a:lnTo>
                  <a:pt x="4398264" y="210312"/>
                </a:lnTo>
                <a:lnTo>
                  <a:pt x="4398264" y="1050035"/>
                </a:lnTo>
                <a:lnTo>
                  <a:pt x="4392912" y="1097967"/>
                </a:lnTo>
                <a:lnTo>
                  <a:pt x="4377274" y="1141992"/>
                </a:lnTo>
                <a:lnTo>
                  <a:pt x="4352626" y="1180833"/>
                </a:lnTo>
                <a:lnTo>
                  <a:pt x="4320245" y="1213214"/>
                </a:lnTo>
                <a:lnTo>
                  <a:pt x="4281409" y="1237857"/>
                </a:lnTo>
                <a:lnTo>
                  <a:pt x="4237393" y="1253486"/>
                </a:lnTo>
                <a:lnTo>
                  <a:pt x="4189476" y="12588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8164194" y="4409109"/>
            <a:ext cx="185420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宋体"/>
                <a:cs typeface="宋体"/>
              </a:rPr>
              <a:t>输出结果</a:t>
            </a:r>
            <a:r>
              <a:rPr dirty="0" sz="1600" spc="-5">
                <a:latin typeface="宋体"/>
                <a:cs typeface="宋体"/>
              </a:rPr>
              <a:t>：120000.0</a:t>
            </a:r>
            <a:endParaRPr sz="16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332988" y="0"/>
            <a:ext cx="8859520" cy="6858000"/>
          </a:xfrm>
          <a:custGeom>
            <a:avLst/>
            <a:gdLst/>
            <a:ahLst/>
            <a:cxnLst/>
            <a:rect l="l" t="t" r="r" b="b"/>
            <a:pathLst>
              <a:path w="8859520" h="6858000">
                <a:moveTo>
                  <a:pt x="0" y="6858000"/>
                </a:moveTo>
                <a:lnTo>
                  <a:pt x="8859012" y="6858000"/>
                </a:lnTo>
                <a:lnTo>
                  <a:pt x="885901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0"/>
            <a:ext cx="885825" cy="6858000"/>
          </a:xfrm>
          <a:custGeom>
            <a:avLst/>
            <a:gdLst/>
            <a:ahLst/>
            <a:cxnLst/>
            <a:rect l="l" t="t" r="r" b="b"/>
            <a:pathLst>
              <a:path w="885825" h="6858000">
                <a:moveTo>
                  <a:pt x="0" y="6858000"/>
                </a:moveTo>
                <a:lnTo>
                  <a:pt x="885444" y="6858000"/>
                </a:lnTo>
                <a:lnTo>
                  <a:pt x="885444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9334500" y="0"/>
            <a:ext cx="2857500" cy="14904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85444" y="0"/>
            <a:ext cx="2447925" cy="6858000"/>
          </a:xfrm>
          <a:custGeom>
            <a:avLst/>
            <a:gdLst/>
            <a:ahLst/>
            <a:cxnLst/>
            <a:rect l="l" t="t" r="r" b="b"/>
            <a:pathLst>
              <a:path w="2447925" h="6858000">
                <a:moveTo>
                  <a:pt x="0" y="0"/>
                </a:moveTo>
                <a:lnTo>
                  <a:pt x="2447544" y="0"/>
                </a:lnTo>
                <a:lnTo>
                  <a:pt x="2447544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20565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827532" y="2106167"/>
            <a:ext cx="2185670" cy="2646045"/>
          </a:xfrm>
          <a:custGeom>
            <a:avLst/>
            <a:gdLst/>
            <a:ahLst/>
            <a:cxnLst/>
            <a:rect l="l" t="t" r="r" b="b"/>
            <a:pathLst>
              <a:path w="2185670" h="2646045">
                <a:moveTo>
                  <a:pt x="0" y="0"/>
                </a:moveTo>
                <a:lnTo>
                  <a:pt x="2185416" y="0"/>
                </a:lnTo>
                <a:lnTo>
                  <a:pt x="2185416" y="2645663"/>
                </a:lnTo>
                <a:lnTo>
                  <a:pt x="0" y="2645663"/>
                </a:lnTo>
                <a:lnTo>
                  <a:pt x="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85444" y="2106167"/>
            <a:ext cx="2127885" cy="2646045"/>
          </a:xfrm>
          <a:prstGeom prst="rect">
            <a:avLst/>
          </a:prstGeom>
          <a:solidFill>
            <a:srgbClr val="F1F1F1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9300"/>
              </a:lnSpc>
            </a:pPr>
            <a:r>
              <a:rPr dirty="0" sz="16600" spc="-35" b="1">
                <a:solidFill>
                  <a:srgbClr val="205657"/>
                </a:solidFill>
                <a:latin typeface="宋体"/>
                <a:cs typeface="宋体"/>
              </a:rPr>
              <a:t>03</a:t>
            </a:r>
            <a:endParaRPr sz="16600">
              <a:latin typeface="宋体"/>
              <a:cs typeface="宋体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6354254" y="2909912"/>
            <a:ext cx="2320925" cy="9398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="1">
                <a:solidFill>
                  <a:srgbClr val="2E5B50"/>
                </a:solidFill>
                <a:latin typeface="宋体"/>
                <a:cs typeface="宋体"/>
              </a:rPr>
              <a:t>if</a:t>
            </a:r>
            <a:r>
              <a:rPr dirty="0" b="1">
                <a:solidFill>
                  <a:srgbClr val="2E5B50"/>
                </a:solidFill>
                <a:latin typeface="宋体"/>
                <a:cs typeface="宋体"/>
              </a:rPr>
              <a:t>嵌</a:t>
            </a:r>
            <a:r>
              <a:rPr dirty="0" spc="-25" b="1">
                <a:solidFill>
                  <a:srgbClr val="2E5B50"/>
                </a:solidFill>
                <a:latin typeface="宋体"/>
                <a:cs typeface="宋体"/>
              </a:rPr>
              <a:t>套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2"/>
            <a:ext cx="203200" cy="609600"/>
          </a:xfrm>
          <a:custGeom>
            <a:avLst/>
            <a:gdLst/>
            <a:ahLst/>
            <a:cxnLst/>
            <a:rect l="l" t="t" r="r" b="b"/>
            <a:pathLst>
              <a:path w="203200" h="609600">
                <a:moveTo>
                  <a:pt x="0" y="0"/>
                </a:moveTo>
                <a:lnTo>
                  <a:pt x="202692" y="0"/>
                </a:lnTo>
                <a:lnTo>
                  <a:pt x="202692" y="609599"/>
                </a:lnTo>
                <a:lnTo>
                  <a:pt x="0" y="609599"/>
                </a:lnTo>
                <a:lnTo>
                  <a:pt x="0" y="0"/>
                </a:lnTo>
                <a:close/>
              </a:path>
            </a:pathLst>
          </a:custGeom>
          <a:solidFill>
            <a:srgbClr val="20565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1940" y="217411"/>
            <a:ext cx="94361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if</a:t>
            </a: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嵌</a:t>
            </a:r>
            <a:r>
              <a:rPr dirty="0" sz="2400" spc="-10" b="1">
                <a:solidFill>
                  <a:srgbClr val="2E5B50"/>
                </a:solidFill>
                <a:latin typeface="宋体"/>
                <a:cs typeface="宋体"/>
              </a:rPr>
              <a:t>套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96468" y="1229867"/>
            <a:ext cx="10799445" cy="756285"/>
          </a:xfrm>
          <a:custGeom>
            <a:avLst/>
            <a:gdLst/>
            <a:ahLst/>
            <a:cxnLst/>
            <a:rect l="l" t="t" r="r" b="b"/>
            <a:pathLst>
              <a:path w="10799445" h="756285">
                <a:moveTo>
                  <a:pt x="10674096" y="755903"/>
                </a:moveTo>
                <a:lnTo>
                  <a:pt x="124968" y="755903"/>
                </a:lnTo>
                <a:lnTo>
                  <a:pt x="76229" y="746010"/>
                </a:lnTo>
                <a:lnTo>
                  <a:pt x="36390" y="718961"/>
                </a:lnTo>
                <a:lnTo>
                  <a:pt x="9598" y="678760"/>
                </a:lnTo>
                <a:lnTo>
                  <a:pt x="0" y="629411"/>
                </a:lnTo>
                <a:lnTo>
                  <a:pt x="0" y="126491"/>
                </a:lnTo>
                <a:lnTo>
                  <a:pt x="9598" y="77229"/>
                </a:lnTo>
                <a:lnTo>
                  <a:pt x="36390" y="37057"/>
                </a:lnTo>
                <a:lnTo>
                  <a:pt x="76229" y="9979"/>
                </a:lnTo>
                <a:lnTo>
                  <a:pt x="124968" y="0"/>
                </a:lnTo>
                <a:lnTo>
                  <a:pt x="10674096" y="0"/>
                </a:lnTo>
                <a:lnTo>
                  <a:pt x="10722834" y="9979"/>
                </a:lnTo>
                <a:lnTo>
                  <a:pt x="10762673" y="37057"/>
                </a:lnTo>
                <a:lnTo>
                  <a:pt x="10789465" y="77229"/>
                </a:lnTo>
                <a:lnTo>
                  <a:pt x="10799064" y="126491"/>
                </a:lnTo>
                <a:lnTo>
                  <a:pt x="10799064" y="629411"/>
                </a:lnTo>
                <a:lnTo>
                  <a:pt x="10789465" y="678760"/>
                </a:lnTo>
                <a:lnTo>
                  <a:pt x="10762673" y="718961"/>
                </a:lnTo>
                <a:lnTo>
                  <a:pt x="10722834" y="746010"/>
                </a:lnTo>
                <a:lnTo>
                  <a:pt x="10674096" y="755903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66800" y="1458988"/>
            <a:ext cx="942403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有时候某个判断是在另外一个判断成立的基础上进行的，这样的情况该如何解决呢</a:t>
            </a:r>
            <a:r>
              <a:rPr dirty="0" sz="2000" spc="5">
                <a:solidFill>
                  <a:srgbClr val="FFFFFF"/>
                </a:solidFill>
                <a:latin typeface="宋体"/>
                <a:cs typeface="宋体"/>
              </a:rPr>
              <a:t>？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23900" y="2429255"/>
            <a:ext cx="5311140" cy="3964304"/>
          </a:xfrm>
          <a:custGeom>
            <a:avLst/>
            <a:gdLst/>
            <a:ahLst/>
            <a:cxnLst/>
            <a:rect l="l" t="t" r="r" b="b"/>
            <a:pathLst>
              <a:path w="5311140" h="3964304">
                <a:moveTo>
                  <a:pt x="4651248" y="3963924"/>
                </a:moveTo>
                <a:lnTo>
                  <a:pt x="661416" y="3963924"/>
                </a:lnTo>
                <a:lnTo>
                  <a:pt x="614215" y="3962182"/>
                </a:lnTo>
                <a:lnTo>
                  <a:pt x="567912" y="3957205"/>
                </a:lnTo>
                <a:lnTo>
                  <a:pt x="522617" y="3949104"/>
                </a:lnTo>
                <a:lnTo>
                  <a:pt x="478442" y="3937990"/>
                </a:lnTo>
                <a:lnTo>
                  <a:pt x="435497" y="3923974"/>
                </a:lnTo>
                <a:lnTo>
                  <a:pt x="393896" y="3907168"/>
                </a:lnTo>
                <a:lnTo>
                  <a:pt x="353748" y="3887683"/>
                </a:lnTo>
                <a:lnTo>
                  <a:pt x="315166" y="3865630"/>
                </a:lnTo>
                <a:lnTo>
                  <a:pt x="278260" y="3841122"/>
                </a:lnTo>
                <a:lnTo>
                  <a:pt x="243142" y="3814269"/>
                </a:lnTo>
                <a:lnTo>
                  <a:pt x="209924" y="3785183"/>
                </a:lnTo>
                <a:lnTo>
                  <a:pt x="178716" y="3753975"/>
                </a:lnTo>
                <a:lnTo>
                  <a:pt x="149631" y="3720757"/>
                </a:lnTo>
                <a:lnTo>
                  <a:pt x="122779" y="3685639"/>
                </a:lnTo>
                <a:lnTo>
                  <a:pt x="98272" y="3648734"/>
                </a:lnTo>
                <a:lnTo>
                  <a:pt x="76222" y="3610153"/>
                </a:lnTo>
                <a:lnTo>
                  <a:pt x="56739" y="3570007"/>
                </a:lnTo>
                <a:lnTo>
                  <a:pt x="39935" y="3528408"/>
                </a:lnTo>
                <a:lnTo>
                  <a:pt x="25921" y="3485466"/>
                </a:lnTo>
                <a:lnTo>
                  <a:pt x="14810" y="3441294"/>
                </a:lnTo>
                <a:lnTo>
                  <a:pt x="6711" y="3396002"/>
                </a:lnTo>
                <a:lnTo>
                  <a:pt x="1737" y="3349703"/>
                </a:lnTo>
                <a:lnTo>
                  <a:pt x="0" y="3302508"/>
                </a:lnTo>
                <a:lnTo>
                  <a:pt x="0" y="659892"/>
                </a:lnTo>
                <a:lnTo>
                  <a:pt x="1737" y="612766"/>
                </a:lnTo>
                <a:lnTo>
                  <a:pt x="6711" y="566531"/>
                </a:lnTo>
                <a:lnTo>
                  <a:pt x="14810" y="521299"/>
                </a:lnTo>
                <a:lnTo>
                  <a:pt x="25921" y="477183"/>
                </a:lnTo>
                <a:lnTo>
                  <a:pt x="39935" y="434294"/>
                </a:lnTo>
                <a:lnTo>
                  <a:pt x="56739" y="392744"/>
                </a:lnTo>
                <a:lnTo>
                  <a:pt x="76222" y="352646"/>
                </a:lnTo>
                <a:lnTo>
                  <a:pt x="98272" y="314112"/>
                </a:lnTo>
                <a:lnTo>
                  <a:pt x="122779" y="277254"/>
                </a:lnTo>
                <a:lnTo>
                  <a:pt x="149631" y="242184"/>
                </a:lnTo>
                <a:lnTo>
                  <a:pt x="178716" y="209013"/>
                </a:lnTo>
                <a:lnTo>
                  <a:pt x="209924" y="177856"/>
                </a:lnTo>
                <a:lnTo>
                  <a:pt x="243142" y="148822"/>
                </a:lnTo>
                <a:lnTo>
                  <a:pt x="278260" y="122025"/>
                </a:lnTo>
                <a:lnTo>
                  <a:pt x="315166" y="97577"/>
                </a:lnTo>
                <a:lnTo>
                  <a:pt x="353748" y="75590"/>
                </a:lnTo>
                <a:lnTo>
                  <a:pt x="393896" y="56175"/>
                </a:lnTo>
                <a:lnTo>
                  <a:pt x="435497" y="39446"/>
                </a:lnTo>
                <a:lnTo>
                  <a:pt x="478442" y="25514"/>
                </a:lnTo>
                <a:lnTo>
                  <a:pt x="522617" y="14491"/>
                </a:lnTo>
                <a:lnTo>
                  <a:pt x="567912" y="6489"/>
                </a:lnTo>
                <a:lnTo>
                  <a:pt x="614215" y="1622"/>
                </a:lnTo>
                <a:lnTo>
                  <a:pt x="661416" y="0"/>
                </a:lnTo>
                <a:lnTo>
                  <a:pt x="4651248" y="0"/>
                </a:lnTo>
                <a:lnTo>
                  <a:pt x="4698335" y="1622"/>
                </a:lnTo>
                <a:lnTo>
                  <a:pt x="4744536" y="6489"/>
                </a:lnTo>
                <a:lnTo>
                  <a:pt x="4789737" y="14491"/>
                </a:lnTo>
                <a:lnTo>
                  <a:pt x="4833826" y="25514"/>
                </a:lnTo>
                <a:lnTo>
                  <a:pt x="4876691" y="39446"/>
                </a:lnTo>
                <a:lnTo>
                  <a:pt x="4918220" y="56175"/>
                </a:lnTo>
                <a:lnTo>
                  <a:pt x="4958302" y="75590"/>
                </a:lnTo>
                <a:lnTo>
                  <a:pt x="4996822" y="97577"/>
                </a:lnTo>
                <a:lnTo>
                  <a:pt x="5033671" y="122025"/>
                </a:lnTo>
                <a:lnTo>
                  <a:pt x="5068735" y="148822"/>
                </a:lnTo>
                <a:lnTo>
                  <a:pt x="5101902" y="177856"/>
                </a:lnTo>
                <a:lnTo>
                  <a:pt x="5133060" y="209013"/>
                </a:lnTo>
                <a:lnTo>
                  <a:pt x="5162097" y="242184"/>
                </a:lnTo>
                <a:lnTo>
                  <a:pt x="5188901" y="277254"/>
                </a:lnTo>
                <a:lnTo>
                  <a:pt x="5213360" y="314112"/>
                </a:lnTo>
                <a:lnTo>
                  <a:pt x="5235361" y="352646"/>
                </a:lnTo>
                <a:lnTo>
                  <a:pt x="5254793" y="392744"/>
                </a:lnTo>
                <a:lnTo>
                  <a:pt x="5271543" y="434294"/>
                </a:lnTo>
                <a:lnTo>
                  <a:pt x="5285498" y="477183"/>
                </a:lnTo>
                <a:lnTo>
                  <a:pt x="5296548" y="521299"/>
                </a:lnTo>
                <a:lnTo>
                  <a:pt x="5304580" y="566531"/>
                </a:lnTo>
                <a:lnTo>
                  <a:pt x="5309481" y="612766"/>
                </a:lnTo>
                <a:lnTo>
                  <a:pt x="5311140" y="659892"/>
                </a:lnTo>
                <a:lnTo>
                  <a:pt x="5311140" y="3302508"/>
                </a:lnTo>
                <a:lnTo>
                  <a:pt x="5309481" y="3349703"/>
                </a:lnTo>
                <a:lnTo>
                  <a:pt x="5304580" y="3396002"/>
                </a:lnTo>
                <a:lnTo>
                  <a:pt x="5296548" y="3441294"/>
                </a:lnTo>
                <a:lnTo>
                  <a:pt x="5285498" y="3485466"/>
                </a:lnTo>
                <a:lnTo>
                  <a:pt x="5271543" y="3528408"/>
                </a:lnTo>
                <a:lnTo>
                  <a:pt x="5254793" y="3570007"/>
                </a:lnTo>
                <a:lnTo>
                  <a:pt x="5235361" y="3610153"/>
                </a:lnTo>
                <a:lnTo>
                  <a:pt x="5213360" y="3648734"/>
                </a:lnTo>
                <a:lnTo>
                  <a:pt x="5188901" y="3685639"/>
                </a:lnTo>
                <a:lnTo>
                  <a:pt x="5162097" y="3720757"/>
                </a:lnTo>
                <a:lnTo>
                  <a:pt x="5133060" y="3753975"/>
                </a:lnTo>
                <a:lnTo>
                  <a:pt x="5101902" y="3785183"/>
                </a:lnTo>
                <a:lnTo>
                  <a:pt x="5068735" y="3814269"/>
                </a:lnTo>
                <a:lnTo>
                  <a:pt x="5033671" y="3841122"/>
                </a:lnTo>
                <a:lnTo>
                  <a:pt x="4996822" y="3865630"/>
                </a:lnTo>
                <a:lnTo>
                  <a:pt x="4958302" y="3887683"/>
                </a:lnTo>
                <a:lnTo>
                  <a:pt x="4918220" y="3907168"/>
                </a:lnTo>
                <a:lnTo>
                  <a:pt x="4876691" y="3923974"/>
                </a:lnTo>
                <a:lnTo>
                  <a:pt x="4833826" y="3937990"/>
                </a:lnTo>
                <a:lnTo>
                  <a:pt x="4789737" y="3949104"/>
                </a:lnTo>
                <a:lnTo>
                  <a:pt x="4744536" y="3957205"/>
                </a:lnTo>
                <a:lnTo>
                  <a:pt x="4698335" y="3962182"/>
                </a:lnTo>
                <a:lnTo>
                  <a:pt x="4651248" y="3963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18184" y="2422613"/>
            <a:ext cx="5323205" cy="3975100"/>
          </a:xfrm>
          <a:custGeom>
            <a:avLst/>
            <a:gdLst/>
            <a:ahLst/>
            <a:cxnLst/>
            <a:rect l="l" t="t" r="r" b="b"/>
            <a:pathLst>
              <a:path w="5323205" h="3975100">
                <a:moveTo>
                  <a:pt x="649986" y="12700"/>
                </a:moveTo>
                <a:lnTo>
                  <a:pt x="532549" y="12700"/>
                </a:lnTo>
                <a:lnTo>
                  <a:pt x="548906" y="0"/>
                </a:lnTo>
                <a:lnTo>
                  <a:pt x="667042" y="0"/>
                </a:lnTo>
                <a:lnTo>
                  <a:pt x="649986" y="12700"/>
                </a:lnTo>
                <a:close/>
              </a:path>
              <a:path w="5323205" h="3975100">
                <a:moveTo>
                  <a:pt x="4656251" y="12700"/>
                </a:moveTo>
                <a:lnTo>
                  <a:pt x="666953" y="12700"/>
                </a:lnTo>
                <a:lnTo>
                  <a:pt x="667042" y="0"/>
                </a:lnTo>
                <a:lnTo>
                  <a:pt x="4656162" y="0"/>
                </a:lnTo>
                <a:lnTo>
                  <a:pt x="4656251" y="12700"/>
                </a:lnTo>
                <a:close/>
              </a:path>
              <a:path w="5323205" h="3975100">
                <a:moveTo>
                  <a:pt x="4790655" y="12700"/>
                </a:moveTo>
                <a:lnTo>
                  <a:pt x="4673219" y="12700"/>
                </a:lnTo>
                <a:lnTo>
                  <a:pt x="4656162" y="0"/>
                </a:lnTo>
                <a:lnTo>
                  <a:pt x="4774298" y="0"/>
                </a:lnTo>
                <a:lnTo>
                  <a:pt x="4790655" y="12700"/>
                </a:lnTo>
                <a:close/>
              </a:path>
              <a:path w="5323205" h="3975100">
                <a:moveTo>
                  <a:pt x="535012" y="25400"/>
                </a:moveTo>
                <a:lnTo>
                  <a:pt x="468630" y="25400"/>
                </a:lnTo>
                <a:lnTo>
                  <a:pt x="484378" y="12700"/>
                </a:lnTo>
                <a:lnTo>
                  <a:pt x="551218" y="12700"/>
                </a:lnTo>
                <a:lnTo>
                  <a:pt x="535012" y="25400"/>
                </a:lnTo>
                <a:close/>
              </a:path>
              <a:path w="5323205" h="3975100">
                <a:moveTo>
                  <a:pt x="4854575" y="25400"/>
                </a:moveTo>
                <a:lnTo>
                  <a:pt x="4788192" y="25400"/>
                </a:lnTo>
                <a:lnTo>
                  <a:pt x="4771986" y="12700"/>
                </a:lnTo>
                <a:lnTo>
                  <a:pt x="4838827" y="12700"/>
                </a:lnTo>
                <a:lnTo>
                  <a:pt x="4854575" y="25400"/>
                </a:lnTo>
                <a:close/>
              </a:path>
              <a:path w="5323205" h="3975100">
                <a:moveTo>
                  <a:pt x="472325" y="38100"/>
                </a:moveTo>
                <a:lnTo>
                  <a:pt x="437629" y="38100"/>
                </a:lnTo>
                <a:lnTo>
                  <a:pt x="453047" y="25400"/>
                </a:lnTo>
                <a:lnTo>
                  <a:pt x="487921" y="25400"/>
                </a:lnTo>
                <a:lnTo>
                  <a:pt x="472325" y="38100"/>
                </a:lnTo>
                <a:close/>
              </a:path>
              <a:path w="5323205" h="3975100">
                <a:moveTo>
                  <a:pt x="4885575" y="38100"/>
                </a:moveTo>
                <a:lnTo>
                  <a:pt x="4850879" y="38100"/>
                </a:lnTo>
                <a:lnTo>
                  <a:pt x="4835283" y="25400"/>
                </a:lnTo>
                <a:lnTo>
                  <a:pt x="4870157" y="25400"/>
                </a:lnTo>
                <a:lnTo>
                  <a:pt x="4885575" y="38100"/>
                </a:lnTo>
                <a:close/>
              </a:path>
              <a:path w="5323205" h="3975100">
                <a:moveTo>
                  <a:pt x="441921" y="50800"/>
                </a:moveTo>
                <a:lnTo>
                  <a:pt x="407339" y="50800"/>
                </a:lnTo>
                <a:lnTo>
                  <a:pt x="422402" y="38100"/>
                </a:lnTo>
                <a:lnTo>
                  <a:pt x="457187" y="38100"/>
                </a:lnTo>
                <a:lnTo>
                  <a:pt x="441921" y="50800"/>
                </a:lnTo>
                <a:close/>
              </a:path>
              <a:path w="5323205" h="3975100">
                <a:moveTo>
                  <a:pt x="4915865" y="50800"/>
                </a:moveTo>
                <a:lnTo>
                  <a:pt x="4881283" y="50800"/>
                </a:lnTo>
                <a:lnTo>
                  <a:pt x="4866017" y="38100"/>
                </a:lnTo>
                <a:lnTo>
                  <a:pt x="4900803" y="38100"/>
                </a:lnTo>
                <a:lnTo>
                  <a:pt x="4915865" y="50800"/>
                </a:lnTo>
                <a:close/>
              </a:path>
              <a:path w="5323205" h="3975100">
                <a:moveTo>
                  <a:pt x="412216" y="63500"/>
                </a:moveTo>
                <a:lnTo>
                  <a:pt x="377799" y="63500"/>
                </a:lnTo>
                <a:lnTo>
                  <a:pt x="392480" y="50800"/>
                </a:lnTo>
                <a:lnTo>
                  <a:pt x="427126" y="50800"/>
                </a:lnTo>
                <a:lnTo>
                  <a:pt x="412216" y="63500"/>
                </a:lnTo>
                <a:close/>
              </a:path>
              <a:path w="5323205" h="3975100">
                <a:moveTo>
                  <a:pt x="4945405" y="63500"/>
                </a:moveTo>
                <a:lnTo>
                  <a:pt x="4910988" y="63500"/>
                </a:lnTo>
                <a:lnTo>
                  <a:pt x="4896078" y="50800"/>
                </a:lnTo>
                <a:lnTo>
                  <a:pt x="4930724" y="50800"/>
                </a:lnTo>
                <a:lnTo>
                  <a:pt x="4945405" y="63500"/>
                </a:lnTo>
                <a:close/>
              </a:path>
              <a:path w="5323205" h="3975100">
                <a:moveTo>
                  <a:pt x="383247" y="76200"/>
                </a:moveTo>
                <a:lnTo>
                  <a:pt x="349046" y="76200"/>
                </a:lnTo>
                <a:lnTo>
                  <a:pt x="363321" y="63500"/>
                </a:lnTo>
                <a:lnTo>
                  <a:pt x="397776" y="63500"/>
                </a:lnTo>
                <a:lnTo>
                  <a:pt x="383247" y="76200"/>
                </a:lnTo>
                <a:close/>
              </a:path>
              <a:path w="5323205" h="3975100">
                <a:moveTo>
                  <a:pt x="4974158" y="76200"/>
                </a:moveTo>
                <a:lnTo>
                  <a:pt x="4939957" y="76200"/>
                </a:lnTo>
                <a:lnTo>
                  <a:pt x="4925428" y="63500"/>
                </a:lnTo>
                <a:lnTo>
                  <a:pt x="4959883" y="63500"/>
                </a:lnTo>
                <a:lnTo>
                  <a:pt x="4974158" y="76200"/>
                </a:lnTo>
                <a:close/>
              </a:path>
              <a:path w="5323205" h="3975100">
                <a:moveTo>
                  <a:pt x="327634" y="101600"/>
                </a:moveTo>
                <a:lnTo>
                  <a:pt x="307467" y="101600"/>
                </a:lnTo>
                <a:lnTo>
                  <a:pt x="321106" y="88900"/>
                </a:lnTo>
                <a:lnTo>
                  <a:pt x="334975" y="76200"/>
                </a:lnTo>
                <a:lnTo>
                  <a:pt x="369176" y="76200"/>
                </a:lnTo>
                <a:lnTo>
                  <a:pt x="355041" y="88900"/>
                </a:lnTo>
                <a:lnTo>
                  <a:pt x="341363" y="88900"/>
                </a:lnTo>
                <a:lnTo>
                  <a:pt x="327634" y="101600"/>
                </a:lnTo>
                <a:close/>
              </a:path>
              <a:path w="5323205" h="3975100">
                <a:moveTo>
                  <a:pt x="5015738" y="101600"/>
                </a:moveTo>
                <a:lnTo>
                  <a:pt x="4995570" y="101600"/>
                </a:lnTo>
                <a:lnTo>
                  <a:pt x="4981841" y="88900"/>
                </a:lnTo>
                <a:lnTo>
                  <a:pt x="4968163" y="88900"/>
                </a:lnTo>
                <a:lnTo>
                  <a:pt x="4954028" y="76200"/>
                </a:lnTo>
                <a:lnTo>
                  <a:pt x="4988229" y="76200"/>
                </a:lnTo>
                <a:lnTo>
                  <a:pt x="5002098" y="88900"/>
                </a:lnTo>
                <a:lnTo>
                  <a:pt x="5015738" y="101600"/>
                </a:lnTo>
                <a:close/>
              </a:path>
              <a:path w="5323205" h="3975100">
                <a:moveTo>
                  <a:pt x="275450" y="139700"/>
                </a:moveTo>
                <a:lnTo>
                  <a:pt x="255181" y="139700"/>
                </a:lnTo>
                <a:lnTo>
                  <a:pt x="267906" y="127000"/>
                </a:lnTo>
                <a:lnTo>
                  <a:pt x="280860" y="114300"/>
                </a:lnTo>
                <a:lnTo>
                  <a:pt x="294055" y="101600"/>
                </a:lnTo>
                <a:lnTo>
                  <a:pt x="327774" y="101600"/>
                </a:lnTo>
                <a:lnTo>
                  <a:pt x="314261" y="114300"/>
                </a:lnTo>
                <a:lnTo>
                  <a:pt x="301218" y="114300"/>
                </a:lnTo>
                <a:lnTo>
                  <a:pt x="288163" y="127000"/>
                </a:lnTo>
                <a:lnTo>
                  <a:pt x="275450" y="139700"/>
                </a:lnTo>
                <a:close/>
              </a:path>
              <a:path w="5323205" h="3975100">
                <a:moveTo>
                  <a:pt x="5068023" y="139700"/>
                </a:moveTo>
                <a:lnTo>
                  <a:pt x="5047754" y="139700"/>
                </a:lnTo>
                <a:lnTo>
                  <a:pt x="5034927" y="127000"/>
                </a:lnTo>
                <a:lnTo>
                  <a:pt x="5021986" y="114300"/>
                </a:lnTo>
                <a:lnTo>
                  <a:pt x="5008943" y="114300"/>
                </a:lnTo>
                <a:lnTo>
                  <a:pt x="4995430" y="101600"/>
                </a:lnTo>
                <a:lnTo>
                  <a:pt x="5029149" y="101600"/>
                </a:lnTo>
                <a:lnTo>
                  <a:pt x="5042344" y="114300"/>
                </a:lnTo>
                <a:lnTo>
                  <a:pt x="5055298" y="127000"/>
                </a:lnTo>
                <a:lnTo>
                  <a:pt x="5068023" y="139700"/>
                </a:lnTo>
                <a:close/>
              </a:path>
              <a:path w="5323205" h="3975100">
                <a:moveTo>
                  <a:pt x="263093" y="3822700"/>
                </a:moveTo>
                <a:lnTo>
                  <a:pt x="242709" y="3822700"/>
                </a:lnTo>
                <a:lnTo>
                  <a:pt x="230479" y="3810000"/>
                </a:lnTo>
                <a:lnTo>
                  <a:pt x="195351" y="3771900"/>
                </a:lnTo>
                <a:lnTo>
                  <a:pt x="162636" y="3733800"/>
                </a:lnTo>
                <a:lnTo>
                  <a:pt x="132499" y="3695700"/>
                </a:lnTo>
                <a:lnTo>
                  <a:pt x="105079" y="3657600"/>
                </a:lnTo>
                <a:lnTo>
                  <a:pt x="80505" y="3619500"/>
                </a:lnTo>
                <a:lnTo>
                  <a:pt x="58915" y="3581400"/>
                </a:lnTo>
                <a:lnTo>
                  <a:pt x="46266" y="3543300"/>
                </a:lnTo>
                <a:lnTo>
                  <a:pt x="40474" y="3530600"/>
                </a:lnTo>
                <a:lnTo>
                  <a:pt x="35039" y="3517900"/>
                </a:lnTo>
                <a:lnTo>
                  <a:pt x="29984" y="3505200"/>
                </a:lnTo>
                <a:lnTo>
                  <a:pt x="25298" y="3479800"/>
                </a:lnTo>
                <a:lnTo>
                  <a:pt x="20993" y="3467100"/>
                </a:lnTo>
                <a:lnTo>
                  <a:pt x="17081" y="3454400"/>
                </a:lnTo>
                <a:lnTo>
                  <a:pt x="13550" y="3441700"/>
                </a:lnTo>
                <a:lnTo>
                  <a:pt x="10414" y="3416300"/>
                </a:lnTo>
                <a:lnTo>
                  <a:pt x="7683" y="3403600"/>
                </a:lnTo>
                <a:lnTo>
                  <a:pt x="5359" y="3390900"/>
                </a:lnTo>
                <a:lnTo>
                  <a:pt x="3441" y="3365500"/>
                </a:lnTo>
                <a:lnTo>
                  <a:pt x="1943" y="3352800"/>
                </a:lnTo>
                <a:lnTo>
                  <a:pt x="863" y="3340100"/>
                </a:lnTo>
                <a:lnTo>
                  <a:pt x="215" y="3314700"/>
                </a:lnTo>
                <a:lnTo>
                  <a:pt x="0" y="3302000"/>
                </a:lnTo>
                <a:lnTo>
                  <a:pt x="0" y="660400"/>
                </a:lnTo>
                <a:lnTo>
                  <a:pt x="215" y="647700"/>
                </a:lnTo>
                <a:lnTo>
                  <a:pt x="863" y="622300"/>
                </a:lnTo>
                <a:lnTo>
                  <a:pt x="1943" y="609600"/>
                </a:lnTo>
                <a:lnTo>
                  <a:pt x="3441" y="596900"/>
                </a:lnTo>
                <a:lnTo>
                  <a:pt x="5359" y="571500"/>
                </a:lnTo>
                <a:lnTo>
                  <a:pt x="7683" y="558800"/>
                </a:lnTo>
                <a:lnTo>
                  <a:pt x="10414" y="546100"/>
                </a:lnTo>
                <a:lnTo>
                  <a:pt x="13550" y="520700"/>
                </a:lnTo>
                <a:lnTo>
                  <a:pt x="17081" y="508000"/>
                </a:lnTo>
                <a:lnTo>
                  <a:pt x="20993" y="495300"/>
                </a:lnTo>
                <a:lnTo>
                  <a:pt x="25298" y="482600"/>
                </a:lnTo>
                <a:lnTo>
                  <a:pt x="29984" y="457200"/>
                </a:lnTo>
                <a:lnTo>
                  <a:pt x="35039" y="444500"/>
                </a:lnTo>
                <a:lnTo>
                  <a:pt x="40474" y="431800"/>
                </a:lnTo>
                <a:lnTo>
                  <a:pt x="46266" y="419100"/>
                </a:lnTo>
                <a:lnTo>
                  <a:pt x="52412" y="406400"/>
                </a:lnTo>
                <a:lnTo>
                  <a:pt x="58915" y="381000"/>
                </a:lnTo>
                <a:lnTo>
                  <a:pt x="80505" y="342900"/>
                </a:lnTo>
                <a:lnTo>
                  <a:pt x="105079" y="304800"/>
                </a:lnTo>
                <a:lnTo>
                  <a:pt x="132499" y="266700"/>
                </a:lnTo>
                <a:lnTo>
                  <a:pt x="162636" y="228600"/>
                </a:lnTo>
                <a:lnTo>
                  <a:pt x="195351" y="190500"/>
                </a:lnTo>
                <a:lnTo>
                  <a:pt x="230479" y="152400"/>
                </a:lnTo>
                <a:lnTo>
                  <a:pt x="242709" y="139700"/>
                </a:lnTo>
                <a:lnTo>
                  <a:pt x="263093" y="139700"/>
                </a:lnTo>
                <a:lnTo>
                  <a:pt x="250736" y="152400"/>
                </a:lnTo>
                <a:lnTo>
                  <a:pt x="238734" y="165100"/>
                </a:lnTo>
                <a:lnTo>
                  <a:pt x="226999" y="177800"/>
                </a:lnTo>
                <a:lnTo>
                  <a:pt x="215506" y="190500"/>
                </a:lnTo>
                <a:lnTo>
                  <a:pt x="204279" y="203200"/>
                </a:lnTo>
                <a:lnTo>
                  <a:pt x="193408" y="203200"/>
                </a:lnTo>
                <a:lnTo>
                  <a:pt x="182613" y="215900"/>
                </a:lnTo>
                <a:lnTo>
                  <a:pt x="172186" y="228600"/>
                </a:lnTo>
                <a:lnTo>
                  <a:pt x="162052" y="241300"/>
                </a:lnTo>
                <a:lnTo>
                  <a:pt x="152196" y="254000"/>
                </a:lnTo>
                <a:lnTo>
                  <a:pt x="142633" y="266700"/>
                </a:lnTo>
                <a:lnTo>
                  <a:pt x="133362" y="279400"/>
                </a:lnTo>
                <a:lnTo>
                  <a:pt x="124383" y="292100"/>
                </a:lnTo>
                <a:lnTo>
                  <a:pt x="115722" y="304800"/>
                </a:lnTo>
                <a:lnTo>
                  <a:pt x="107378" y="317500"/>
                </a:lnTo>
                <a:lnTo>
                  <a:pt x="99339" y="330200"/>
                </a:lnTo>
                <a:lnTo>
                  <a:pt x="91630" y="342900"/>
                </a:lnTo>
                <a:lnTo>
                  <a:pt x="84239" y="368300"/>
                </a:lnTo>
                <a:lnTo>
                  <a:pt x="77177" y="381000"/>
                </a:lnTo>
                <a:lnTo>
                  <a:pt x="70459" y="393700"/>
                </a:lnTo>
                <a:lnTo>
                  <a:pt x="64084" y="406400"/>
                </a:lnTo>
                <a:lnTo>
                  <a:pt x="58051" y="419100"/>
                </a:lnTo>
                <a:lnTo>
                  <a:pt x="52374" y="431800"/>
                </a:lnTo>
                <a:lnTo>
                  <a:pt x="47053" y="444500"/>
                </a:lnTo>
                <a:lnTo>
                  <a:pt x="42087" y="469900"/>
                </a:lnTo>
                <a:lnTo>
                  <a:pt x="37503" y="482600"/>
                </a:lnTo>
                <a:lnTo>
                  <a:pt x="33274" y="495300"/>
                </a:lnTo>
                <a:lnTo>
                  <a:pt x="29438" y="508000"/>
                </a:lnTo>
                <a:lnTo>
                  <a:pt x="25971" y="533400"/>
                </a:lnTo>
                <a:lnTo>
                  <a:pt x="22910" y="546100"/>
                </a:lnTo>
                <a:lnTo>
                  <a:pt x="20231" y="558800"/>
                </a:lnTo>
                <a:lnTo>
                  <a:pt x="17945" y="571500"/>
                </a:lnTo>
                <a:lnTo>
                  <a:pt x="16065" y="596900"/>
                </a:lnTo>
                <a:lnTo>
                  <a:pt x="14605" y="609600"/>
                </a:lnTo>
                <a:lnTo>
                  <a:pt x="13550" y="622300"/>
                </a:lnTo>
                <a:lnTo>
                  <a:pt x="12915" y="647700"/>
                </a:lnTo>
                <a:lnTo>
                  <a:pt x="12700" y="660400"/>
                </a:lnTo>
                <a:lnTo>
                  <a:pt x="12700" y="3302000"/>
                </a:lnTo>
                <a:lnTo>
                  <a:pt x="12915" y="3314700"/>
                </a:lnTo>
                <a:lnTo>
                  <a:pt x="13550" y="3340100"/>
                </a:lnTo>
                <a:lnTo>
                  <a:pt x="14617" y="3352800"/>
                </a:lnTo>
                <a:lnTo>
                  <a:pt x="16090" y="3365500"/>
                </a:lnTo>
                <a:lnTo>
                  <a:pt x="17970" y="3390900"/>
                </a:lnTo>
                <a:lnTo>
                  <a:pt x="20256" y="3403600"/>
                </a:lnTo>
                <a:lnTo>
                  <a:pt x="22936" y="3416300"/>
                </a:lnTo>
                <a:lnTo>
                  <a:pt x="26009" y="3429000"/>
                </a:lnTo>
                <a:lnTo>
                  <a:pt x="29476" y="3454400"/>
                </a:lnTo>
                <a:lnTo>
                  <a:pt x="33312" y="3467100"/>
                </a:lnTo>
                <a:lnTo>
                  <a:pt x="37541" y="3479800"/>
                </a:lnTo>
                <a:lnTo>
                  <a:pt x="42138" y="3492500"/>
                </a:lnTo>
                <a:lnTo>
                  <a:pt x="47104" y="3517900"/>
                </a:lnTo>
                <a:lnTo>
                  <a:pt x="52425" y="3530600"/>
                </a:lnTo>
                <a:lnTo>
                  <a:pt x="58102" y="3543300"/>
                </a:lnTo>
                <a:lnTo>
                  <a:pt x="64147" y="3556000"/>
                </a:lnTo>
                <a:lnTo>
                  <a:pt x="70523" y="3568700"/>
                </a:lnTo>
                <a:lnTo>
                  <a:pt x="77241" y="3581400"/>
                </a:lnTo>
                <a:lnTo>
                  <a:pt x="84302" y="3606800"/>
                </a:lnTo>
                <a:lnTo>
                  <a:pt x="91694" y="3619500"/>
                </a:lnTo>
                <a:lnTo>
                  <a:pt x="99415" y="3632200"/>
                </a:lnTo>
                <a:lnTo>
                  <a:pt x="107454" y="3644900"/>
                </a:lnTo>
                <a:lnTo>
                  <a:pt x="115811" y="3657600"/>
                </a:lnTo>
                <a:lnTo>
                  <a:pt x="124472" y="3670300"/>
                </a:lnTo>
                <a:lnTo>
                  <a:pt x="133451" y="3683000"/>
                </a:lnTo>
                <a:lnTo>
                  <a:pt x="142722" y="3695700"/>
                </a:lnTo>
                <a:lnTo>
                  <a:pt x="152285" y="3708400"/>
                </a:lnTo>
                <a:lnTo>
                  <a:pt x="162140" y="3721100"/>
                </a:lnTo>
                <a:lnTo>
                  <a:pt x="172288" y="3733800"/>
                </a:lnTo>
                <a:lnTo>
                  <a:pt x="182714" y="3746500"/>
                </a:lnTo>
                <a:lnTo>
                  <a:pt x="193408" y="3759200"/>
                </a:lnTo>
                <a:lnTo>
                  <a:pt x="204381" y="3771900"/>
                </a:lnTo>
                <a:lnTo>
                  <a:pt x="215506" y="3771900"/>
                </a:lnTo>
                <a:lnTo>
                  <a:pt x="227101" y="3784600"/>
                </a:lnTo>
                <a:lnTo>
                  <a:pt x="238848" y="3797300"/>
                </a:lnTo>
                <a:lnTo>
                  <a:pt x="250850" y="3810000"/>
                </a:lnTo>
                <a:lnTo>
                  <a:pt x="263093" y="3822700"/>
                </a:lnTo>
                <a:close/>
              </a:path>
              <a:path w="5323205" h="3975100">
                <a:moveTo>
                  <a:pt x="5080495" y="3822700"/>
                </a:moveTo>
                <a:lnTo>
                  <a:pt x="5060111" y="3822700"/>
                </a:lnTo>
                <a:lnTo>
                  <a:pt x="5072468" y="3810000"/>
                </a:lnTo>
                <a:lnTo>
                  <a:pt x="5084470" y="3797300"/>
                </a:lnTo>
                <a:lnTo>
                  <a:pt x="5096205" y="3784600"/>
                </a:lnTo>
                <a:lnTo>
                  <a:pt x="5107698" y="3771900"/>
                </a:lnTo>
                <a:lnTo>
                  <a:pt x="5118823" y="3771900"/>
                </a:lnTo>
                <a:lnTo>
                  <a:pt x="5129898" y="3759200"/>
                </a:lnTo>
                <a:lnTo>
                  <a:pt x="5140591" y="3746500"/>
                </a:lnTo>
                <a:lnTo>
                  <a:pt x="5151018" y="3733800"/>
                </a:lnTo>
                <a:lnTo>
                  <a:pt x="5161153" y="3721100"/>
                </a:lnTo>
                <a:lnTo>
                  <a:pt x="5171008" y="3708400"/>
                </a:lnTo>
                <a:lnTo>
                  <a:pt x="5180571" y="3695700"/>
                </a:lnTo>
                <a:lnTo>
                  <a:pt x="5189842" y="3683000"/>
                </a:lnTo>
                <a:lnTo>
                  <a:pt x="5198808" y="3670300"/>
                </a:lnTo>
                <a:lnTo>
                  <a:pt x="5207482" y="3657600"/>
                </a:lnTo>
                <a:lnTo>
                  <a:pt x="5215826" y="3644900"/>
                </a:lnTo>
                <a:lnTo>
                  <a:pt x="5223865" y="3632200"/>
                </a:lnTo>
                <a:lnTo>
                  <a:pt x="5231574" y="3619500"/>
                </a:lnTo>
                <a:lnTo>
                  <a:pt x="5238965" y="3606800"/>
                </a:lnTo>
                <a:lnTo>
                  <a:pt x="5246027" y="3581400"/>
                </a:lnTo>
                <a:lnTo>
                  <a:pt x="5252745" y="3568700"/>
                </a:lnTo>
                <a:lnTo>
                  <a:pt x="5259120" y="3556000"/>
                </a:lnTo>
                <a:lnTo>
                  <a:pt x="5265153" y="3543300"/>
                </a:lnTo>
                <a:lnTo>
                  <a:pt x="5270830" y="3530600"/>
                </a:lnTo>
                <a:lnTo>
                  <a:pt x="5276151" y="3517900"/>
                </a:lnTo>
                <a:lnTo>
                  <a:pt x="5281117" y="3492500"/>
                </a:lnTo>
                <a:lnTo>
                  <a:pt x="5285701" y="3479800"/>
                </a:lnTo>
                <a:lnTo>
                  <a:pt x="5289931" y="3467100"/>
                </a:lnTo>
                <a:lnTo>
                  <a:pt x="5293766" y="3454400"/>
                </a:lnTo>
                <a:lnTo>
                  <a:pt x="5297233" y="3429000"/>
                </a:lnTo>
                <a:lnTo>
                  <a:pt x="5300294" y="3416300"/>
                </a:lnTo>
                <a:lnTo>
                  <a:pt x="5302973" y="3403600"/>
                </a:lnTo>
                <a:lnTo>
                  <a:pt x="5305259" y="3390900"/>
                </a:lnTo>
                <a:lnTo>
                  <a:pt x="5307139" y="3365500"/>
                </a:lnTo>
                <a:lnTo>
                  <a:pt x="5308600" y="3352800"/>
                </a:lnTo>
                <a:lnTo>
                  <a:pt x="5309654" y="3340100"/>
                </a:lnTo>
                <a:lnTo>
                  <a:pt x="5310289" y="3314700"/>
                </a:lnTo>
                <a:lnTo>
                  <a:pt x="5310505" y="3302000"/>
                </a:lnTo>
                <a:lnTo>
                  <a:pt x="5310505" y="660400"/>
                </a:lnTo>
                <a:lnTo>
                  <a:pt x="5310289" y="647700"/>
                </a:lnTo>
                <a:lnTo>
                  <a:pt x="5309654" y="622300"/>
                </a:lnTo>
                <a:lnTo>
                  <a:pt x="5308587" y="609600"/>
                </a:lnTo>
                <a:lnTo>
                  <a:pt x="5307114" y="596900"/>
                </a:lnTo>
                <a:lnTo>
                  <a:pt x="5305234" y="571500"/>
                </a:lnTo>
                <a:lnTo>
                  <a:pt x="5302948" y="558800"/>
                </a:lnTo>
                <a:lnTo>
                  <a:pt x="5300268" y="546100"/>
                </a:lnTo>
                <a:lnTo>
                  <a:pt x="5297195" y="533400"/>
                </a:lnTo>
                <a:lnTo>
                  <a:pt x="5293728" y="508000"/>
                </a:lnTo>
                <a:lnTo>
                  <a:pt x="5289892" y="495300"/>
                </a:lnTo>
                <a:lnTo>
                  <a:pt x="5285663" y="482600"/>
                </a:lnTo>
                <a:lnTo>
                  <a:pt x="5281066" y="469900"/>
                </a:lnTo>
                <a:lnTo>
                  <a:pt x="5276100" y="444500"/>
                </a:lnTo>
                <a:lnTo>
                  <a:pt x="5270779" y="431800"/>
                </a:lnTo>
                <a:lnTo>
                  <a:pt x="5265102" y="419100"/>
                </a:lnTo>
                <a:lnTo>
                  <a:pt x="5259057" y="406400"/>
                </a:lnTo>
                <a:lnTo>
                  <a:pt x="5252681" y="393700"/>
                </a:lnTo>
                <a:lnTo>
                  <a:pt x="5245963" y="381000"/>
                </a:lnTo>
                <a:lnTo>
                  <a:pt x="5238902" y="368300"/>
                </a:lnTo>
                <a:lnTo>
                  <a:pt x="5231511" y="342900"/>
                </a:lnTo>
                <a:lnTo>
                  <a:pt x="5223789" y="330200"/>
                </a:lnTo>
                <a:lnTo>
                  <a:pt x="5215750" y="317500"/>
                </a:lnTo>
                <a:lnTo>
                  <a:pt x="5207393" y="304800"/>
                </a:lnTo>
                <a:lnTo>
                  <a:pt x="5198732" y="292100"/>
                </a:lnTo>
                <a:lnTo>
                  <a:pt x="5189753" y="279400"/>
                </a:lnTo>
                <a:lnTo>
                  <a:pt x="5180482" y="266700"/>
                </a:lnTo>
                <a:lnTo>
                  <a:pt x="5170919" y="254000"/>
                </a:lnTo>
                <a:lnTo>
                  <a:pt x="5161064" y="241300"/>
                </a:lnTo>
                <a:lnTo>
                  <a:pt x="5150916" y="228600"/>
                </a:lnTo>
                <a:lnTo>
                  <a:pt x="5140490" y="215900"/>
                </a:lnTo>
                <a:lnTo>
                  <a:pt x="5129796" y="203200"/>
                </a:lnTo>
                <a:lnTo>
                  <a:pt x="5118925" y="203200"/>
                </a:lnTo>
                <a:lnTo>
                  <a:pt x="5107597" y="190500"/>
                </a:lnTo>
                <a:lnTo>
                  <a:pt x="5096103" y="177800"/>
                </a:lnTo>
                <a:lnTo>
                  <a:pt x="5084356" y="165100"/>
                </a:lnTo>
                <a:lnTo>
                  <a:pt x="5072354" y="152400"/>
                </a:lnTo>
                <a:lnTo>
                  <a:pt x="5060111" y="139700"/>
                </a:lnTo>
                <a:lnTo>
                  <a:pt x="5080495" y="139700"/>
                </a:lnTo>
                <a:lnTo>
                  <a:pt x="5116410" y="177800"/>
                </a:lnTo>
                <a:lnTo>
                  <a:pt x="5149938" y="215900"/>
                </a:lnTo>
                <a:lnTo>
                  <a:pt x="5180952" y="254000"/>
                </a:lnTo>
                <a:lnTo>
                  <a:pt x="5209298" y="292100"/>
                </a:lnTo>
                <a:lnTo>
                  <a:pt x="5234838" y="330200"/>
                </a:lnTo>
                <a:lnTo>
                  <a:pt x="5257431" y="368300"/>
                </a:lnTo>
                <a:lnTo>
                  <a:pt x="5270792" y="406400"/>
                </a:lnTo>
                <a:lnTo>
                  <a:pt x="5276938" y="419100"/>
                </a:lnTo>
                <a:lnTo>
                  <a:pt x="5282730" y="431800"/>
                </a:lnTo>
                <a:lnTo>
                  <a:pt x="5288165" y="444500"/>
                </a:lnTo>
                <a:lnTo>
                  <a:pt x="5293220" y="457200"/>
                </a:lnTo>
                <a:lnTo>
                  <a:pt x="5297906" y="482600"/>
                </a:lnTo>
                <a:lnTo>
                  <a:pt x="5302211" y="495300"/>
                </a:lnTo>
                <a:lnTo>
                  <a:pt x="5306123" y="508000"/>
                </a:lnTo>
                <a:lnTo>
                  <a:pt x="5309654" y="520700"/>
                </a:lnTo>
                <a:lnTo>
                  <a:pt x="5312791" y="546100"/>
                </a:lnTo>
                <a:lnTo>
                  <a:pt x="5315521" y="558800"/>
                </a:lnTo>
                <a:lnTo>
                  <a:pt x="5317845" y="571500"/>
                </a:lnTo>
                <a:lnTo>
                  <a:pt x="5319763" y="596900"/>
                </a:lnTo>
                <a:lnTo>
                  <a:pt x="5321261" y="609600"/>
                </a:lnTo>
                <a:lnTo>
                  <a:pt x="5322341" y="622300"/>
                </a:lnTo>
                <a:lnTo>
                  <a:pt x="5322989" y="647700"/>
                </a:lnTo>
                <a:lnTo>
                  <a:pt x="5323205" y="660400"/>
                </a:lnTo>
                <a:lnTo>
                  <a:pt x="5323205" y="3302000"/>
                </a:lnTo>
                <a:lnTo>
                  <a:pt x="5322989" y="3314700"/>
                </a:lnTo>
                <a:lnTo>
                  <a:pt x="5322341" y="3340100"/>
                </a:lnTo>
                <a:lnTo>
                  <a:pt x="5321261" y="3352800"/>
                </a:lnTo>
                <a:lnTo>
                  <a:pt x="5319763" y="3365500"/>
                </a:lnTo>
                <a:lnTo>
                  <a:pt x="5317845" y="3390900"/>
                </a:lnTo>
                <a:lnTo>
                  <a:pt x="5315521" y="3403600"/>
                </a:lnTo>
                <a:lnTo>
                  <a:pt x="5312791" y="3416300"/>
                </a:lnTo>
                <a:lnTo>
                  <a:pt x="5309654" y="3441700"/>
                </a:lnTo>
                <a:lnTo>
                  <a:pt x="5306123" y="3454400"/>
                </a:lnTo>
                <a:lnTo>
                  <a:pt x="5302211" y="3467100"/>
                </a:lnTo>
                <a:lnTo>
                  <a:pt x="5297906" y="3479800"/>
                </a:lnTo>
                <a:lnTo>
                  <a:pt x="5293220" y="3505200"/>
                </a:lnTo>
                <a:lnTo>
                  <a:pt x="5288165" y="3517900"/>
                </a:lnTo>
                <a:lnTo>
                  <a:pt x="5282730" y="3530600"/>
                </a:lnTo>
                <a:lnTo>
                  <a:pt x="5276938" y="3543300"/>
                </a:lnTo>
                <a:lnTo>
                  <a:pt x="5270792" y="3568700"/>
                </a:lnTo>
                <a:lnTo>
                  <a:pt x="5250230" y="3606800"/>
                </a:lnTo>
                <a:lnTo>
                  <a:pt x="5226646" y="3644900"/>
                </a:lnTo>
                <a:lnTo>
                  <a:pt x="5200154" y="3683000"/>
                </a:lnTo>
                <a:lnTo>
                  <a:pt x="5170906" y="3721100"/>
                </a:lnTo>
                <a:lnTo>
                  <a:pt x="5139042" y="3759200"/>
                </a:lnTo>
                <a:lnTo>
                  <a:pt x="5104701" y="3797300"/>
                </a:lnTo>
                <a:lnTo>
                  <a:pt x="5092725" y="3810000"/>
                </a:lnTo>
                <a:lnTo>
                  <a:pt x="5080495" y="3822700"/>
                </a:lnTo>
                <a:close/>
              </a:path>
              <a:path w="5323205" h="3975100">
                <a:moveTo>
                  <a:pt x="215607" y="3771900"/>
                </a:moveTo>
                <a:lnTo>
                  <a:pt x="204381" y="3771900"/>
                </a:lnTo>
                <a:lnTo>
                  <a:pt x="204279" y="3759200"/>
                </a:lnTo>
                <a:lnTo>
                  <a:pt x="215607" y="3771900"/>
                </a:lnTo>
                <a:close/>
              </a:path>
              <a:path w="5323205" h="3975100">
                <a:moveTo>
                  <a:pt x="5118823" y="3771900"/>
                </a:moveTo>
                <a:lnTo>
                  <a:pt x="5107597" y="3771900"/>
                </a:lnTo>
                <a:lnTo>
                  <a:pt x="5118925" y="3759200"/>
                </a:lnTo>
                <a:lnTo>
                  <a:pt x="5118823" y="3771900"/>
                </a:lnTo>
                <a:close/>
              </a:path>
              <a:path w="5323205" h="3975100">
                <a:moveTo>
                  <a:pt x="327774" y="3860800"/>
                </a:moveTo>
                <a:lnTo>
                  <a:pt x="294055" y="3860800"/>
                </a:lnTo>
                <a:lnTo>
                  <a:pt x="280860" y="3848100"/>
                </a:lnTo>
                <a:lnTo>
                  <a:pt x="267906" y="3835400"/>
                </a:lnTo>
                <a:lnTo>
                  <a:pt x="255181" y="3822700"/>
                </a:lnTo>
                <a:lnTo>
                  <a:pt x="275450" y="3822700"/>
                </a:lnTo>
                <a:lnTo>
                  <a:pt x="288277" y="3835400"/>
                </a:lnTo>
                <a:lnTo>
                  <a:pt x="301218" y="3848100"/>
                </a:lnTo>
                <a:lnTo>
                  <a:pt x="314261" y="3848100"/>
                </a:lnTo>
                <a:lnTo>
                  <a:pt x="327774" y="3860800"/>
                </a:lnTo>
                <a:close/>
              </a:path>
              <a:path w="5323205" h="3975100">
                <a:moveTo>
                  <a:pt x="5029149" y="3860800"/>
                </a:moveTo>
                <a:lnTo>
                  <a:pt x="4995430" y="3860800"/>
                </a:lnTo>
                <a:lnTo>
                  <a:pt x="5008943" y="3848100"/>
                </a:lnTo>
                <a:lnTo>
                  <a:pt x="5021986" y="3848100"/>
                </a:lnTo>
                <a:lnTo>
                  <a:pt x="5035042" y="3835400"/>
                </a:lnTo>
                <a:lnTo>
                  <a:pt x="5047754" y="3822700"/>
                </a:lnTo>
                <a:lnTo>
                  <a:pt x="5068023" y="3822700"/>
                </a:lnTo>
                <a:lnTo>
                  <a:pt x="5055298" y="3835400"/>
                </a:lnTo>
                <a:lnTo>
                  <a:pt x="5042344" y="3848100"/>
                </a:lnTo>
                <a:lnTo>
                  <a:pt x="5029149" y="3860800"/>
                </a:lnTo>
                <a:close/>
              </a:path>
              <a:path w="5323205" h="3975100">
                <a:moveTo>
                  <a:pt x="369176" y="3886200"/>
                </a:moveTo>
                <a:lnTo>
                  <a:pt x="334975" y="3886200"/>
                </a:lnTo>
                <a:lnTo>
                  <a:pt x="321106" y="3873500"/>
                </a:lnTo>
                <a:lnTo>
                  <a:pt x="307467" y="3860800"/>
                </a:lnTo>
                <a:lnTo>
                  <a:pt x="327634" y="3860800"/>
                </a:lnTo>
                <a:lnTo>
                  <a:pt x="341363" y="3873500"/>
                </a:lnTo>
                <a:lnTo>
                  <a:pt x="355041" y="3873500"/>
                </a:lnTo>
                <a:lnTo>
                  <a:pt x="369176" y="3886200"/>
                </a:lnTo>
                <a:close/>
              </a:path>
              <a:path w="5323205" h="3975100">
                <a:moveTo>
                  <a:pt x="4988229" y="3886200"/>
                </a:moveTo>
                <a:lnTo>
                  <a:pt x="4954028" y="3886200"/>
                </a:lnTo>
                <a:lnTo>
                  <a:pt x="4968163" y="3873500"/>
                </a:lnTo>
                <a:lnTo>
                  <a:pt x="4981841" y="3873500"/>
                </a:lnTo>
                <a:lnTo>
                  <a:pt x="4995570" y="3860800"/>
                </a:lnTo>
                <a:lnTo>
                  <a:pt x="5015738" y="3860800"/>
                </a:lnTo>
                <a:lnTo>
                  <a:pt x="5002098" y="3873500"/>
                </a:lnTo>
                <a:lnTo>
                  <a:pt x="4988229" y="3886200"/>
                </a:lnTo>
                <a:close/>
              </a:path>
              <a:path w="5323205" h="3975100">
                <a:moveTo>
                  <a:pt x="383387" y="3898900"/>
                </a:moveTo>
                <a:lnTo>
                  <a:pt x="363321" y="3898900"/>
                </a:lnTo>
                <a:lnTo>
                  <a:pt x="349046" y="3886200"/>
                </a:lnTo>
                <a:lnTo>
                  <a:pt x="369036" y="3886200"/>
                </a:lnTo>
                <a:lnTo>
                  <a:pt x="383387" y="3898900"/>
                </a:lnTo>
                <a:close/>
              </a:path>
              <a:path w="5323205" h="3975100">
                <a:moveTo>
                  <a:pt x="4959883" y="3898900"/>
                </a:moveTo>
                <a:lnTo>
                  <a:pt x="4939817" y="3898900"/>
                </a:lnTo>
                <a:lnTo>
                  <a:pt x="4954168" y="3886200"/>
                </a:lnTo>
                <a:lnTo>
                  <a:pt x="4974158" y="3886200"/>
                </a:lnTo>
                <a:lnTo>
                  <a:pt x="4959883" y="3898900"/>
                </a:lnTo>
                <a:close/>
              </a:path>
              <a:path w="5323205" h="3975100">
                <a:moveTo>
                  <a:pt x="412369" y="3911600"/>
                </a:moveTo>
                <a:lnTo>
                  <a:pt x="392480" y="3911600"/>
                </a:lnTo>
                <a:lnTo>
                  <a:pt x="377799" y="3898900"/>
                </a:lnTo>
                <a:lnTo>
                  <a:pt x="397637" y="3898900"/>
                </a:lnTo>
                <a:lnTo>
                  <a:pt x="412369" y="3911600"/>
                </a:lnTo>
                <a:close/>
              </a:path>
              <a:path w="5323205" h="3975100">
                <a:moveTo>
                  <a:pt x="4930724" y="3911600"/>
                </a:moveTo>
                <a:lnTo>
                  <a:pt x="4910836" y="3911600"/>
                </a:lnTo>
                <a:lnTo>
                  <a:pt x="4925568" y="3898900"/>
                </a:lnTo>
                <a:lnTo>
                  <a:pt x="4945405" y="3898900"/>
                </a:lnTo>
                <a:lnTo>
                  <a:pt x="4930724" y="3911600"/>
                </a:lnTo>
                <a:close/>
              </a:path>
              <a:path w="5323205" h="3975100">
                <a:moveTo>
                  <a:pt x="457187" y="3924300"/>
                </a:moveTo>
                <a:lnTo>
                  <a:pt x="422402" y="3924300"/>
                </a:lnTo>
                <a:lnTo>
                  <a:pt x="407339" y="3911600"/>
                </a:lnTo>
                <a:lnTo>
                  <a:pt x="441921" y="3911600"/>
                </a:lnTo>
                <a:lnTo>
                  <a:pt x="457187" y="3924300"/>
                </a:lnTo>
                <a:close/>
              </a:path>
              <a:path w="5323205" h="3975100">
                <a:moveTo>
                  <a:pt x="4900803" y="3924300"/>
                </a:moveTo>
                <a:lnTo>
                  <a:pt x="4866017" y="3924300"/>
                </a:lnTo>
                <a:lnTo>
                  <a:pt x="4881283" y="3911600"/>
                </a:lnTo>
                <a:lnTo>
                  <a:pt x="4915865" y="3911600"/>
                </a:lnTo>
                <a:lnTo>
                  <a:pt x="4900803" y="3924300"/>
                </a:lnTo>
                <a:close/>
              </a:path>
              <a:path w="5323205" h="3975100">
                <a:moveTo>
                  <a:pt x="487921" y="3937000"/>
                </a:moveTo>
                <a:lnTo>
                  <a:pt x="453047" y="3937000"/>
                </a:lnTo>
                <a:lnTo>
                  <a:pt x="437629" y="3924300"/>
                </a:lnTo>
                <a:lnTo>
                  <a:pt x="472325" y="3924300"/>
                </a:lnTo>
                <a:lnTo>
                  <a:pt x="487921" y="3937000"/>
                </a:lnTo>
                <a:close/>
              </a:path>
              <a:path w="5323205" h="3975100">
                <a:moveTo>
                  <a:pt x="4870157" y="3937000"/>
                </a:moveTo>
                <a:lnTo>
                  <a:pt x="4835283" y="3937000"/>
                </a:lnTo>
                <a:lnTo>
                  <a:pt x="4850879" y="3924300"/>
                </a:lnTo>
                <a:lnTo>
                  <a:pt x="4885575" y="3924300"/>
                </a:lnTo>
                <a:lnTo>
                  <a:pt x="4870157" y="3937000"/>
                </a:lnTo>
                <a:close/>
              </a:path>
              <a:path w="5323205" h="3975100">
                <a:moveTo>
                  <a:pt x="535178" y="3949700"/>
                </a:moveTo>
                <a:lnTo>
                  <a:pt x="484378" y="3949700"/>
                </a:lnTo>
                <a:lnTo>
                  <a:pt x="468630" y="3937000"/>
                </a:lnTo>
                <a:lnTo>
                  <a:pt x="519112" y="3937000"/>
                </a:lnTo>
                <a:lnTo>
                  <a:pt x="535178" y="3949700"/>
                </a:lnTo>
                <a:close/>
              </a:path>
              <a:path w="5323205" h="3975100">
                <a:moveTo>
                  <a:pt x="4838827" y="3949700"/>
                </a:moveTo>
                <a:lnTo>
                  <a:pt x="4788027" y="3949700"/>
                </a:lnTo>
                <a:lnTo>
                  <a:pt x="4804092" y="3937000"/>
                </a:lnTo>
                <a:lnTo>
                  <a:pt x="4854575" y="3937000"/>
                </a:lnTo>
                <a:lnTo>
                  <a:pt x="4838827" y="3949700"/>
                </a:lnTo>
                <a:close/>
              </a:path>
              <a:path w="5323205" h="3975100">
                <a:moveTo>
                  <a:pt x="633361" y="3962400"/>
                </a:moveTo>
                <a:lnTo>
                  <a:pt x="532549" y="3962400"/>
                </a:lnTo>
                <a:lnTo>
                  <a:pt x="516343" y="3949700"/>
                </a:lnTo>
                <a:lnTo>
                  <a:pt x="616534" y="3949700"/>
                </a:lnTo>
                <a:lnTo>
                  <a:pt x="633361" y="3962400"/>
                </a:lnTo>
                <a:close/>
              </a:path>
              <a:path w="5323205" h="3975100">
                <a:moveTo>
                  <a:pt x="4790655" y="3962400"/>
                </a:moveTo>
                <a:lnTo>
                  <a:pt x="4689843" y="3962400"/>
                </a:lnTo>
                <a:lnTo>
                  <a:pt x="4706670" y="3949700"/>
                </a:lnTo>
                <a:lnTo>
                  <a:pt x="4806861" y="3949700"/>
                </a:lnTo>
                <a:lnTo>
                  <a:pt x="4790655" y="3962400"/>
                </a:lnTo>
                <a:close/>
              </a:path>
              <a:path w="5323205" h="3975100">
                <a:moveTo>
                  <a:pt x="4690567" y="3975100"/>
                </a:moveTo>
                <a:lnTo>
                  <a:pt x="632637" y="3975100"/>
                </a:lnTo>
                <a:lnTo>
                  <a:pt x="615645" y="3962400"/>
                </a:lnTo>
                <a:lnTo>
                  <a:pt x="4707559" y="3962400"/>
                </a:lnTo>
                <a:lnTo>
                  <a:pt x="4690567" y="3975100"/>
                </a:lnTo>
                <a:close/>
              </a:path>
            </a:pathLst>
          </a:custGeom>
          <a:solidFill>
            <a:srgbClr val="293E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183005" y="2755519"/>
            <a:ext cx="4368800" cy="3225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2509520">
              <a:lnSpc>
                <a:spcPct val="129600"/>
              </a:lnSpc>
              <a:spcBef>
                <a:spcPts val="100"/>
              </a:spcBef>
            </a:pPr>
            <a:r>
              <a:rPr dirty="0" sz="1800" b="1">
                <a:latin typeface="宋体"/>
                <a:cs typeface="宋体"/>
              </a:rPr>
              <a:t>if</a:t>
            </a:r>
            <a:r>
              <a:rPr dirty="0" sz="1800" b="1">
                <a:latin typeface="宋体"/>
                <a:cs typeface="宋体"/>
              </a:rPr>
              <a:t>嵌套语法格式</a:t>
            </a:r>
            <a:r>
              <a:rPr dirty="0" sz="1800" spc="-5" b="1">
                <a:latin typeface="宋体"/>
                <a:cs typeface="宋体"/>
              </a:rPr>
              <a:t>：  </a:t>
            </a:r>
            <a:r>
              <a:rPr dirty="0" sz="1800">
                <a:latin typeface="宋体"/>
                <a:cs typeface="宋体"/>
              </a:rPr>
              <a:t>if</a:t>
            </a:r>
            <a:r>
              <a:rPr dirty="0" sz="1800" spc="-15">
                <a:latin typeface="宋体"/>
                <a:cs typeface="宋体"/>
              </a:rPr>
              <a:t> </a:t>
            </a:r>
            <a:r>
              <a:rPr dirty="0" sz="1800">
                <a:latin typeface="宋体"/>
                <a:cs typeface="宋体"/>
              </a:rPr>
              <a:t>条件1:</a:t>
            </a:r>
            <a:endParaRPr sz="1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dirty="0" sz="1800">
                <a:latin typeface="宋体"/>
                <a:cs typeface="宋体"/>
              </a:rPr>
              <a:t>    满足条件1</a:t>
            </a:r>
            <a:r>
              <a:rPr dirty="0" sz="1800" spc="-10">
                <a:latin typeface="宋体"/>
                <a:cs typeface="宋体"/>
              </a:rPr>
              <a:t> </a:t>
            </a:r>
            <a:r>
              <a:rPr dirty="0" sz="1800">
                <a:latin typeface="宋体"/>
                <a:cs typeface="宋体"/>
              </a:rPr>
              <a:t>做的事情</a:t>
            </a:r>
            <a:endParaRPr sz="1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dirty="0" sz="1800">
                <a:latin typeface="宋体"/>
                <a:cs typeface="宋体"/>
              </a:rPr>
              <a:t>    if</a:t>
            </a:r>
            <a:r>
              <a:rPr dirty="0" sz="1800" spc="-5">
                <a:latin typeface="宋体"/>
                <a:cs typeface="宋体"/>
              </a:rPr>
              <a:t> </a:t>
            </a:r>
            <a:r>
              <a:rPr dirty="0" sz="1800">
                <a:latin typeface="宋体"/>
                <a:cs typeface="宋体"/>
              </a:rPr>
              <a:t>条件2:</a:t>
            </a:r>
            <a:endParaRPr sz="1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dirty="0" sz="1800">
                <a:latin typeface="宋体"/>
                <a:cs typeface="宋体"/>
              </a:rPr>
              <a:t>        满足条件2</a:t>
            </a:r>
            <a:r>
              <a:rPr dirty="0" sz="1800" spc="-10">
                <a:latin typeface="宋体"/>
                <a:cs typeface="宋体"/>
              </a:rPr>
              <a:t> </a:t>
            </a:r>
            <a:r>
              <a:rPr dirty="0" sz="1800">
                <a:latin typeface="宋体"/>
                <a:cs typeface="宋体"/>
              </a:rPr>
              <a:t>做的事情</a:t>
            </a:r>
            <a:endParaRPr sz="1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dirty="0" sz="1800">
                <a:latin typeface="宋体"/>
                <a:cs typeface="宋体"/>
              </a:rPr>
              <a:t>    elif/else:</a:t>
            </a:r>
            <a:endParaRPr sz="1800">
              <a:latin typeface="宋体"/>
              <a:cs typeface="宋体"/>
            </a:endParaRPr>
          </a:p>
          <a:p>
            <a:pPr marL="12700" marR="5080">
              <a:lnSpc>
                <a:spcPct val="129600"/>
              </a:lnSpc>
            </a:pPr>
            <a:r>
              <a:rPr dirty="0" sz="1800">
                <a:latin typeface="宋体"/>
                <a:cs typeface="宋体"/>
              </a:rPr>
              <a:t>        满足条件1但不满足条件2做的事情  elif/else:</a:t>
            </a:r>
            <a:endParaRPr sz="1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dirty="0" sz="1800">
                <a:latin typeface="宋体"/>
                <a:cs typeface="宋体"/>
              </a:rPr>
              <a:t>    不满足条件1</a:t>
            </a:r>
            <a:r>
              <a:rPr dirty="0" sz="1800" spc="-10">
                <a:latin typeface="宋体"/>
                <a:cs typeface="宋体"/>
              </a:rPr>
              <a:t> </a:t>
            </a:r>
            <a:r>
              <a:rPr dirty="0" sz="1800">
                <a:latin typeface="宋体"/>
                <a:cs typeface="宋体"/>
              </a:rPr>
              <a:t>做的事情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547104" y="3259835"/>
            <a:ext cx="4758055" cy="2543810"/>
          </a:xfrm>
          <a:custGeom>
            <a:avLst/>
            <a:gdLst/>
            <a:ahLst/>
            <a:cxnLst/>
            <a:rect l="l" t="t" r="r" b="b"/>
            <a:pathLst>
              <a:path w="4758055" h="2543810">
                <a:moveTo>
                  <a:pt x="4334256" y="2543555"/>
                </a:moveTo>
                <a:lnTo>
                  <a:pt x="423672" y="2543555"/>
                </a:lnTo>
                <a:lnTo>
                  <a:pt x="377467" y="2540926"/>
                </a:lnTo>
                <a:lnTo>
                  <a:pt x="332708" y="2533514"/>
                </a:lnTo>
                <a:lnTo>
                  <a:pt x="289652" y="2521575"/>
                </a:lnTo>
                <a:lnTo>
                  <a:pt x="248558" y="2505364"/>
                </a:lnTo>
                <a:lnTo>
                  <a:pt x="209685" y="2485138"/>
                </a:lnTo>
                <a:lnTo>
                  <a:pt x="173291" y="2461153"/>
                </a:lnTo>
                <a:lnTo>
                  <a:pt x="139635" y="2433665"/>
                </a:lnTo>
                <a:lnTo>
                  <a:pt x="108976" y="2402930"/>
                </a:lnTo>
                <a:lnTo>
                  <a:pt x="81573" y="2369203"/>
                </a:lnTo>
                <a:lnTo>
                  <a:pt x="57683" y="2332741"/>
                </a:lnTo>
                <a:lnTo>
                  <a:pt x="37566" y="2293800"/>
                </a:lnTo>
                <a:lnTo>
                  <a:pt x="21481" y="2252635"/>
                </a:lnTo>
                <a:lnTo>
                  <a:pt x="9685" y="2209503"/>
                </a:lnTo>
                <a:lnTo>
                  <a:pt x="2439" y="2164659"/>
                </a:lnTo>
                <a:lnTo>
                  <a:pt x="0" y="2118360"/>
                </a:lnTo>
                <a:lnTo>
                  <a:pt x="0" y="423672"/>
                </a:lnTo>
                <a:lnTo>
                  <a:pt x="2800" y="374320"/>
                </a:lnTo>
                <a:lnTo>
                  <a:pt x="11098" y="326634"/>
                </a:lnTo>
                <a:lnTo>
                  <a:pt x="24575" y="280929"/>
                </a:lnTo>
                <a:lnTo>
                  <a:pt x="42914" y="237525"/>
                </a:lnTo>
                <a:lnTo>
                  <a:pt x="65795" y="196739"/>
                </a:lnTo>
                <a:lnTo>
                  <a:pt x="92902" y="158890"/>
                </a:lnTo>
                <a:lnTo>
                  <a:pt x="123915" y="124296"/>
                </a:lnTo>
                <a:lnTo>
                  <a:pt x="158517" y="93275"/>
                </a:lnTo>
                <a:lnTo>
                  <a:pt x="196389" y="66145"/>
                </a:lnTo>
                <a:lnTo>
                  <a:pt x="237214" y="43225"/>
                </a:lnTo>
                <a:lnTo>
                  <a:pt x="280672" y="24832"/>
                </a:lnTo>
                <a:lnTo>
                  <a:pt x="326447" y="11284"/>
                </a:lnTo>
                <a:lnTo>
                  <a:pt x="374219" y="2901"/>
                </a:lnTo>
                <a:lnTo>
                  <a:pt x="423672" y="0"/>
                </a:lnTo>
                <a:lnTo>
                  <a:pt x="4334256" y="0"/>
                </a:lnTo>
                <a:lnTo>
                  <a:pt x="4383758" y="2901"/>
                </a:lnTo>
                <a:lnTo>
                  <a:pt x="4431573" y="11284"/>
                </a:lnTo>
                <a:lnTo>
                  <a:pt x="4477383" y="24832"/>
                </a:lnTo>
                <a:lnTo>
                  <a:pt x="4520869" y="43225"/>
                </a:lnTo>
                <a:lnTo>
                  <a:pt x="4561713" y="66145"/>
                </a:lnTo>
                <a:lnTo>
                  <a:pt x="4599597" y="93275"/>
                </a:lnTo>
                <a:lnTo>
                  <a:pt x="4634203" y="124296"/>
                </a:lnTo>
                <a:lnTo>
                  <a:pt x="4665212" y="158890"/>
                </a:lnTo>
                <a:lnTo>
                  <a:pt x="4692307" y="196739"/>
                </a:lnTo>
                <a:lnTo>
                  <a:pt x="4715169" y="237525"/>
                </a:lnTo>
                <a:lnTo>
                  <a:pt x="4733480" y="280929"/>
                </a:lnTo>
                <a:lnTo>
                  <a:pt x="4746922" y="326634"/>
                </a:lnTo>
                <a:lnTo>
                  <a:pt x="4755178" y="374320"/>
                </a:lnTo>
                <a:lnTo>
                  <a:pt x="4757928" y="423672"/>
                </a:lnTo>
                <a:lnTo>
                  <a:pt x="4757928" y="2118360"/>
                </a:lnTo>
                <a:lnTo>
                  <a:pt x="4755536" y="2164659"/>
                </a:lnTo>
                <a:lnTo>
                  <a:pt x="4748330" y="2209503"/>
                </a:lnTo>
                <a:lnTo>
                  <a:pt x="4736568" y="2252635"/>
                </a:lnTo>
                <a:lnTo>
                  <a:pt x="4720510" y="2293800"/>
                </a:lnTo>
                <a:lnTo>
                  <a:pt x="4700413" y="2332741"/>
                </a:lnTo>
                <a:lnTo>
                  <a:pt x="4676537" y="2369203"/>
                </a:lnTo>
                <a:lnTo>
                  <a:pt x="4649140" y="2402930"/>
                </a:lnTo>
                <a:lnTo>
                  <a:pt x="4618481" y="2433665"/>
                </a:lnTo>
                <a:lnTo>
                  <a:pt x="4584819" y="2461153"/>
                </a:lnTo>
                <a:lnTo>
                  <a:pt x="4548411" y="2485138"/>
                </a:lnTo>
                <a:lnTo>
                  <a:pt x="4509518" y="2505364"/>
                </a:lnTo>
                <a:lnTo>
                  <a:pt x="4468397" y="2521575"/>
                </a:lnTo>
                <a:lnTo>
                  <a:pt x="4425307" y="2533514"/>
                </a:lnTo>
                <a:lnTo>
                  <a:pt x="4380507" y="2540926"/>
                </a:lnTo>
                <a:lnTo>
                  <a:pt x="4334256" y="254355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419088" y="3198876"/>
            <a:ext cx="731520" cy="379730"/>
          </a:xfrm>
          <a:custGeom>
            <a:avLst/>
            <a:gdLst/>
            <a:ahLst/>
            <a:cxnLst/>
            <a:rect l="l" t="t" r="r" b="b"/>
            <a:pathLst>
              <a:path w="731520" h="379729">
                <a:moveTo>
                  <a:pt x="669036" y="379475"/>
                </a:moveTo>
                <a:lnTo>
                  <a:pt x="64008" y="379475"/>
                </a:lnTo>
                <a:lnTo>
                  <a:pt x="39006" y="374069"/>
                </a:lnTo>
                <a:lnTo>
                  <a:pt x="18702" y="360297"/>
                </a:lnTo>
                <a:lnTo>
                  <a:pt x="5048" y="340112"/>
                </a:lnTo>
                <a:lnTo>
                  <a:pt x="0" y="315468"/>
                </a:lnTo>
                <a:lnTo>
                  <a:pt x="0" y="62484"/>
                </a:lnTo>
                <a:lnTo>
                  <a:pt x="5048" y="38077"/>
                </a:lnTo>
                <a:lnTo>
                  <a:pt x="18702" y="18130"/>
                </a:lnTo>
                <a:lnTo>
                  <a:pt x="39006" y="4739"/>
                </a:lnTo>
                <a:lnTo>
                  <a:pt x="64008" y="0"/>
                </a:lnTo>
                <a:lnTo>
                  <a:pt x="669036" y="0"/>
                </a:lnTo>
                <a:lnTo>
                  <a:pt x="693299" y="4739"/>
                </a:lnTo>
                <a:lnTo>
                  <a:pt x="713198" y="18130"/>
                </a:lnTo>
                <a:lnTo>
                  <a:pt x="726637" y="38077"/>
                </a:lnTo>
                <a:lnTo>
                  <a:pt x="731519" y="62484"/>
                </a:lnTo>
                <a:lnTo>
                  <a:pt x="731519" y="315468"/>
                </a:lnTo>
                <a:lnTo>
                  <a:pt x="726637" y="340112"/>
                </a:lnTo>
                <a:lnTo>
                  <a:pt x="713198" y="360297"/>
                </a:lnTo>
                <a:lnTo>
                  <a:pt x="693299" y="374069"/>
                </a:lnTo>
                <a:lnTo>
                  <a:pt x="669036" y="379475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6543128" y="3225888"/>
            <a:ext cx="4826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提示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845300" y="3727957"/>
            <a:ext cx="3968115" cy="1488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8450" marR="5080" indent="-285750">
              <a:lnSpc>
                <a:spcPct val="150000"/>
              </a:lnSpc>
              <a:spcBef>
                <a:spcPts val="100"/>
              </a:spcBef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dirty="0" sz="1600">
                <a:latin typeface="宋体"/>
                <a:cs typeface="宋体"/>
              </a:rPr>
              <a:t>只有外部的</a:t>
            </a:r>
            <a:r>
              <a:rPr dirty="0" sz="1600" spc="-5">
                <a:latin typeface="宋体"/>
                <a:cs typeface="宋体"/>
              </a:rPr>
              <a:t>if</a:t>
            </a:r>
            <a:r>
              <a:rPr dirty="0" sz="1600">
                <a:latin typeface="宋体"/>
                <a:cs typeface="宋体"/>
              </a:rPr>
              <a:t>语句满足条件才能要执行</a:t>
            </a:r>
            <a:r>
              <a:rPr dirty="0" sz="1600" spc="-5">
                <a:latin typeface="宋体"/>
                <a:cs typeface="宋体"/>
              </a:rPr>
              <a:t>内 </a:t>
            </a:r>
            <a:r>
              <a:rPr dirty="0" sz="1600">
                <a:latin typeface="宋体"/>
                <a:cs typeface="宋体"/>
              </a:rPr>
              <a:t>部的</a:t>
            </a:r>
            <a:r>
              <a:rPr dirty="0" sz="1600" spc="-5">
                <a:latin typeface="宋体"/>
                <a:cs typeface="宋体"/>
              </a:rPr>
              <a:t>if</a:t>
            </a:r>
            <a:r>
              <a:rPr dirty="0" sz="1600">
                <a:latin typeface="宋体"/>
                <a:cs typeface="宋体"/>
              </a:rPr>
              <a:t>语句</a:t>
            </a:r>
            <a:r>
              <a:rPr dirty="0" sz="1600" spc="-5">
                <a:latin typeface="宋体"/>
                <a:cs typeface="宋体"/>
              </a:rPr>
              <a:t>；</a:t>
            </a:r>
            <a:endParaRPr sz="1600">
              <a:latin typeface="宋体"/>
              <a:cs typeface="宋体"/>
            </a:endParaRPr>
          </a:p>
          <a:p>
            <a:pPr marL="298450" marR="5080" indent="-285750">
              <a:lnSpc>
                <a:spcPct val="150000"/>
              </a:lnSpc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dirty="0" sz="1600">
                <a:latin typeface="宋体"/>
                <a:cs typeface="宋体"/>
              </a:rPr>
              <a:t>内外层都可使用</a:t>
            </a:r>
            <a:r>
              <a:rPr dirty="0" sz="1600" spc="-5">
                <a:latin typeface="宋体"/>
                <a:cs typeface="宋体"/>
              </a:rPr>
              <a:t>elif</a:t>
            </a:r>
            <a:r>
              <a:rPr dirty="0" sz="1600">
                <a:latin typeface="宋体"/>
                <a:cs typeface="宋体"/>
              </a:rPr>
              <a:t>、</a:t>
            </a:r>
            <a:r>
              <a:rPr dirty="0" sz="1600" spc="-5">
                <a:latin typeface="宋体"/>
                <a:cs typeface="宋体"/>
              </a:rPr>
              <a:t>else</a:t>
            </a:r>
            <a:r>
              <a:rPr dirty="0" sz="1600">
                <a:latin typeface="宋体"/>
                <a:cs typeface="宋体"/>
              </a:rPr>
              <a:t>，具体如何</a:t>
            </a:r>
            <a:r>
              <a:rPr dirty="0" sz="1600" spc="-5">
                <a:latin typeface="宋体"/>
                <a:cs typeface="宋体"/>
              </a:rPr>
              <a:t>使 </a:t>
            </a:r>
            <a:r>
              <a:rPr dirty="0" sz="1600">
                <a:latin typeface="宋体"/>
                <a:cs typeface="宋体"/>
              </a:rPr>
              <a:t>用可以根据实际情况进行选择</a:t>
            </a:r>
            <a:r>
              <a:rPr dirty="0" sz="1600" spc="-5">
                <a:latin typeface="宋体"/>
                <a:cs typeface="宋体"/>
              </a:rPr>
              <a:t>。</a:t>
            </a:r>
            <a:endParaRPr sz="16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2"/>
            <a:ext cx="203200" cy="609600"/>
          </a:xfrm>
          <a:custGeom>
            <a:avLst/>
            <a:gdLst/>
            <a:ahLst/>
            <a:cxnLst/>
            <a:rect l="l" t="t" r="r" b="b"/>
            <a:pathLst>
              <a:path w="203200" h="609600">
                <a:moveTo>
                  <a:pt x="0" y="0"/>
                </a:moveTo>
                <a:lnTo>
                  <a:pt x="202692" y="0"/>
                </a:lnTo>
                <a:lnTo>
                  <a:pt x="202692" y="609599"/>
                </a:lnTo>
                <a:lnTo>
                  <a:pt x="0" y="609599"/>
                </a:lnTo>
                <a:lnTo>
                  <a:pt x="0" y="0"/>
                </a:lnTo>
                <a:close/>
              </a:path>
            </a:pathLst>
          </a:custGeom>
          <a:solidFill>
            <a:srgbClr val="20565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1940" y="217411"/>
            <a:ext cx="94361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if</a:t>
            </a: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嵌</a:t>
            </a:r>
            <a:r>
              <a:rPr dirty="0" sz="2400" spc="-10" b="1">
                <a:solidFill>
                  <a:srgbClr val="2E5B50"/>
                </a:solidFill>
                <a:latin typeface="宋体"/>
                <a:cs typeface="宋体"/>
              </a:rPr>
              <a:t>套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96468" y="3166872"/>
            <a:ext cx="6339840" cy="3572510"/>
          </a:xfrm>
          <a:custGeom>
            <a:avLst/>
            <a:gdLst/>
            <a:ahLst/>
            <a:cxnLst/>
            <a:rect l="l" t="t" r="r" b="b"/>
            <a:pathLst>
              <a:path w="6339840" h="3572509">
                <a:moveTo>
                  <a:pt x="5743956" y="3572255"/>
                </a:moveTo>
                <a:lnTo>
                  <a:pt x="594360" y="3572255"/>
                </a:lnTo>
                <a:lnTo>
                  <a:pt x="545599" y="3570210"/>
                </a:lnTo>
                <a:lnTo>
                  <a:pt x="497919" y="3564326"/>
                </a:lnTo>
                <a:lnTo>
                  <a:pt x="451474" y="3554758"/>
                </a:lnTo>
                <a:lnTo>
                  <a:pt x="406417" y="3541657"/>
                </a:lnTo>
                <a:lnTo>
                  <a:pt x="362904" y="3525178"/>
                </a:lnTo>
                <a:lnTo>
                  <a:pt x="321087" y="3505471"/>
                </a:lnTo>
                <a:lnTo>
                  <a:pt x="281120" y="3482692"/>
                </a:lnTo>
                <a:lnTo>
                  <a:pt x="243159" y="3456991"/>
                </a:lnTo>
                <a:lnTo>
                  <a:pt x="207355" y="3428522"/>
                </a:lnTo>
                <a:lnTo>
                  <a:pt x="173864" y="3397438"/>
                </a:lnTo>
                <a:lnTo>
                  <a:pt x="142839" y="3363892"/>
                </a:lnTo>
                <a:lnTo>
                  <a:pt x="114435" y="3328036"/>
                </a:lnTo>
                <a:lnTo>
                  <a:pt x="88804" y="3290023"/>
                </a:lnTo>
                <a:lnTo>
                  <a:pt x="66102" y="3250005"/>
                </a:lnTo>
                <a:lnTo>
                  <a:pt x="46482" y="3208137"/>
                </a:lnTo>
                <a:lnTo>
                  <a:pt x="30098" y="3164570"/>
                </a:lnTo>
                <a:lnTo>
                  <a:pt x="17104" y="3119457"/>
                </a:lnTo>
                <a:lnTo>
                  <a:pt x="7653" y="3072951"/>
                </a:lnTo>
                <a:lnTo>
                  <a:pt x="1900" y="3025205"/>
                </a:lnTo>
                <a:lnTo>
                  <a:pt x="0" y="2976372"/>
                </a:lnTo>
                <a:lnTo>
                  <a:pt x="0" y="595883"/>
                </a:lnTo>
                <a:lnTo>
                  <a:pt x="1900" y="546960"/>
                </a:lnTo>
                <a:lnTo>
                  <a:pt x="7653" y="499133"/>
                </a:lnTo>
                <a:lnTo>
                  <a:pt x="17104" y="452555"/>
                </a:lnTo>
                <a:lnTo>
                  <a:pt x="30098" y="407381"/>
                </a:lnTo>
                <a:lnTo>
                  <a:pt x="46482" y="363761"/>
                </a:lnTo>
                <a:lnTo>
                  <a:pt x="66102" y="321850"/>
                </a:lnTo>
                <a:lnTo>
                  <a:pt x="88804" y="281799"/>
                </a:lnTo>
                <a:lnTo>
                  <a:pt x="114435" y="243762"/>
                </a:lnTo>
                <a:lnTo>
                  <a:pt x="142839" y="207892"/>
                </a:lnTo>
                <a:lnTo>
                  <a:pt x="173864" y="174340"/>
                </a:lnTo>
                <a:lnTo>
                  <a:pt x="207355" y="143261"/>
                </a:lnTo>
                <a:lnTo>
                  <a:pt x="243159" y="114807"/>
                </a:lnTo>
                <a:lnTo>
                  <a:pt x="281120" y="89130"/>
                </a:lnTo>
                <a:lnTo>
                  <a:pt x="321087" y="66383"/>
                </a:lnTo>
                <a:lnTo>
                  <a:pt x="362904" y="46720"/>
                </a:lnTo>
                <a:lnTo>
                  <a:pt x="406417" y="30293"/>
                </a:lnTo>
                <a:lnTo>
                  <a:pt x="451474" y="17254"/>
                </a:lnTo>
                <a:lnTo>
                  <a:pt x="497919" y="7758"/>
                </a:lnTo>
                <a:lnTo>
                  <a:pt x="545599" y="1955"/>
                </a:lnTo>
                <a:lnTo>
                  <a:pt x="594360" y="0"/>
                </a:lnTo>
                <a:lnTo>
                  <a:pt x="5743956" y="0"/>
                </a:lnTo>
                <a:lnTo>
                  <a:pt x="5792879" y="1955"/>
                </a:lnTo>
                <a:lnTo>
                  <a:pt x="5840706" y="7758"/>
                </a:lnTo>
                <a:lnTo>
                  <a:pt x="5887284" y="17254"/>
                </a:lnTo>
                <a:lnTo>
                  <a:pt x="5932458" y="30293"/>
                </a:lnTo>
                <a:lnTo>
                  <a:pt x="5976078" y="46720"/>
                </a:lnTo>
                <a:lnTo>
                  <a:pt x="6017989" y="66383"/>
                </a:lnTo>
                <a:lnTo>
                  <a:pt x="6058040" y="89130"/>
                </a:lnTo>
                <a:lnTo>
                  <a:pt x="6096077" y="114807"/>
                </a:lnTo>
                <a:lnTo>
                  <a:pt x="6131947" y="143261"/>
                </a:lnTo>
                <a:lnTo>
                  <a:pt x="6165499" y="174340"/>
                </a:lnTo>
                <a:lnTo>
                  <a:pt x="6196578" y="207892"/>
                </a:lnTo>
                <a:lnTo>
                  <a:pt x="6225032" y="243762"/>
                </a:lnTo>
                <a:lnTo>
                  <a:pt x="6250709" y="281799"/>
                </a:lnTo>
                <a:lnTo>
                  <a:pt x="6273456" y="321850"/>
                </a:lnTo>
                <a:lnTo>
                  <a:pt x="6293119" y="363761"/>
                </a:lnTo>
                <a:lnTo>
                  <a:pt x="6309546" y="407381"/>
                </a:lnTo>
                <a:lnTo>
                  <a:pt x="6322585" y="452555"/>
                </a:lnTo>
                <a:lnTo>
                  <a:pt x="6332081" y="499133"/>
                </a:lnTo>
                <a:lnTo>
                  <a:pt x="6337884" y="546960"/>
                </a:lnTo>
                <a:lnTo>
                  <a:pt x="6339839" y="595883"/>
                </a:lnTo>
                <a:lnTo>
                  <a:pt x="6339839" y="2976372"/>
                </a:lnTo>
                <a:lnTo>
                  <a:pt x="6337884" y="3025205"/>
                </a:lnTo>
                <a:lnTo>
                  <a:pt x="6332081" y="3072951"/>
                </a:lnTo>
                <a:lnTo>
                  <a:pt x="6322585" y="3119457"/>
                </a:lnTo>
                <a:lnTo>
                  <a:pt x="6309546" y="3164570"/>
                </a:lnTo>
                <a:lnTo>
                  <a:pt x="6293119" y="3208137"/>
                </a:lnTo>
                <a:lnTo>
                  <a:pt x="6273456" y="3250005"/>
                </a:lnTo>
                <a:lnTo>
                  <a:pt x="6250709" y="3290023"/>
                </a:lnTo>
                <a:lnTo>
                  <a:pt x="6225032" y="3328036"/>
                </a:lnTo>
                <a:lnTo>
                  <a:pt x="6196578" y="3363892"/>
                </a:lnTo>
                <a:lnTo>
                  <a:pt x="6165499" y="3397438"/>
                </a:lnTo>
                <a:lnTo>
                  <a:pt x="6131947" y="3428522"/>
                </a:lnTo>
                <a:lnTo>
                  <a:pt x="6096077" y="3456991"/>
                </a:lnTo>
                <a:lnTo>
                  <a:pt x="6058040" y="3482692"/>
                </a:lnTo>
                <a:lnTo>
                  <a:pt x="6017989" y="3505471"/>
                </a:lnTo>
                <a:lnTo>
                  <a:pt x="5976078" y="3525178"/>
                </a:lnTo>
                <a:lnTo>
                  <a:pt x="5932458" y="3541657"/>
                </a:lnTo>
                <a:lnTo>
                  <a:pt x="5887284" y="3554758"/>
                </a:lnTo>
                <a:lnTo>
                  <a:pt x="5840706" y="3564326"/>
                </a:lnTo>
                <a:lnTo>
                  <a:pt x="5792879" y="3570210"/>
                </a:lnTo>
                <a:lnTo>
                  <a:pt x="5743956" y="3572255"/>
                </a:lnTo>
                <a:close/>
              </a:path>
            </a:pathLst>
          </a:custGeom>
          <a:solidFill>
            <a:srgbClr val="D2E1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54736" y="3105911"/>
            <a:ext cx="1163320" cy="463550"/>
          </a:xfrm>
          <a:custGeom>
            <a:avLst/>
            <a:gdLst/>
            <a:ahLst/>
            <a:cxnLst/>
            <a:rect l="l" t="t" r="r" b="b"/>
            <a:pathLst>
              <a:path w="1163320" h="463550">
                <a:moveTo>
                  <a:pt x="1085088" y="463296"/>
                </a:moveTo>
                <a:lnTo>
                  <a:pt x="77723" y="463296"/>
                </a:lnTo>
                <a:lnTo>
                  <a:pt x="47186" y="457282"/>
                </a:lnTo>
                <a:lnTo>
                  <a:pt x="22417" y="440688"/>
                </a:lnTo>
                <a:lnTo>
                  <a:pt x="5870" y="415966"/>
                </a:lnTo>
                <a:lnTo>
                  <a:pt x="0" y="385572"/>
                </a:lnTo>
                <a:lnTo>
                  <a:pt x="0" y="76200"/>
                </a:lnTo>
                <a:lnTo>
                  <a:pt x="5870" y="46329"/>
                </a:lnTo>
                <a:lnTo>
                  <a:pt x="22417" y="21940"/>
                </a:lnTo>
                <a:lnTo>
                  <a:pt x="47186" y="5632"/>
                </a:lnTo>
                <a:lnTo>
                  <a:pt x="77723" y="0"/>
                </a:lnTo>
                <a:lnTo>
                  <a:pt x="1085088" y="0"/>
                </a:lnTo>
                <a:lnTo>
                  <a:pt x="1115125" y="5632"/>
                </a:lnTo>
                <a:lnTo>
                  <a:pt x="1139728" y="21940"/>
                </a:lnTo>
                <a:lnTo>
                  <a:pt x="1156441" y="46329"/>
                </a:lnTo>
                <a:lnTo>
                  <a:pt x="1162812" y="76200"/>
                </a:lnTo>
                <a:lnTo>
                  <a:pt x="1162812" y="385572"/>
                </a:lnTo>
                <a:lnTo>
                  <a:pt x="1156441" y="415966"/>
                </a:lnTo>
                <a:lnTo>
                  <a:pt x="1139728" y="440688"/>
                </a:lnTo>
                <a:lnTo>
                  <a:pt x="1115125" y="457282"/>
                </a:lnTo>
                <a:lnTo>
                  <a:pt x="1085088" y="463296"/>
                </a:lnTo>
                <a:close/>
              </a:path>
            </a:pathLst>
          </a:custGeom>
          <a:solidFill>
            <a:srgbClr val="78A77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64641" y="3190036"/>
            <a:ext cx="5291455" cy="10401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示例</a:t>
            </a:r>
            <a:r>
              <a:rPr dirty="0" sz="1600" spc="-5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代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码</a:t>
            </a:r>
            <a:endParaRPr sz="1600">
              <a:latin typeface="宋体"/>
              <a:cs typeface="宋体"/>
            </a:endParaRPr>
          </a:p>
          <a:p>
            <a:pPr marL="476884" marR="5080">
              <a:lnSpc>
                <a:spcPts val="1600"/>
              </a:lnSpc>
              <a:spcBef>
                <a:spcPts val="1310"/>
              </a:spcBef>
            </a:pPr>
            <a:r>
              <a:rPr dirty="0" sz="1400" spc="-5">
                <a:latin typeface="宋体"/>
                <a:cs typeface="宋体"/>
              </a:rPr>
              <a:t>#</a:t>
            </a:r>
            <a:r>
              <a:rPr dirty="0" sz="1400" spc="-85">
                <a:latin typeface="宋体"/>
                <a:cs typeface="宋体"/>
              </a:rPr>
              <a:t> </a:t>
            </a:r>
            <a:r>
              <a:rPr dirty="0" sz="1400">
                <a:latin typeface="宋体"/>
                <a:cs typeface="宋体"/>
              </a:rPr>
              <a:t>创建变量</a:t>
            </a:r>
            <a:r>
              <a:rPr dirty="0" sz="1400" spc="-5">
                <a:latin typeface="宋体"/>
                <a:cs typeface="宋体"/>
              </a:rPr>
              <a:t>SGR</a:t>
            </a:r>
            <a:r>
              <a:rPr dirty="0" sz="1400">
                <a:latin typeface="宋体"/>
                <a:cs typeface="宋体"/>
              </a:rPr>
              <a:t>接收本年销售增长率、</a:t>
            </a:r>
            <a:r>
              <a:rPr dirty="0" sz="1400" spc="-5">
                <a:latin typeface="宋体"/>
                <a:cs typeface="宋体"/>
              </a:rPr>
              <a:t>EVA</a:t>
            </a:r>
            <a:r>
              <a:rPr dirty="0" sz="1400">
                <a:latin typeface="宋体"/>
                <a:cs typeface="宋体"/>
              </a:rPr>
              <a:t>接收本年经济增加</a:t>
            </a:r>
            <a:r>
              <a:rPr dirty="0" sz="1400" spc="5">
                <a:latin typeface="宋体"/>
                <a:cs typeface="宋体"/>
              </a:rPr>
              <a:t>值 </a:t>
            </a:r>
            <a:r>
              <a:rPr dirty="0" sz="1400" spc="-5">
                <a:latin typeface="宋体"/>
                <a:cs typeface="宋体"/>
              </a:rPr>
              <a:t>SGR = 0.28</a:t>
            </a:r>
            <a:endParaRPr sz="1400">
              <a:latin typeface="宋体"/>
              <a:cs typeface="宋体"/>
            </a:endParaRPr>
          </a:p>
          <a:p>
            <a:pPr marL="476884">
              <a:lnSpc>
                <a:spcPts val="1560"/>
              </a:lnSpc>
            </a:pPr>
            <a:r>
              <a:rPr dirty="0" sz="1400" spc="-5">
                <a:latin typeface="宋体"/>
                <a:cs typeface="宋体"/>
              </a:rPr>
              <a:t>EVA = 1200000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29030" y="4396740"/>
            <a:ext cx="2159635" cy="16624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1639"/>
              </a:lnSpc>
              <a:spcBef>
                <a:spcPts val="105"/>
              </a:spcBef>
            </a:pPr>
            <a:r>
              <a:rPr dirty="0" sz="1400" spc="-5">
                <a:latin typeface="宋体"/>
                <a:cs typeface="宋体"/>
              </a:rPr>
              <a:t>#</a:t>
            </a:r>
            <a:r>
              <a:rPr dirty="0" sz="1400" spc="-10">
                <a:latin typeface="宋体"/>
                <a:cs typeface="宋体"/>
              </a:rPr>
              <a:t> </a:t>
            </a:r>
            <a:r>
              <a:rPr dirty="0" sz="1400" spc="-5">
                <a:latin typeface="宋体"/>
                <a:cs typeface="宋体"/>
              </a:rPr>
              <a:t>if</a:t>
            </a:r>
            <a:r>
              <a:rPr dirty="0" sz="1400">
                <a:latin typeface="宋体"/>
                <a:cs typeface="宋体"/>
              </a:rPr>
              <a:t>嵌</a:t>
            </a:r>
            <a:r>
              <a:rPr dirty="0" sz="1400" spc="5">
                <a:latin typeface="宋体"/>
                <a:cs typeface="宋体"/>
              </a:rPr>
              <a:t>套</a:t>
            </a:r>
            <a:endParaRPr sz="1400">
              <a:latin typeface="宋体"/>
              <a:cs typeface="宋体"/>
            </a:endParaRPr>
          </a:p>
          <a:p>
            <a:pPr marL="12700">
              <a:lnSpc>
                <a:spcPts val="1600"/>
              </a:lnSpc>
            </a:pPr>
            <a:r>
              <a:rPr dirty="0" sz="1400" spc="-5">
                <a:latin typeface="宋体"/>
                <a:cs typeface="宋体"/>
              </a:rPr>
              <a:t>if SGR &gt;</a:t>
            </a:r>
            <a:r>
              <a:rPr dirty="0" sz="1400" spc="-15">
                <a:latin typeface="宋体"/>
                <a:cs typeface="宋体"/>
              </a:rPr>
              <a:t> </a:t>
            </a:r>
            <a:r>
              <a:rPr dirty="0" sz="1400" spc="-5">
                <a:latin typeface="宋体"/>
                <a:cs typeface="宋体"/>
              </a:rPr>
              <a:t>0.25:</a:t>
            </a:r>
            <a:endParaRPr sz="1400">
              <a:latin typeface="宋体"/>
              <a:cs typeface="宋体"/>
            </a:endParaRPr>
          </a:p>
          <a:p>
            <a:pPr marL="12700">
              <a:lnSpc>
                <a:spcPts val="1600"/>
              </a:lnSpc>
            </a:pPr>
            <a:r>
              <a:rPr dirty="0" sz="1400" spc="-5">
                <a:latin typeface="宋体"/>
                <a:cs typeface="宋体"/>
              </a:rPr>
              <a:t>    </a:t>
            </a:r>
            <a:r>
              <a:rPr dirty="0" sz="1400" spc="-5">
                <a:latin typeface="宋体"/>
                <a:cs typeface="宋体"/>
              </a:rPr>
              <a:t>if EVA &gt;</a:t>
            </a:r>
            <a:r>
              <a:rPr dirty="0" sz="1400" spc="-30">
                <a:latin typeface="宋体"/>
                <a:cs typeface="宋体"/>
              </a:rPr>
              <a:t> </a:t>
            </a:r>
            <a:r>
              <a:rPr dirty="0" sz="1400" spc="-5">
                <a:latin typeface="宋体"/>
                <a:cs typeface="宋体"/>
              </a:rPr>
              <a:t>1500000:</a:t>
            </a:r>
            <a:endParaRPr sz="1400">
              <a:latin typeface="宋体"/>
              <a:cs typeface="宋体"/>
            </a:endParaRPr>
          </a:p>
          <a:p>
            <a:pPr marL="12700">
              <a:lnSpc>
                <a:spcPts val="1600"/>
              </a:lnSpc>
            </a:pPr>
            <a:r>
              <a:rPr dirty="0" sz="1400" spc="-5">
                <a:latin typeface="宋体"/>
                <a:cs typeface="宋体"/>
              </a:rPr>
              <a:t>        </a:t>
            </a:r>
            <a:r>
              <a:rPr dirty="0" sz="1400" spc="-5">
                <a:latin typeface="宋体"/>
                <a:cs typeface="宋体"/>
              </a:rPr>
              <a:t>bonus =</a:t>
            </a:r>
            <a:r>
              <a:rPr dirty="0" sz="1400" spc="-40">
                <a:latin typeface="宋体"/>
                <a:cs typeface="宋体"/>
              </a:rPr>
              <a:t> </a:t>
            </a:r>
            <a:r>
              <a:rPr dirty="0" sz="1400" spc="-5">
                <a:latin typeface="宋体"/>
                <a:cs typeface="宋体"/>
              </a:rPr>
              <a:t>EVA*0.1</a:t>
            </a:r>
            <a:endParaRPr sz="1400">
              <a:latin typeface="宋体"/>
              <a:cs typeface="宋体"/>
            </a:endParaRPr>
          </a:p>
          <a:p>
            <a:pPr marL="12700">
              <a:lnSpc>
                <a:spcPts val="1600"/>
              </a:lnSpc>
            </a:pPr>
            <a:r>
              <a:rPr dirty="0" sz="1400" spc="-5">
                <a:latin typeface="宋体"/>
                <a:cs typeface="宋体"/>
              </a:rPr>
              <a:t>    </a:t>
            </a:r>
            <a:r>
              <a:rPr dirty="0" sz="1400" spc="-5">
                <a:latin typeface="宋体"/>
                <a:cs typeface="宋体"/>
              </a:rPr>
              <a:t>else:</a:t>
            </a:r>
            <a:endParaRPr sz="1400">
              <a:latin typeface="宋体"/>
              <a:cs typeface="宋体"/>
            </a:endParaRPr>
          </a:p>
          <a:p>
            <a:pPr marL="12700" marR="5080">
              <a:lnSpc>
                <a:spcPts val="1600"/>
              </a:lnSpc>
              <a:spcBef>
                <a:spcPts val="80"/>
              </a:spcBef>
            </a:pPr>
            <a:r>
              <a:rPr dirty="0" sz="1400" spc="-5">
                <a:latin typeface="宋体"/>
                <a:cs typeface="宋体"/>
              </a:rPr>
              <a:t>        </a:t>
            </a:r>
            <a:r>
              <a:rPr dirty="0" sz="1400" spc="-5">
                <a:latin typeface="宋体"/>
                <a:cs typeface="宋体"/>
              </a:rPr>
              <a:t>bonus = EVA*0.05  else:</a:t>
            </a:r>
            <a:endParaRPr sz="1400">
              <a:latin typeface="宋体"/>
              <a:cs typeface="宋体"/>
            </a:endParaRPr>
          </a:p>
          <a:p>
            <a:pPr marL="12700">
              <a:lnSpc>
                <a:spcPts val="1560"/>
              </a:lnSpc>
            </a:pPr>
            <a:r>
              <a:rPr dirty="0" sz="1400" spc="-5">
                <a:latin typeface="宋体"/>
                <a:cs typeface="宋体"/>
              </a:rPr>
              <a:t>    </a:t>
            </a:r>
            <a:r>
              <a:rPr dirty="0" sz="1400" spc="-5">
                <a:latin typeface="宋体"/>
                <a:cs typeface="宋体"/>
              </a:rPr>
              <a:t>bonus =</a:t>
            </a:r>
            <a:r>
              <a:rPr dirty="0" sz="1400" spc="-15">
                <a:latin typeface="宋体"/>
                <a:cs typeface="宋体"/>
              </a:rPr>
              <a:t> </a:t>
            </a:r>
            <a:r>
              <a:rPr dirty="0" sz="1400">
                <a:latin typeface="宋体"/>
                <a:cs typeface="宋体"/>
              </a:rPr>
              <a:t>0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29030" y="6225540"/>
            <a:ext cx="1295400" cy="445770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marL="12700" marR="5080">
              <a:lnSpc>
                <a:spcPts val="1590"/>
              </a:lnSpc>
              <a:spcBef>
                <a:spcPts val="229"/>
              </a:spcBef>
            </a:pPr>
            <a:r>
              <a:rPr dirty="0" sz="1400" spc="-5">
                <a:latin typeface="宋体"/>
                <a:cs typeface="宋体"/>
              </a:rPr>
              <a:t>#</a:t>
            </a:r>
            <a:r>
              <a:rPr dirty="0" sz="1400" spc="-80">
                <a:latin typeface="宋体"/>
                <a:cs typeface="宋体"/>
              </a:rPr>
              <a:t> </a:t>
            </a:r>
            <a:r>
              <a:rPr dirty="0" sz="1400">
                <a:latin typeface="宋体"/>
                <a:cs typeface="宋体"/>
              </a:rPr>
              <a:t>打印计算结</a:t>
            </a:r>
            <a:r>
              <a:rPr dirty="0" sz="1400" spc="5">
                <a:latin typeface="宋体"/>
                <a:cs typeface="宋体"/>
              </a:rPr>
              <a:t>果 </a:t>
            </a:r>
            <a:r>
              <a:rPr dirty="0" sz="1400" spc="-5">
                <a:latin typeface="宋体"/>
                <a:cs typeface="宋体"/>
              </a:rPr>
              <a:t>print(bonus)</a:t>
            </a:r>
            <a:r>
              <a:rPr dirty="0" sz="1600" spc="-5">
                <a:latin typeface="宋体"/>
                <a:cs typeface="宋体"/>
              </a:rPr>
              <a:t>  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232904" y="4291584"/>
            <a:ext cx="548640" cy="951230"/>
          </a:xfrm>
          <a:custGeom>
            <a:avLst/>
            <a:gdLst/>
            <a:ahLst/>
            <a:cxnLst/>
            <a:rect l="l" t="t" r="r" b="b"/>
            <a:pathLst>
              <a:path w="548640" h="951229">
                <a:moveTo>
                  <a:pt x="274320" y="950976"/>
                </a:moveTo>
                <a:lnTo>
                  <a:pt x="274320" y="713231"/>
                </a:lnTo>
                <a:lnTo>
                  <a:pt x="0" y="713231"/>
                </a:lnTo>
                <a:lnTo>
                  <a:pt x="0" y="237743"/>
                </a:lnTo>
                <a:lnTo>
                  <a:pt x="274320" y="237743"/>
                </a:lnTo>
                <a:lnTo>
                  <a:pt x="274320" y="0"/>
                </a:lnTo>
                <a:lnTo>
                  <a:pt x="548640" y="475488"/>
                </a:lnTo>
                <a:lnTo>
                  <a:pt x="274320" y="950976"/>
                </a:lnTo>
                <a:close/>
              </a:path>
            </a:pathLst>
          </a:custGeom>
          <a:solidFill>
            <a:srgbClr val="78A77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8104631" y="4137659"/>
            <a:ext cx="3390900" cy="1259205"/>
          </a:xfrm>
          <a:custGeom>
            <a:avLst/>
            <a:gdLst/>
            <a:ahLst/>
            <a:cxnLst/>
            <a:rect l="l" t="t" r="r" b="b"/>
            <a:pathLst>
              <a:path w="3390900" h="1259204">
                <a:moveTo>
                  <a:pt x="3180588" y="1258824"/>
                </a:moveTo>
                <a:lnTo>
                  <a:pt x="210312" y="1258824"/>
                </a:lnTo>
                <a:lnTo>
                  <a:pt x="161966" y="1253426"/>
                </a:lnTo>
                <a:lnTo>
                  <a:pt x="117637" y="1237759"/>
                </a:lnTo>
                <a:lnTo>
                  <a:pt x="78577" y="1213097"/>
                </a:lnTo>
                <a:lnTo>
                  <a:pt x="46033" y="1180717"/>
                </a:lnTo>
                <a:lnTo>
                  <a:pt x="21256" y="1141896"/>
                </a:lnTo>
                <a:lnTo>
                  <a:pt x="5495" y="1097910"/>
                </a:lnTo>
                <a:lnTo>
                  <a:pt x="0" y="1050036"/>
                </a:lnTo>
                <a:lnTo>
                  <a:pt x="0" y="210312"/>
                </a:lnTo>
                <a:lnTo>
                  <a:pt x="5495" y="162246"/>
                </a:lnTo>
                <a:lnTo>
                  <a:pt x="21256" y="118104"/>
                </a:lnTo>
                <a:lnTo>
                  <a:pt x="46033" y="79136"/>
                </a:lnTo>
                <a:lnTo>
                  <a:pt x="78577" y="46593"/>
                </a:lnTo>
                <a:lnTo>
                  <a:pt x="117637" y="21722"/>
                </a:lnTo>
                <a:lnTo>
                  <a:pt x="161966" y="5774"/>
                </a:lnTo>
                <a:lnTo>
                  <a:pt x="210312" y="0"/>
                </a:lnTo>
                <a:lnTo>
                  <a:pt x="3180588" y="0"/>
                </a:lnTo>
                <a:lnTo>
                  <a:pt x="3228873" y="5774"/>
                </a:lnTo>
                <a:lnTo>
                  <a:pt x="3273161" y="21722"/>
                </a:lnTo>
                <a:lnTo>
                  <a:pt x="3312201" y="46593"/>
                </a:lnTo>
                <a:lnTo>
                  <a:pt x="3344745" y="79136"/>
                </a:lnTo>
                <a:lnTo>
                  <a:pt x="3369542" y="118104"/>
                </a:lnTo>
                <a:lnTo>
                  <a:pt x="3385344" y="162246"/>
                </a:lnTo>
                <a:lnTo>
                  <a:pt x="3390900" y="210312"/>
                </a:lnTo>
                <a:lnTo>
                  <a:pt x="3390900" y="1050036"/>
                </a:lnTo>
                <a:lnTo>
                  <a:pt x="3385344" y="1097910"/>
                </a:lnTo>
                <a:lnTo>
                  <a:pt x="3369542" y="1141896"/>
                </a:lnTo>
                <a:lnTo>
                  <a:pt x="3344745" y="1180717"/>
                </a:lnTo>
                <a:lnTo>
                  <a:pt x="3312201" y="1213097"/>
                </a:lnTo>
                <a:lnTo>
                  <a:pt x="3273161" y="1237759"/>
                </a:lnTo>
                <a:lnTo>
                  <a:pt x="3228873" y="1253426"/>
                </a:lnTo>
                <a:lnTo>
                  <a:pt x="3180588" y="12588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8923363" y="4661331"/>
            <a:ext cx="175260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宋体"/>
                <a:cs typeface="宋体"/>
              </a:rPr>
              <a:t>输出结果</a:t>
            </a:r>
            <a:r>
              <a:rPr dirty="0" sz="1600" spc="-5">
                <a:latin typeface="宋体"/>
                <a:cs typeface="宋体"/>
              </a:rPr>
              <a:t>：60000.0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96468" y="1243583"/>
            <a:ext cx="10799445" cy="1728470"/>
          </a:xfrm>
          <a:custGeom>
            <a:avLst/>
            <a:gdLst/>
            <a:ahLst/>
            <a:cxnLst/>
            <a:rect l="l" t="t" r="r" b="b"/>
            <a:pathLst>
              <a:path w="10799445" h="1728470">
                <a:moveTo>
                  <a:pt x="10511028" y="1728215"/>
                </a:moveTo>
                <a:lnTo>
                  <a:pt x="288035" y="1728215"/>
                </a:lnTo>
                <a:lnTo>
                  <a:pt x="241174" y="1724491"/>
                </a:lnTo>
                <a:lnTo>
                  <a:pt x="196744" y="1713612"/>
                </a:lnTo>
                <a:lnTo>
                  <a:pt x="155340" y="1696172"/>
                </a:lnTo>
                <a:lnTo>
                  <a:pt x="117553" y="1672764"/>
                </a:lnTo>
                <a:lnTo>
                  <a:pt x="83977" y="1643981"/>
                </a:lnTo>
                <a:lnTo>
                  <a:pt x="55204" y="1610415"/>
                </a:lnTo>
                <a:lnTo>
                  <a:pt x="31827" y="1572659"/>
                </a:lnTo>
                <a:lnTo>
                  <a:pt x="14438" y="1531306"/>
                </a:lnTo>
                <a:lnTo>
                  <a:pt x="3632" y="1486949"/>
                </a:lnTo>
                <a:lnTo>
                  <a:pt x="0" y="1440179"/>
                </a:lnTo>
                <a:lnTo>
                  <a:pt x="0" y="288035"/>
                </a:lnTo>
                <a:lnTo>
                  <a:pt x="3632" y="241414"/>
                </a:lnTo>
                <a:lnTo>
                  <a:pt x="14438" y="197171"/>
                </a:lnTo>
                <a:lnTo>
                  <a:pt x="31827" y="155900"/>
                </a:lnTo>
                <a:lnTo>
                  <a:pt x="55204" y="118193"/>
                </a:lnTo>
                <a:lnTo>
                  <a:pt x="83977" y="84643"/>
                </a:lnTo>
                <a:lnTo>
                  <a:pt x="117553" y="55844"/>
                </a:lnTo>
                <a:lnTo>
                  <a:pt x="155340" y="32387"/>
                </a:lnTo>
                <a:lnTo>
                  <a:pt x="196744" y="14865"/>
                </a:lnTo>
                <a:lnTo>
                  <a:pt x="241174" y="3872"/>
                </a:lnTo>
                <a:lnTo>
                  <a:pt x="288035" y="0"/>
                </a:lnTo>
                <a:lnTo>
                  <a:pt x="10511028" y="0"/>
                </a:lnTo>
                <a:lnTo>
                  <a:pt x="10557889" y="3872"/>
                </a:lnTo>
                <a:lnTo>
                  <a:pt x="10602319" y="14865"/>
                </a:lnTo>
                <a:lnTo>
                  <a:pt x="10643723" y="32387"/>
                </a:lnTo>
                <a:lnTo>
                  <a:pt x="10681510" y="55844"/>
                </a:lnTo>
                <a:lnTo>
                  <a:pt x="10715086" y="84643"/>
                </a:lnTo>
                <a:lnTo>
                  <a:pt x="10743859" y="118193"/>
                </a:lnTo>
                <a:lnTo>
                  <a:pt x="10767236" y="155900"/>
                </a:lnTo>
                <a:lnTo>
                  <a:pt x="10784625" y="197171"/>
                </a:lnTo>
                <a:lnTo>
                  <a:pt x="10795431" y="241414"/>
                </a:lnTo>
                <a:lnTo>
                  <a:pt x="10799064" y="288035"/>
                </a:lnTo>
                <a:lnTo>
                  <a:pt x="10799064" y="1440179"/>
                </a:lnTo>
                <a:lnTo>
                  <a:pt x="10795431" y="1486949"/>
                </a:lnTo>
                <a:lnTo>
                  <a:pt x="10784625" y="1531306"/>
                </a:lnTo>
                <a:lnTo>
                  <a:pt x="10767236" y="1572659"/>
                </a:lnTo>
                <a:lnTo>
                  <a:pt x="10743859" y="1610415"/>
                </a:lnTo>
                <a:lnTo>
                  <a:pt x="10715086" y="1643981"/>
                </a:lnTo>
                <a:lnTo>
                  <a:pt x="10681510" y="1672764"/>
                </a:lnTo>
                <a:lnTo>
                  <a:pt x="10643723" y="1696172"/>
                </a:lnTo>
                <a:lnTo>
                  <a:pt x="10602319" y="1713612"/>
                </a:lnTo>
                <a:lnTo>
                  <a:pt x="10557889" y="1724491"/>
                </a:lnTo>
                <a:lnTo>
                  <a:pt x="10511028" y="1728215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928369" y="1365567"/>
            <a:ext cx="9473565" cy="1488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2542540">
              <a:lnSpc>
                <a:spcPct val="15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宋体"/>
                <a:cs typeface="宋体"/>
              </a:rPr>
              <a:t>说明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：公司绩效评价指标包括销售增长率和经济增加值，绩效考核标准如下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：   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1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、若本年销售增长率大于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25%，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则准予发放奖金，否则，本年无奖金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1600">
              <a:latin typeface="宋体"/>
              <a:cs typeface="宋体"/>
            </a:endParaRPr>
          </a:p>
          <a:p>
            <a:pPr marL="12700" marR="5080">
              <a:lnSpc>
                <a:spcPct val="150000"/>
              </a:lnSpc>
            </a:pP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2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、若本年经济增加值大于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150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万元，则本年奖金为经济增加值的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10%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，否则，奖金为本年经济增加值的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5%。 </a:t>
            </a:r>
            <a:r>
              <a:rPr dirty="0" sz="1600" b="1">
                <a:solidFill>
                  <a:srgbClr val="FFFFFF"/>
                </a:solidFill>
                <a:latin typeface="宋体"/>
                <a:cs typeface="宋体"/>
              </a:rPr>
              <a:t>要求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：本年销售增长率为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28%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、经济增加值为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120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万元，使用条件语句计算本年奖金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16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2"/>
            <a:ext cx="203200" cy="609600"/>
          </a:xfrm>
          <a:custGeom>
            <a:avLst/>
            <a:gdLst/>
            <a:ahLst/>
            <a:cxnLst/>
            <a:rect l="l" t="t" r="r" b="b"/>
            <a:pathLst>
              <a:path w="203200" h="609600">
                <a:moveTo>
                  <a:pt x="0" y="0"/>
                </a:moveTo>
                <a:lnTo>
                  <a:pt x="202692" y="0"/>
                </a:lnTo>
                <a:lnTo>
                  <a:pt x="202692" y="609599"/>
                </a:lnTo>
                <a:lnTo>
                  <a:pt x="0" y="609599"/>
                </a:lnTo>
                <a:lnTo>
                  <a:pt x="0" y="0"/>
                </a:lnTo>
                <a:close/>
              </a:path>
            </a:pathLst>
          </a:custGeom>
          <a:solidFill>
            <a:srgbClr val="20565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1940" y="217411"/>
            <a:ext cx="124841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课堂小</a:t>
            </a:r>
            <a:r>
              <a:rPr dirty="0" sz="2400" spc="-10" b="1">
                <a:solidFill>
                  <a:srgbClr val="2E5B50"/>
                </a:solidFill>
                <a:latin typeface="宋体"/>
                <a:cs typeface="宋体"/>
              </a:rPr>
              <a:t>结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96468" y="1918716"/>
            <a:ext cx="10799445" cy="3251200"/>
          </a:xfrm>
          <a:custGeom>
            <a:avLst/>
            <a:gdLst/>
            <a:ahLst/>
            <a:cxnLst/>
            <a:rect l="l" t="t" r="r" b="b"/>
            <a:pathLst>
              <a:path w="10799445" h="3251200">
                <a:moveTo>
                  <a:pt x="10258043" y="3250691"/>
                </a:moveTo>
                <a:lnTo>
                  <a:pt x="541019" y="3250691"/>
                </a:lnTo>
                <a:lnTo>
                  <a:pt x="494311" y="3248678"/>
                </a:lnTo>
                <a:lnTo>
                  <a:pt x="448704" y="3242798"/>
                </a:lnTo>
                <a:lnTo>
                  <a:pt x="404360" y="3233212"/>
                </a:lnTo>
                <a:lnTo>
                  <a:pt x="361443" y="3220084"/>
                </a:lnTo>
                <a:lnTo>
                  <a:pt x="320117" y="3203575"/>
                </a:lnTo>
                <a:lnTo>
                  <a:pt x="280545" y="3183846"/>
                </a:lnTo>
                <a:lnTo>
                  <a:pt x="242889" y="3161061"/>
                </a:lnTo>
                <a:lnTo>
                  <a:pt x="207314" y="3135380"/>
                </a:lnTo>
                <a:lnTo>
                  <a:pt x="173983" y="3106967"/>
                </a:lnTo>
                <a:lnTo>
                  <a:pt x="143059" y="3075982"/>
                </a:lnTo>
                <a:lnTo>
                  <a:pt x="114705" y="3042589"/>
                </a:lnTo>
                <a:lnTo>
                  <a:pt x="89084" y="3006948"/>
                </a:lnTo>
                <a:lnTo>
                  <a:pt x="66360" y="2969222"/>
                </a:lnTo>
                <a:lnTo>
                  <a:pt x="46697" y="2929572"/>
                </a:lnTo>
                <a:lnTo>
                  <a:pt x="30257" y="2888162"/>
                </a:lnTo>
                <a:lnTo>
                  <a:pt x="17204" y="2845152"/>
                </a:lnTo>
                <a:lnTo>
                  <a:pt x="7701" y="2800705"/>
                </a:lnTo>
                <a:lnTo>
                  <a:pt x="1912" y="2754983"/>
                </a:lnTo>
                <a:lnTo>
                  <a:pt x="0" y="2708147"/>
                </a:lnTo>
                <a:lnTo>
                  <a:pt x="0" y="541019"/>
                </a:lnTo>
                <a:lnTo>
                  <a:pt x="1912" y="494365"/>
                </a:lnTo>
                <a:lnTo>
                  <a:pt x="7701" y="448804"/>
                </a:lnTo>
                <a:lnTo>
                  <a:pt x="17204" y="404502"/>
                </a:lnTo>
                <a:lnTo>
                  <a:pt x="30257" y="361621"/>
                </a:lnTo>
                <a:lnTo>
                  <a:pt x="46697" y="320324"/>
                </a:lnTo>
                <a:lnTo>
                  <a:pt x="66360" y="280775"/>
                </a:lnTo>
                <a:lnTo>
                  <a:pt x="89084" y="243138"/>
                </a:lnTo>
                <a:lnTo>
                  <a:pt x="114705" y="207574"/>
                </a:lnTo>
                <a:lnTo>
                  <a:pt x="143059" y="174249"/>
                </a:lnTo>
                <a:lnTo>
                  <a:pt x="173983" y="143325"/>
                </a:lnTo>
                <a:lnTo>
                  <a:pt x="207314" y="114965"/>
                </a:lnTo>
                <a:lnTo>
                  <a:pt x="242889" y="89332"/>
                </a:lnTo>
                <a:lnTo>
                  <a:pt x="280545" y="66591"/>
                </a:lnTo>
                <a:lnTo>
                  <a:pt x="320117" y="46904"/>
                </a:lnTo>
                <a:lnTo>
                  <a:pt x="361443" y="30435"/>
                </a:lnTo>
                <a:lnTo>
                  <a:pt x="404360" y="17346"/>
                </a:lnTo>
                <a:lnTo>
                  <a:pt x="448704" y="7802"/>
                </a:lnTo>
                <a:lnTo>
                  <a:pt x="494311" y="1965"/>
                </a:lnTo>
                <a:lnTo>
                  <a:pt x="541019" y="0"/>
                </a:lnTo>
                <a:lnTo>
                  <a:pt x="10258043" y="0"/>
                </a:lnTo>
                <a:lnTo>
                  <a:pt x="10304752" y="1965"/>
                </a:lnTo>
                <a:lnTo>
                  <a:pt x="10350359" y="7802"/>
                </a:lnTo>
                <a:lnTo>
                  <a:pt x="10394703" y="17346"/>
                </a:lnTo>
                <a:lnTo>
                  <a:pt x="10437620" y="30435"/>
                </a:lnTo>
                <a:lnTo>
                  <a:pt x="10478946" y="46904"/>
                </a:lnTo>
                <a:lnTo>
                  <a:pt x="10518518" y="66591"/>
                </a:lnTo>
                <a:lnTo>
                  <a:pt x="10556174" y="89332"/>
                </a:lnTo>
                <a:lnTo>
                  <a:pt x="10591749" y="114965"/>
                </a:lnTo>
                <a:lnTo>
                  <a:pt x="10625080" y="143325"/>
                </a:lnTo>
                <a:lnTo>
                  <a:pt x="10656004" y="174249"/>
                </a:lnTo>
                <a:lnTo>
                  <a:pt x="10684358" y="207574"/>
                </a:lnTo>
                <a:lnTo>
                  <a:pt x="10709979" y="243138"/>
                </a:lnTo>
                <a:lnTo>
                  <a:pt x="10732703" y="280775"/>
                </a:lnTo>
                <a:lnTo>
                  <a:pt x="10752366" y="320324"/>
                </a:lnTo>
                <a:lnTo>
                  <a:pt x="10768806" y="361621"/>
                </a:lnTo>
                <a:lnTo>
                  <a:pt x="10781859" y="404502"/>
                </a:lnTo>
                <a:lnTo>
                  <a:pt x="10791362" y="448804"/>
                </a:lnTo>
                <a:lnTo>
                  <a:pt x="10797151" y="494365"/>
                </a:lnTo>
                <a:lnTo>
                  <a:pt x="10799064" y="541019"/>
                </a:lnTo>
                <a:lnTo>
                  <a:pt x="10799064" y="2708147"/>
                </a:lnTo>
                <a:lnTo>
                  <a:pt x="10797151" y="2754983"/>
                </a:lnTo>
                <a:lnTo>
                  <a:pt x="10791362" y="2800705"/>
                </a:lnTo>
                <a:lnTo>
                  <a:pt x="10781859" y="2845152"/>
                </a:lnTo>
                <a:lnTo>
                  <a:pt x="10768806" y="2888162"/>
                </a:lnTo>
                <a:lnTo>
                  <a:pt x="10752366" y="2929572"/>
                </a:lnTo>
                <a:lnTo>
                  <a:pt x="10732703" y="2969222"/>
                </a:lnTo>
                <a:lnTo>
                  <a:pt x="10709979" y="3006948"/>
                </a:lnTo>
                <a:lnTo>
                  <a:pt x="10684358" y="3042589"/>
                </a:lnTo>
                <a:lnTo>
                  <a:pt x="10656004" y="3075982"/>
                </a:lnTo>
                <a:lnTo>
                  <a:pt x="10625080" y="3106967"/>
                </a:lnTo>
                <a:lnTo>
                  <a:pt x="10591749" y="3135380"/>
                </a:lnTo>
                <a:lnTo>
                  <a:pt x="10556174" y="3161061"/>
                </a:lnTo>
                <a:lnTo>
                  <a:pt x="10518518" y="3183846"/>
                </a:lnTo>
                <a:lnTo>
                  <a:pt x="10478946" y="3203575"/>
                </a:lnTo>
                <a:lnTo>
                  <a:pt x="10437620" y="3220084"/>
                </a:lnTo>
                <a:lnTo>
                  <a:pt x="10394703" y="3233212"/>
                </a:lnTo>
                <a:lnTo>
                  <a:pt x="10350359" y="3242798"/>
                </a:lnTo>
                <a:lnTo>
                  <a:pt x="10304752" y="3248678"/>
                </a:lnTo>
                <a:lnTo>
                  <a:pt x="10258043" y="325069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89609" y="1912213"/>
            <a:ext cx="10812780" cy="3251200"/>
          </a:xfrm>
          <a:custGeom>
            <a:avLst/>
            <a:gdLst/>
            <a:ahLst/>
            <a:cxnLst/>
            <a:rect l="l" t="t" r="r" b="b"/>
            <a:pathLst>
              <a:path w="10812780" h="3251200">
                <a:moveTo>
                  <a:pt x="10388422" y="12700"/>
                </a:moveTo>
                <a:lnTo>
                  <a:pt x="424357" y="12700"/>
                </a:lnTo>
                <a:lnTo>
                  <a:pt x="437680" y="0"/>
                </a:lnTo>
                <a:lnTo>
                  <a:pt x="10375099" y="0"/>
                </a:lnTo>
                <a:lnTo>
                  <a:pt x="10388422" y="12700"/>
                </a:lnTo>
                <a:close/>
              </a:path>
              <a:path w="10812780" h="3251200">
                <a:moveTo>
                  <a:pt x="427139" y="25400"/>
                </a:moveTo>
                <a:lnTo>
                  <a:pt x="372338" y="25400"/>
                </a:lnTo>
                <a:lnTo>
                  <a:pt x="385140" y="12700"/>
                </a:lnTo>
                <a:lnTo>
                  <a:pt x="440296" y="12700"/>
                </a:lnTo>
                <a:lnTo>
                  <a:pt x="427139" y="25400"/>
                </a:lnTo>
                <a:close/>
              </a:path>
              <a:path w="10812780" h="3251200">
                <a:moveTo>
                  <a:pt x="10440441" y="25400"/>
                </a:moveTo>
                <a:lnTo>
                  <a:pt x="10385640" y="25400"/>
                </a:lnTo>
                <a:lnTo>
                  <a:pt x="10372471" y="12700"/>
                </a:lnTo>
                <a:lnTo>
                  <a:pt x="10427639" y="12700"/>
                </a:lnTo>
                <a:lnTo>
                  <a:pt x="10440441" y="25400"/>
                </a:lnTo>
                <a:close/>
              </a:path>
              <a:path w="10812780" h="3251200">
                <a:moveTo>
                  <a:pt x="376339" y="38100"/>
                </a:moveTo>
                <a:lnTo>
                  <a:pt x="334772" y="38100"/>
                </a:lnTo>
                <a:lnTo>
                  <a:pt x="347154" y="25400"/>
                </a:lnTo>
                <a:lnTo>
                  <a:pt x="388988" y="25400"/>
                </a:lnTo>
                <a:lnTo>
                  <a:pt x="376339" y="38100"/>
                </a:lnTo>
                <a:close/>
              </a:path>
              <a:path w="10812780" h="3251200">
                <a:moveTo>
                  <a:pt x="10477995" y="38100"/>
                </a:moveTo>
                <a:lnTo>
                  <a:pt x="10436440" y="38100"/>
                </a:lnTo>
                <a:lnTo>
                  <a:pt x="10423791" y="25400"/>
                </a:lnTo>
                <a:lnTo>
                  <a:pt x="10465625" y="25400"/>
                </a:lnTo>
                <a:lnTo>
                  <a:pt x="10477995" y="38100"/>
                </a:lnTo>
                <a:close/>
              </a:path>
              <a:path w="10812780" h="3251200">
                <a:moveTo>
                  <a:pt x="339648" y="50800"/>
                </a:moveTo>
                <a:lnTo>
                  <a:pt x="310489" y="50800"/>
                </a:lnTo>
                <a:lnTo>
                  <a:pt x="322554" y="38100"/>
                </a:lnTo>
                <a:lnTo>
                  <a:pt x="351878" y="38100"/>
                </a:lnTo>
                <a:lnTo>
                  <a:pt x="339648" y="50800"/>
                </a:lnTo>
                <a:close/>
              </a:path>
              <a:path w="10812780" h="3251200">
                <a:moveTo>
                  <a:pt x="10502277" y="50800"/>
                </a:moveTo>
                <a:lnTo>
                  <a:pt x="10473131" y="50800"/>
                </a:lnTo>
                <a:lnTo>
                  <a:pt x="10460901" y="38100"/>
                </a:lnTo>
                <a:lnTo>
                  <a:pt x="10490225" y="38100"/>
                </a:lnTo>
                <a:lnTo>
                  <a:pt x="10502277" y="50800"/>
                </a:lnTo>
                <a:close/>
              </a:path>
              <a:path w="10812780" h="3251200">
                <a:moveTo>
                  <a:pt x="315937" y="63500"/>
                </a:moveTo>
                <a:lnTo>
                  <a:pt x="286854" y="63500"/>
                </a:lnTo>
                <a:lnTo>
                  <a:pt x="298589" y="50800"/>
                </a:lnTo>
                <a:lnTo>
                  <a:pt x="327863" y="50800"/>
                </a:lnTo>
                <a:lnTo>
                  <a:pt x="315937" y="63500"/>
                </a:lnTo>
                <a:close/>
              </a:path>
              <a:path w="10812780" h="3251200">
                <a:moveTo>
                  <a:pt x="10525925" y="63500"/>
                </a:moveTo>
                <a:lnTo>
                  <a:pt x="10496842" y="63500"/>
                </a:lnTo>
                <a:lnTo>
                  <a:pt x="10484916" y="50800"/>
                </a:lnTo>
                <a:lnTo>
                  <a:pt x="10514190" y="50800"/>
                </a:lnTo>
                <a:lnTo>
                  <a:pt x="10525925" y="63500"/>
                </a:lnTo>
                <a:close/>
              </a:path>
              <a:path w="10812780" h="3251200">
                <a:moveTo>
                  <a:pt x="292849" y="76200"/>
                </a:moveTo>
                <a:lnTo>
                  <a:pt x="263906" y="76200"/>
                </a:lnTo>
                <a:lnTo>
                  <a:pt x="275297" y="63500"/>
                </a:lnTo>
                <a:lnTo>
                  <a:pt x="304457" y="63500"/>
                </a:lnTo>
                <a:lnTo>
                  <a:pt x="292849" y="76200"/>
                </a:lnTo>
                <a:close/>
              </a:path>
              <a:path w="10812780" h="3251200">
                <a:moveTo>
                  <a:pt x="10548874" y="76200"/>
                </a:moveTo>
                <a:lnTo>
                  <a:pt x="10519930" y="76200"/>
                </a:lnTo>
                <a:lnTo>
                  <a:pt x="10508322" y="63500"/>
                </a:lnTo>
                <a:lnTo>
                  <a:pt x="10537482" y="63500"/>
                </a:lnTo>
                <a:lnTo>
                  <a:pt x="10548874" y="76200"/>
                </a:lnTo>
                <a:close/>
              </a:path>
              <a:path w="10812780" h="3251200">
                <a:moveTo>
                  <a:pt x="270433" y="88900"/>
                </a:moveTo>
                <a:lnTo>
                  <a:pt x="241668" y="88900"/>
                </a:lnTo>
                <a:lnTo>
                  <a:pt x="252691" y="76200"/>
                </a:lnTo>
                <a:lnTo>
                  <a:pt x="281698" y="76200"/>
                </a:lnTo>
                <a:lnTo>
                  <a:pt x="270433" y="88900"/>
                </a:lnTo>
                <a:close/>
              </a:path>
              <a:path w="10812780" h="3251200">
                <a:moveTo>
                  <a:pt x="10571111" y="88900"/>
                </a:moveTo>
                <a:lnTo>
                  <a:pt x="10542346" y="88900"/>
                </a:lnTo>
                <a:lnTo>
                  <a:pt x="10531081" y="76200"/>
                </a:lnTo>
                <a:lnTo>
                  <a:pt x="10560088" y="76200"/>
                </a:lnTo>
                <a:lnTo>
                  <a:pt x="10571111" y="88900"/>
                </a:lnTo>
                <a:close/>
              </a:path>
              <a:path w="10812780" h="3251200">
                <a:moveTo>
                  <a:pt x="227723" y="114300"/>
                </a:moveTo>
                <a:lnTo>
                  <a:pt x="209727" y="114300"/>
                </a:lnTo>
                <a:lnTo>
                  <a:pt x="220179" y="101600"/>
                </a:lnTo>
                <a:lnTo>
                  <a:pt x="230822" y="88900"/>
                </a:lnTo>
                <a:lnTo>
                  <a:pt x="259613" y="88900"/>
                </a:lnTo>
                <a:lnTo>
                  <a:pt x="248716" y="101600"/>
                </a:lnTo>
                <a:lnTo>
                  <a:pt x="238252" y="101600"/>
                </a:lnTo>
                <a:lnTo>
                  <a:pt x="227723" y="114300"/>
                </a:lnTo>
                <a:close/>
              </a:path>
              <a:path w="10812780" h="3251200">
                <a:moveTo>
                  <a:pt x="10603052" y="114300"/>
                </a:moveTo>
                <a:lnTo>
                  <a:pt x="10585056" y="114300"/>
                </a:lnTo>
                <a:lnTo>
                  <a:pt x="10574528" y="101600"/>
                </a:lnTo>
                <a:lnTo>
                  <a:pt x="10564063" y="101600"/>
                </a:lnTo>
                <a:lnTo>
                  <a:pt x="10553166" y="88900"/>
                </a:lnTo>
                <a:lnTo>
                  <a:pt x="10581957" y="88900"/>
                </a:lnTo>
                <a:lnTo>
                  <a:pt x="10592600" y="101600"/>
                </a:lnTo>
                <a:lnTo>
                  <a:pt x="10603052" y="114300"/>
                </a:lnTo>
                <a:close/>
              </a:path>
              <a:path w="10812780" h="3251200">
                <a:moveTo>
                  <a:pt x="197675" y="139700"/>
                </a:moveTo>
                <a:lnTo>
                  <a:pt x="179578" y="139700"/>
                </a:lnTo>
                <a:lnTo>
                  <a:pt x="189420" y="127000"/>
                </a:lnTo>
                <a:lnTo>
                  <a:pt x="199466" y="114300"/>
                </a:lnTo>
                <a:lnTo>
                  <a:pt x="217627" y="114300"/>
                </a:lnTo>
                <a:lnTo>
                  <a:pt x="207492" y="127000"/>
                </a:lnTo>
                <a:lnTo>
                  <a:pt x="197675" y="139700"/>
                </a:lnTo>
                <a:close/>
              </a:path>
              <a:path w="10812780" h="3251200">
                <a:moveTo>
                  <a:pt x="10633202" y="139700"/>
                </a:moveTo>
                <a:lnTo>
                  <a:pt x="10615104" y="139700"/>
                </a:lnTo>
                <a:lnTo>
                  <a:pt x="10605173" y="127000"/>
                </a:lnTo>
                <a:lnTo>
                  <a:pt x="10595152" y="114300"/>
                </a:lnTo>
                <a:lnTo>
                  <a:pt x="10613313" y="114300"/>
                </a:lnTo>
                <a:lnTo>
                  <a:pt x="10623359" y="127000"/>
                </a:lnTo>
                <a:lnTo>
                  <a:pt x="10633202" y="139700"/>
                </a:lnTo>
                <a:close/>
              </a:path>
              <a:path w="10812780" h="3251200">
                <a:moveTo>
                  <a:pt x="160502" y="177800"/>
                </a:moveTo>
                <a:lnTo>
                  <a:pt x="142392" y="177800"/>
                </a:lnTo>
                <a:lnTo>
                  <a:pt x="151358" y="165100"/>
                </a:lnTo>
                <a:lnTo>
                  <a:pt x="160540" y="152400"/>
                </a:lnTo>
                <a:lnTo>
                  <a:pt x="169951" y="139700"/>
                </a:lnTo>
                <a:lnTo>
                  <a:pt x="188175" y="139700"/>
                </a:lnTo>
                <a:lnTo>
                  <a:pt x="178663" y="152400"/>
                </a:lnTo>
                <a:lnTo>
                  <a:pt x="169468" y="165100"/>
                </a:lnTo>
                <a:lnTo>
                  <a:pt x="160502" y="177800"/>
                </a:lnTo>
                <a:close/>
              </a:path>
              <a:path w="10812780" h="3251200">
                <a:moveTo>
                  <a:pt x="10670374" y="177800"/>
                </a:moveTo>
                <a:lnTo>
                  <a:pt x="10652277" y="177800"/>
                </a:lnTo>
                <a:lnTo>
                  <a:pt x="10643196" y="165100"/>
                </a:lnTo>
                <a:lnTo>
                  <a:pt x="10634002" y="152400"/>
                </a:lnTo>
                <a:lnTo>
                  <a:pt x="10624604" y="139700"/>
                </a:lnTo>
                <a:lnTo>
                  <a:pt x="10642828" y="139700"/>
                </a:lnTo>
                <a:lnTo>
                  <a:pt x="10652226" y="152400"/>
                </a:lnTo>
                <a:lnTo>
                  <a:pt x="10661421" y="165100"/>
                </a:lnTo>
                <a:lnTo>
                  <a:pt x="10670374" y="177800"/>
                </a:lnTo>
                <a:close/>
              </a:path>
              <a:path w="10812780" h="3251200">
                <a:moveTo>
                  <a:pt x="104101" y="241300"/>
                </a:moveTo>
                <a:lnTo>
                  <a:pt x="93611" y="241300"/>
                </a:lnTo>
                <a:lnTo>
                  <a:pt x="101130" y="228600"/>
                </a:lnTo>
                <a:lnTo>
                  <a:pt x="108902" y="215900"/>
                </a:lnTo>
                <a:lnTo>
                  <a:pt x="116916" y="203200"/>
                </a:lnTo>
                <a:lnTo>
                  <a:pt x="125171" y="190500"/>
                </a:lnTo>
                <a:lnTo>
                  <a:pt x="133667" y="177800"/>
                </a:lnTo>
                <a:lnTo>
                  <a:pt x="151841" y="177800"/>
                </a:lnTo>
                <a:lnTo>
                  <a:pt x="143217" y="190500"/>
                </a:lnTo>
                <a:lnTo>
                  <a:pt x="134912" y="203200"/>
                </a:lnTo>
                <a:lnTo>
                  <a:pt x="126847" y="215900"/>
                </a:lnTo>
                <a:lnTo>
                  <a:pt x="119113" y="215900"/>
                </a:lnTo>
                <a:lnTo>
                  <a:pt x="111442" y="228600"/>
                </a:lnTo>
                <a:lnTo>
                  <a:pt x="104101" y="241300"/>
                </a:lnTo>
                <a:close/>
              </a:path>
              <a:path w="10812780" h="3251200">
                <a:moveTo>
                  <a:pt x="10719155" y="241300"/>
                </a:moveTo>
                <a:lnTo>
                  <a:pt x="10708678" y="241300"/>
                </a:lnTo>
                <a:lnTo>
                  <a:pt x="10701248" y="228600"/>
                </a:lnTo>
                <a:lnTo>
                  <a:pt x="10693666" y="215900"/>
                </a:lnTo>
                <a:lnTo>
                  <a:pt x="10685932" y="215900"/>
                </a:lnTo>
                <a:lnTo>
                  <a:pt x="10677766" y="203200"/>
                </a:lnTo>
                <a:lnTo>
                  <a:pt x="10669460" y="190500"/>
                </a:lnTo>
                <a:lnTo>
                  <a:pt x="10660938" y="177800"/>
                </a:lnTo>
                <a:lnTo>
                  <a:pt x="10679112" y="177800"/>
                </a:lnTo>
                <a:lnTo>
                  <a:pt x="10687608" y="190500"/>
                </a:lnTo>
                <a:lnTo>
                  <a:pt x="10695863" y="203200"/>
                </a:lnTo>
                <a:lnTo>
                  <a:pt x="10703877" y="215900"/>
                </a:lnTo>
                <a:lnTo>
                  <a:pt x="10711649" y="228600"/>
                </a:lnTo>
                <a:lnTo>
                  <a:pt x="10719155" y="241300"/>
                </a:lnTo>
                <a:close/>
              </a:path>
              <a:path w="10812780" h="3251200">
                <a:moveTo>
                  <a:pt x="104178" y="3009900"/>
                </a:moveTo>
                <a:lnTo>
                  <a:pt x="86360" y="3009900"/>
                </a:lnTo>
                <a:lnTo>
                  <a:pt x="79362" y="2997200"/>
                </a:lnTo>
                <a:lnTo>
                  <a:pt x="59969" y="2959100"/>
                </a:lnTo>
                <a:lnTo>
                  <a:pt x="43078" y="2921000"/>
                </a:lnTo>
                <a:lnTo>
                  <a:pt x="28803" y="2882900"/>
                </a:lnTo>
                <a:lnTo>
                  <a:pt x="17259" y="2844800"/>
                </a:lnTo>
                <a:lnTo>
                  <a:pt x="8559" y="2806700"/>
                </a:lnTo>
                <a:lnTo>
                  <a:pt x="2832" y="2768600"/>
                </a:lnTo>
                <a:lnTo>
                  <a:pt x="177" y="2717800"/>
                </a:lnTo>
                <a:lnTo>
                  <a:pt x="0" y="2705100"/>
                </a:lnTo>
                <a:lnTo>
                  <a:pt x="0" y="546100"/>
                </a:lnTo>
                <a:lnTo>
                  <a:pt x="711" y="508000"/>
                </a:lnTo>
                <a:lnTo>
                  <a:pt x="4406" y="469900"/>
                </a:lnTo>
                <a:lnTo>
                  <a:pt x="11137" y="431800"/>
                </a:lnTo>
                <a:lnTo>
                  <a:pt x="20789" y="393700"/>
                </a:lnTo>
                <a:lnTo>
                  <a:pt x="33261" y="355600"/>
                </a:lnTo>
                <a:lnTo>
                  <a:pt x="48425" y="317500"/>
                </a:lnTo>
                <a:lnTo>
                  <a:pt x="66167" y="279400"/>
                </a:lnTo>
                <a:lnTo>
                  <a:pt x="86360" y="241300"/>
                </a:lnTo>
                <a:lnTo>
                  <a:pt x="104178" y="241300"/>
                </a:lnTo>
                <a:lnTo>
                  <a:pt x="97002" y="254000"/>
                </a:lnTo>
                <a:lnTo>
                  <a:pt x="90170" y="266700"/>
                </a:lnTo>
                <a:lnTo>
                  <a:pt x="83591" y="279400"/>
                </a:lnTo>
                <a:lnTo>
                  <a:pt x="77279" y="292100"/>
                </a:lnTo>
                <a:lnTo>
                  <a:pt x="71310" y="292100"/>
                </a:lnTo>
                <a:lnTo>
                  <a:pt x="65468" y="304800"/>
                </a:lnTo>
                <a:lnTo>
                  <a:pt x="59969" y="317500"/>
                </a:lnTo>
                <a:lnTo>
                  <a:pt x="54749" y="330200"/>
                </a:lnTo>
                <a:lnTo>
                  <a:pt x="49809" y="342900"/>
                </a:lnTo>
                <a:lnTo>
                  <a:pt x="45161" y="355600"/>
                </a:lnTo>
                <a:lnTo>
                  <a:pt x="40805" y="368300"/>
                </a:lnTo>
                <a:lnTo>
                  <a:pt x="36753" y="381000"/>
                </a:lnTo>
                <a:lnTo>
                  <a:pt x="32994" y="393700"/>
                </a:lnTo>
                <a:lnTo>
                  <a:pt x="29540" y="406400"/>
                </a:lnTo>
                <a:lnTo>
                  <a:pt x="26390" y="419100"/>
                </a:lnTo>
                <a:lnTo>
                  <a:pt x="23558" y="431800"/>
                </a:lnTo>
                <a:lnTo>
                  <a:pt x="21043" y="444500"/>
                </a:lnTo>
                <a:lnTo>
                  <a:pt x="18859" y="457200"/>
                </a:lnTo>
                <a:lnTo>
                  <a:pt x="16992" y="469900"/>
                </a:lnTo>
                <a:lnTo>
                  <a:pt x="15455" y="482600"/>
                </a:lnTo>
                <a:lnTo>
                  <a:pt x="14249" y="495300"/>
                </a:lnTo>
                <a:lnTo>
                  <a:pt x="13398" y="508000"/>
                </a:lnTo>
                <a:lnTo>
                  <a:pt x="12877" y="533400"/>
                </a:lnTo>
                <a:lnTo>
                  <a:pt x="12700" y="546100"/>
                </a:lnTo>
                <a:lnTo>
                  <a:pt x="12700" y="2705100"/>
                </a:lnTo>
                <a:lnTo>
                  <a:pt x="12877" y="2717800"/>
                </a:lnTo>
                <a:lnTo>
                  <a:pt x="13398" y="2730500"/>
                </a:lnTo>
                <a:lnTo>
                  <a:pt x="14262" y="2755900"/>
                </a:lnTo>
                <a:lnTo>
                  <a:pt x="15468" y="2768600"/>
                </a:lnTo>
                <a:lnTo>
                  <a:pt x="17018" y="2781300"/>
                </a:lnTo>
                <a:lnTo>
                  <a:pt x="18884" y="2794000"/>
                </a:lnTo>
                <a:lnTo>
                  <a:pt x="21082" y="2806700"/>
                </a:lnTo>
                <a:lnTo>
                  <a:pt x="23596" y="2819400"/>
                </a:lnTo>
                <a:lnTo>
                  <a:pt x="26428" y="2832100"/>
                </a:lnTo>
                <a:lnTo>
                  <a:pt x="29578" y="2844800"/>
                </a:lnTo>
                <a:lnTo>
                  <a:pt x="33032" y="2857500"/>
                </a:lnTo>
                <a:lnTo>
                  <a:pt x="36791" y="2870200"/>
                </a:lnTo>
                <a:lnTo>
                  <a:pt x="40855" y="2882900"/>
                </a:lnTo>
                <a:lnTo>
                  <a:pt x="45212" y="2895600"/>
                </a:lnTo>
                <a:lnTo>
                  <a:pt x="49860" y="2908300"/>
                </a:lnTo>
                <a:lnTo>
                  <a:pt x="54800" y="2921000"/>
                </a:lnTo>
                <a:lnTo>
                  <a:pt x="60032" y="2933700"/>
                </a:lnTo>
                <a:lnTo>
                  <a:pt x="65532" y="2946400"/>
                </a:lnTo>
                <a:lnTo>
                  <a:pt x="71234" y="2946400"/>
                </a:lnTo>
                <a:lnTo>
                  <a:pt x="77355" y="2959100"/>
                </a:lnTo>
                <a:lnTo>
                  <a:pt x="83667" y="2971800"/>
                </a:lnTo>
                <a:lnTo>
                  <a:pt x="90258" y="2984500"/>
                </a:lnTo>
                <a:lnTo>
                  <a:pt x="97091" y="2997200"/>
                </a:lnTo>
                <a:lnTo>
                  <a:pt x="104178" y="3009900"/>
                </a:lnTo>
                <a:close/>
              </a:path>
              <a:path w="10812780" h="3251200">
                <a:moveTo>
                  <a:pt x="10726420" y="3009900"/>
                </a:moveTo>
                <a:lnTo>
                  <a:pt x="10708601" y="3009900"/>
                </a:lnTo>
                <a:lnTo>
                  <a:pt x="10715764" y="2997200"/>
                </a:lnTo>
                <a:lnTo>
                  <a:pt x="10722610" y="2984500"/>
                </a:lnTo>
                <a:lnTo>
                  <a:pt x="10729188" y="2971800"/>
                </a:lnTo>
                <a:lnTo>
                  <a:pt x="10735500" y="2959100"/>
                </a:lnTo>
                <a:lnTo>
                  <a:pt x="10741545" y="2946400"/>
                </a:lnTo>
                <a:lnTo>
                  <a:pt x="10747248" y="2946400"/>
                </a:lnTo>
                <a:lnTo>
                  <a:pt x="10752810" y="2933700"/>
                </a:lnTo>
                <a:lnTo>
                  <a:pt x="10758030" y="2921000"/>
                </a:lnTo>
                <a:lnTo>
                  <a:pt x="10762970" y="2908300"/>
                </a:lnTo>
                <a:lnTo>
                  <a:pt x="10767618" y="2895600"/>
                </a:lnTo>
                <a:lnTo>
                  <a:pt x="10771974" y="2882900"/>
                </a:lnTo>
                <a:lnTo>
                  <a:pt x="10776026" y="2870200"/>
                </a:lnTo>
                <a:lnTo>
                  <a:pt x="10779785" y="2857500"/>
                </a:lnTo>
                <a:lnTo>
                  <a:pt x="10783239" y="2844800"/>
                </a:lnTo>
                <a:lnTo>
                  <a:pt x="10786389" y="2832100"/>
                </a:lnTo>
                <a:lnTo>
                  <a:pt x="10789221" y="2819400"/>
                </a:lnTo>
                <a:lnTo>
                  <a:pt x="10791736" y="2806700"/>
                </a:lnTo>
                <a:lnTo>
                  <a:pt x="10793920" y="2794000"/>
                </a:lnTo>
                <a:lnTo>
                  <a:pt x="10795787" y="2781300"/>
                </a:lnTo>
                <a:lnTo>
                  <a:pt x="10797324" y="2768600"/>
                </a:lnTo>
                <a:lnTo>
                  <a:pt x="10798530" y="2755900"/>
                </a:lnTo>
                <a:lnTo>
                  <a:pt x="10799381" y="2730500"/>
                </a:lnTo>
                <a:lnTo>
                  <a:pt x="10799902" y="2717800"/>
                </a:lnTo>
                <a:lnTo>
                  <a:pt x="10800080" y="2705100"/>
                </a:lnTo>
                <a:lnTo>
                  <a:pt x="10800080" y="546100"/>
                </a:lnTo>
                <a:lnTo>
                  <a:pt x="10799902" y="533400"/>
                </a:lnTo>
                <a:lnTo>
                  <a:pt x="10799381" y="508000"/>
                </a:lnTo>
                <a:lnTo>
                  <a:pt x="10798517" y="495300"/>
                </a:lnTo>
                <a:lnTo>
                  <a:pt x="10797311" y="482600"/>
                </a:lnTo>
                <a:lnTo>
                  <a:pt x="10795762" y="469900"/>
                </a:lnTo>
                <a:lnTo>
                  <a:pt x="10793895" y="457200"/>
                </a:lnTo>
                <a:lnTo>
                  <a:pt x="10791698" y="444500"/>
                </a:lnTo>
                <a:lnTo>
                  <a:pt x="10789183" y="431800"/>
                </a:lnTo>
                <a:lnTo>
                  <a:pt x="10786351" y="419100"/>
                </a:lnTo>
                <a:lnTo>
                  <a:pt x="10783201" y="406400"/>
                </a:lnTo>
                <a:lnTo>
                  <a:pt x="10779747" y="393700"/>
                </a:lnTo>
                <a:lnTo>
                  <a:pt x="10775988" y="381000"/>
                </a:lnTo>
                <a:lnTo>
                  <a:pt x="10771924" y="368300"/>
                </a:lnTo>
                <a:lnTo>
                  <a:pt x="10767568" y="355600"/>
                </a:lnTo>
                <a:lnTo>
                  <a:pt x="10762907" y="342900"/>
                </a:lnTo>
                <a:lnTo>
                  <a:pt x="10757979" y="330200"/>
                </a:lnTo>
                <a:lnTo>
                  <a:pt x="10752747" y="317500"/>
                </a:lnTo>
                <a:lnTo>
                  <a:pt x="10747248" y="304800"/>
                </a:lnTo>
                <a:lnTo>
                  <a:pt x="10741469" y="292100"/>
                </a:lnTo>
                <a:lnTo>
                  <a:pt x="10735500" y="292100"/>
                </a:lnTo>
                <a:lnTo>
                  <a:pt x="10729099" y="279400"/>
                </a:lnTo>
                <a:lnTo>
                  <a:pt x="10722521" y="266700"/>
                </a:lnTo>
                <a:lnTo>
                  <a:pt x="10715688" y="254000"/>
                </a:lnTo>
                <a:lnTo>
                  <a:pt x="10708601" y="241300"/>
                </a:lnTo>
                <a:lnTo>
                  <a:pt x="10726420" y="241300"/>
                </a:lnTo>
                <a:lnTo>
                  <a:pt x="10733417" y="254000"/>
                </a:lnTo>
                <a:lnTo>
                  <a:pt x="10752810" y="292100"/>
                </a:lnTo>
                <a:lnTo>
                  <a:pt x="10769701" y="330200"/>
                </a:lnTo>
                <a:lnTo>
                  <a:pt x="10783976" y="368300"/>
                </a:lnTo>
                <a:lnTo>
                  <a:pt x="10795520" y="406400"/>
                </a:lnTo>
                <a:lnTo>
                  <a:pt x="10804220" y="444500"/>
                </a:lnTo>
                <a:lnTo>
                  <a:pt x="10809947" y="482600"/>
                </a:lnTo>
                <a:lnTo>
                  <a:pt x="10812602" y="533400"/>
                </a:lnTo>
                <a:lnTo>
                  <a:pt x="10812780" y="546100"/>
                </a:lnTo>
                <a:lnTo>
                  <a:pt x="10812780" y="2705100"/>
                </a:lnTo>
                <a:lnTo>
                  <a:pt x="10812068" y="2743200"/>
                </a:lnTo>
                <a:lnTo>
                  <a:pt x="10808373" y="2781300"/>
                </a:lnTo>
                <a:lnTo>
                  <a:pt x="10801642" y="2819400"/>
                </a:lnTo>
                <a:lnTo>
                  <a:pt x="10791990" y="2857500"/>
                </a:lnTo>
                <a:lnTo>
                  <a:pt x="10779518" y="2895600"/>
                </a:lnTo>
                <a:lnTo>
                  <a:pt x="10764354" y="2933700"/>
                </a:lnTo>
                <a:lnTo>
                  <a:pt x="10746613" y="2971800"/>
                </a:lnTo>
                <a:lnTo>
                  <a:pt x="10733417" y="2997200"/>
                </a:lnTo>
                <a:lnTo>
                  <a:pt x="10726420" y="3009900"/>
                </a:lnTo>
                <a:close/>
              </a:path>
              <a:path w="10812780" h="3251200">
                <a:moveTo>
                  <a:pt x="151841" y="3073400"/>
                </a:moveTo>
                <a:lnTo>
                  <a:pt x="133667" y="3073400"/>
                </a:lnTo>
                <a:lnTo>
                  <a:pt x="125171" y="3060700"/>
                </a:lnTo>
                <a:lnTo>
                  <a:pt x="116916" y="3048000"/>
                </a:lnTo>
                <a:lnTo>
                  <a:pt x="108902" y="3035300"/>
                </a:lnTo>
                <a:lnTo>
                  <a:pt x="101130" y="3022600"/>
                </a:lnTo>
                <a:lnTo>
                  <a:pt x="93611" y="3009900"/>
                </a:lnTo>
                <a:lnTo>
                  <a:pt x="104101" y="3009900"/>
                </a:lnTo>
                <a:lnTo>
                  <a:pt x="111531" y="3022600"/>
                </a:lnTo>
                <a:lnTo>
                  <a:pt x="119113" y="3035300"/>
                </a:lnTo>
                <a:lnTo>
                  <a:pt x="126847" y="3035300"/>
                </a:lnTo>
                <a:lnTo>
                  <a:pt x="135013" y="3048000"/>
                </a:lnTo>
                <a:lnTo>
                  <a:pt x="143319" y="3060700"/>
                </a:lnTo>
                <a:lnTo>
                  <a:pt x="151841" y="3073400"/>
                </a:lnTo>
                <a:close/>
              </a:path>
              <a:path w="10812780" h="3251200">
                <a:moveTo>
                  <a:pt x="10679112" y="3073400"/>
                </a:moveTo>
                <a:lnTo>
                  <a:pt x="10660938" y="3073400"/>
                </a:lnTo>
                <a:lnTo>
                  <a:pt x="10669562" y="3060700"/>
                </a:lnTo>
                <a:lnTo>
                  <a:pt x="10677867" y="3048000"/>
                </a:lnTo>
                <a:lnTo>
                  <a:pt x="10685932" y="3035300"/>
                </a:lnTo>
                <a:lnTo>
                  <a:pt x="10693666" y="3035300"/>
                </a:lnTo>
                <a:lnTo>
                  <a:pt x="10701337" y="3022600"/>
                </a:lnTo>
                <a:lnTo>
                  <a:pt x="10708678" y="3009900"/>
                </a:lnTo>
                <a:lnTo>
                  <a:pt x="10719155" y="3009900"/>
                </a:lnTo>
                <a:lnTo>
                  <a:pt x="10711649" y="3022600"/>
                </a:lnTo>
                <a:lnTo>
                  <a:pt x="10703877" y="3035300"/>
                </a:lnTo>
                <a:lnTo>
                  <a:pt x="10695863" y="3048000"/>
                </a:lnTo>
                <a:lnTo>
                  <a:pt x="10687608" y="3060700"/>
                </a:lnTo>
                <a:lnTo>
                  <a:pt x="10679112" y="3073400"/>
                </a:lnTo>
                <a:close/>
              </a:path>
              <a:path w="10812780" h="3251200">
                <a:moveTo>
                  <a:pt x="188175" y="3111500"/>
                </a:moveTo>
                <a:lnTo>
                  <a:pt x="169951" y="3111500"/>
                </a:lnTo>
                <a:lnTo>
                  <a:pt x="160540" y="3098800"/>
                </a:lnTo>
                <a:lnTo>
                  <a:pt x="151358" y="3086100"/>
                </a:lnTo>
                <a:lnTo>
                  <a:pt x="142392" y="3073400"/>
                </a:lnTo>
                <a:lnTo>
                  <a:pt x="160502" y="3073400"/>
                </a:lnTo>
                <a:lnTo>
                  <a:pt x="169583" y="3086100"/>
                </a:lnTo>
                <a:lnTo>
                  <a:pt x="178777" y="3098800"/>
                </a:lnTo>
                <a:lnTo>
                  <a:pt x="188175" y="3111500"/>
                </a:lnTo>
                <a:close/>
              </a:path>
              <a:path w="10812780" h="3251200">
                <a:moveTo>
                  <a:pt x="10642828" y="3111500"/>
                </a:moveTo>
                <a:lnTo>
                  <a:pt x="10624604" y="3111500"/>
                </a:lnTo>
                <a:lnTo>
                  <a:pt x="10634116" y="3098800"/>
                </a:lnTo>
                <a:lnTo>
                  <a:pt x="10643311" y="3086100"/>
                </a:lnTo>
                <a:lnTo>
                  <a:pt x="10652277" y="3073400"/>
                </a:lnTo>
                <a:lnTo>
                  <a:pt x="10670374" y="3073400"/>
                </a:lnTo>
                <a:lnTo>
                  <a:pt x="10661421" y="3086100"/>
                </a:lnTo>
                <a:lnTo>
                  <a:pt x="10652226" y="3098800"/>
                </a:lnTo>
                <a:lnTo>
                  <a:pt x="10642828" y="3111500"/>
                </a:lnTo>
                <a:close/>
              </a:path>
              <a:path w="10812780" h="3251200">
                <a:moveTo>
                  <a:pt x="227837" y="3136900"/>
                </a:moveTo>
                <a:lnTo>
                  <a:pt x="199466" y="3136900"/>
                </a:lnTo>
                <a:lnTo>
                  <a:pt x="189420" y="3124200"/>
                </a:lnTo>
                <a:lnTo>
                  <a:pt x="179578" y="3111500"/>
                </a:lnTo>
                <a:lnTo>
                  <a:pt x="197675" y="3111500"/>
                </a:lnTo>
                <a:lnTo>
                  <a:pt x="207606" y="3124200"/>
                </a:lnTo>
                <a:lnTo>
                  <a:pt x="217512" y="3124200"/>
                </a:lnTo>
                <a:lnTo>
                  <a:pt x="227837" y="3136900"/>
                </a:lnTo>
                <a:close/>
              </a:path>
              <a:path w="10812780" h="3251200">
                <a:moveTo>
                  <a:pt x="10613313" y="3136900"/>
                </a:moveTo>
                <a:lnTo>
                  <a:pt x="10584942" y="3136900"/>
                </a:lnTo>
                <a:lnTo>
                  <a:pt x="10595267" y="3124200"/>
                </a:lnTo>
                <a:lnTo>
                  <a:pt x="10605173" y="3124200"/>
                </a:lnTo>
                <a:lnTo>
                  <a:pt x="10615104" y="3111500"/>
                </a:lnTo>
                <a:lnTo>
                  <a:pt x="10633202" y="3111500"/>
                </a:lnTo>
                <a:lnTo>
                  <a:pt x="10623359" y="3124200"/>
                </a:lnTo>
                <a:lnTo>
                  <a:pt x="10613313" y="3136900"/>
                </a:lnTo>
                <a:close/>
              </a:path>
              <a:path w="10812780" h="3251200">
                <a:moveTo>
                  <a:pt x="238252" y="3149600"/>
                </a:moveTo>
                <a:lnTo>
                  <a:pt x="220179" y="3149600"/>
                </a:lnTo>
                <a:lnTo>
                  <a:pt x="209727" y="3136900"/>
                </a:lnTo>
                <a:lnTo>
                  <a:pt x="227723" y="3136900"/>
                </a:lnTo>
                <a:lnTo>
                  <a:pt x="238252" y="3149600"/>
                </a:lnTo>
                <a:close/>
              </a:path>
              <a:path w="10812780" h="3251200">
                <a:moveTo>
                  <a:pt x="10592600" y="3149600"/>
                </a:moveTo>
                <a:lnTo>
                  <a:pt x="10574528" y="3149600"/>
                </a:lnTo>
                <a:lnTo>
                  <a:pt x="10585056" y="3136900"/>
                </a:lnTo>
                <a:lnTo>
                  <a:pt x="10603052" y="3136900"/>
                </a:lnTo>
                <a:lnTo>
                  <a:pt x="10592600" y="3149600"/>
                </a:lnTo>
                <a:close/>
              </a:path>
              <a:path w="10812780" h="3251200">
                <a:moveTo>
                  <a:pt x="281698" y="3175000"/>
                </a:moveTo>
                <a:lnTo>
                  <a:pt x="252691" y="3175000"/>
                </a:lnTo>
                <a:lnTo>
                  <a:pt x="241668" y="3162300"/>
                </a:lnTo>
                <a:lnTo>
                  <a:pt x="230822" y="3149600"/>
                </a:lnTo>
                <a:lnTo>
                  <a:pt x="248716" y="3149600"/>
                </a:lnTo>
                <a:lnTo>
                  <a:pt x="259613" y="3162300"/>
                </a:lnTo>
                <a:lnTo>
                  <a:pt x="270433" y="3162300"/>
                </a:lnTo>
                <a:lnTo>
                  <a:pt x="281698" y="3175000"/>
                </a:lnTo>
                <a:close/>
              </a:path>
              <a:path w="10812780" h="3251200">
                <a:moveTo>
                  <a:pt x="10560088" y="3175000"/>
                </a:moveTo>
                <a:lnTo>
                  <a:pt x="10531081" y="3175000"/>
                </a:lnTo>
                <a:lnTo>
                  <a:pt x="10542346" y="3162300"/>
                </a:lnTo>
                <a:lnTo>
                  <a:pt x="10553166" y="3162300"/>
                </a:lnTo>
                <a:lnTo>
                  <a:pt x="10564063" y="3149600"/>
                </a:lnTo>
                <a:lnTo>
                  <a:pt x="10581957" y="3149600"/>
                </a:lnTo>
                <a:lnTo>
                  <a:pt x="10571111" y="3162300"/>
                </a:lnTo>
                <a:lnTo>
                  <a:pt x="10560088" y="3175000"/>
                </a:lnTo>
                <a:close/>
              </a:path>
              <a:path w="10812780" h="3251200">
                <a:moveTo>
                  <a:pt x="304457" y="3187700"/>
                </a:moveTo>
                <a:lnTo>
                  <a:pt x="275297" y="3187700"/>
                </a:lnTo>
                <a:lnTo>
                  <a:pt x="263906" y="3175000"/>
                </a:lnTo>
                <a:lnTo>
                  <a:pt x="292849" y="3175000"/>
                </a:lnTo>
                <a:lnTo>
                  <a:pt x="304457" y="3187700"/>
                </a:lnTo>
                <a:close/>
              </a:path>
              <a:path w="10812780" h="3251200">
                <a:moveTo>
                  <a:pt x="10537482" y="3187700"/>
                </a:moveTo>
                <a:lnTo>
                  <a:pt x="10508322" y="3187700"/>
                </a:lnTo>
                <a:lnTo>
                  <a:pt x="10519930" y="3175000"/>
                </a:lnTo>
                <a:lnTo>
                  <a:pt x="10548874" y="3175000"/>
                </a:lnTo>
                <a:lnTo>
                  <a:pt x="10537482" y="3187700"/>
                </a:lnTo>
                <a:close/>
              </a:path>
              <a:path w="10812780" h="3251200">
                <a:moveTo>
                  <a:pt x="327863" y="3200400"/>
                </a:moveTo>
                <a:lnTo>
                  <a:pt x="298589" y="3200400"/>
                </a:lnTo>
                <a:lnTo>
                  <a:pt x="286854" y="3187700"/>
                </a:lnTo>
                <a:lnTo>
                  <a:pt x="315937" y="3187700"/>
                </a:lnTo>
                <a:lnTo>
                  <a:pt x="327863" y="3200400"/>
                </a:lnTo>
                <a:close/>
              </a:path>
              <a:path w="10812780" h="3251200">
                <a:moveTo>
                  <a:pt x="10514190" y="3200400"/>
                </a:moveTo>
                <a:lnTo>
                  <a:pt x="10484916" y="3200400"/>
                </a:lnTo>
                <a:lnTo>
                  <a:pt x="10496842" y="3187700"/>
                </a:lnTo>
                <a:lnTo>
                  <a:pt x="10525925" y="3187700"/>
                </a:lnTo>
                <a:lnTo>
                  <a:pt x="10514190" y="3200400"/>
                </a:lnTo>
                <a:close/>
              </a:path>
              <a:path w="10812780" h="3251200">
                <a:moveTo>
                  <a:pt x="351878" y="3213100"/>
                </a:moveTo>
                <a:lnTo>
                  <a:pt x="322554" y="3213100"/>
                </a:lnTo>
                <a:lnTo>
                  <a:pt x="310489" y="3200400"/>
                </a:lnTo>
                <a:lnTo>
                  <a:pt x="339648" y="3200400"/>
                </a:lnTo>
                <a:lnTo>
                  <a:pt x="351878" y="3213100"/>
                </a:lnTo>
                <a:close/>
              </a:path>
              <a:path w="10812780" h="3251200">
                <a:moveTo>
                  <a:pt x="10490225" y="3213100"/>
                </a:moveTo>
                <a:lnTo>
                  <a:pt x="10460901" y="3213100"/>
                </a:lnTo>
                <a:lnTo>
                  <a:pt x="10473131" y="3200400"/>
                </a:lnTo>
                <a:lnTo>
                  <a:pt x="10502277" y="3200400"/>
                </a:lnTo>
                <a:lnTo>
                  <a:pt x="10490225" y="3213100"/>
                </a:lnTo>
                <a:close/>
              </a:path>
              <a:path w="10812780" h="3251200">
                <a:moveTo>
                  <a:pt x="388988" y="3225800"/>
                </a:moveTo>
                <a:lnTo>
                  <a:pt x="359676" y="3225800"/>
                </a:lnTo>
                <a:lnTo>
                  <a:pt x="347154" y="3213100"/>
                </a:lnTo>
                <a:lnTo>
                  <a:pt x="376339" y="3213100"/>
                </a:lnTo>
                <a:lnTo>
                  <a:pt x="388988" y="3225800"/>
                </a:lnTo>
                <a:close/>
              </a:path>
              <a:path w="10812780" h="3251200">
                <a:moveTo>
                  <a:pt x="10453103" y="3225800"/>
                </a:moveTo>
                <a:lnTo>
                  <a:pt x="10423791" y="3225800"/>
                </a:lnTo>
                <a:lnTo>
                  <a:pt x="10436440" y="3213100"/>
                </a:lnTo>
                <a:lnTo>
                  <a:pt x="10465625" y="3213100"/>
                </a:lnTo>
                <a:lnTo>
                  <a:pt x="10453103" y="3225800"/>
                </a:lnTo>
                <a:close/>
              </a:path>
              <a:path w="10812780" h="3251200">
                <a:moveTo>
                  <a:pt x="440296" y="3238500"/>
                </a:moveTo>
                <a:lnTo>
                  <a:pt x="385140" y="3238500"/>
                </a:lnTo>
                <a:lnTo>
                  <a:pt x="372338" y="3225800"/>
                </a:lnTo>
                <a:lnTo>
                  <a:pt x="427139" y="3225800"/>
                </a:lnTo>
                <a:lnTo>
                  <a:pt x="440296" y="3238500"/>
                </a:lnTo>
                <a:close/>
              </a:path>
              <a:path w="10812780" h="3251200">
                <a:moveTo>
                  <a:pt x="10427639" y="3238500"/>
                </a:moveTo>
                <a:lnTo>
                  <a:pt x="10372471" y="3238500"/>
                </a:lnTo>
                <a:lnTo>
                  <a:pt x="10385640" y="3225800"/>
                </a:lnTo>
                <a:lnTo>
                  <a:pt x="10440441" y="3225800"/>
                </a:lnTo>
                <a:lnTo>
                  <a:pt x="10427639" y="3238500"/>
                </a:lnTo>
                <a:close/>
              </a:path>
              <a:path w="10812780" h="3251200">
                <a:moveTo>
                  <a:pt x="10375099" y="3251200"/>
                </a:moveTo>
                <a:lnTo>
                  <a:pt x="437680" y="3251200"/>
                </a:lnTo>
                <a:lnTo>
                  <a:pt x="424357" y="3238500"/>
                </a:lnTo>
                <a:lnTo>
                  <a:pt x="10388422" y="3238500"/>
                </a:lnTo>
                <a:lnTo>
                  <a:pt x="10375099" y="3251200"/>
                </a:lnTo>
                <a:close/>
              </a:path>
            </a:pathLst>
          </a:custGeom>
          <a:solidFill>
            <a:srgbClr val="78A77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164336" y="2790444"/>
            <a:ext cx="9862185" cy="147701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158750" rIns="0" bIns="0" rtlCol="0" vert="horz">
            <a:spAutoFit/>
          </a:bodyPr>
          <a:lstStyle/>
          <a:p>
            <a:pPr marL="434975" indent="-342900">
              <a:lnSpc>
                <a:spcPct val="100000"/>
              </a:lnSpc>
              <a:spcBef>
                <a:spcPts val="1250"/>
              </a:spcBef>
              <a:buFont typeface="Arial"/>
              <a:buChar char="•"/>
              <a:tabLst>
                <a:tab pos="434340" algn="l"/>
                <a:tab pos="434975" algn="l"/>
              </a:tabLst>
            </a:pPr>
            <a:r>
              <a:rPr dirty="0" sz="2000" spc="-5" b="1">
                <a:latin typeface="宋体"/>
                <a:cs typeface="宋体"/>
              </a:rPr>
              <a:t>if </a:t>
            </a:r>
            <a:r>
              <a:rPr dirty="0" sz="2000" b="1">
                <a:latin typeface="宋体"/>
                <a:cs typeface="宋体"/>
              </a:rPr>
              <a:t>语句</a:t>
            </a:r>
            <a:r>
              <a:rPr dirty="0" sz="2000">
                <a:latin typeface="宋体"/>
                <a:cs typeface="宋体"/>
              </a:rPr>
              <a:t>：对条件是否满足进行判断</a:t>
            </a:r>
            <a:r>
              <a:rPr dirty="0" sz="2000" spc="5">
                <a:latin typeface="宋体"/>
                <a:cs typeface="宋体"/>
              </a:rPr>
              <a:t>；</a:t>
            </a:r>
            <a:endParaRPr sz="2000">
              <a:latin typeface="宋体"/>
              <a:cs typeface="宋体"/>
            </a:endParaRPr>
          </a:p>
          <a:p>
            <a:pPr marL="434975" indent="-342900">
              <a:lnSpc>
                <a:spcPct val="100000"/>
              </a:lnSpc>
              <a:spcBef>
                <a:spcPts val="1200"/>
              </a:spcBef>
              <a:buFont typeface="Arial"/>
              <a:buChar char="•"/>
              <a:tabLst>
                <a:tab pos="434340" algn="l"/>
                <a:tab pos="434975" algn="l"/>
              </a:tabLst>
            </a:pPr>
            <a:r>
              <a:rPr dirty="0" sz="2000" b="1">
                <a:latin typeface="宋体"/>
                <a:cs typeface="宋体"/>
              </a:rPr>
              <a:t>条件语句结构</a:t>
            </a:r>
            <a:r>
              <a:rPr dirty="0" sz="2000" spc="-5">
                <a:latin typeface="宋体"/>
                <a:cs typeface="宋体"/>
              </a:rPr>
              <a:t>：if</a:t>
            </a:r>
            <a:r>
              <a:rPr dirty="0" sz="2000">
                <a:latin typeface="宋体"/>
                <a:cs typeface="宋体"/>
              </a:rPr>
              <a:t>、</a:t>
            </a:r>
            <a:r>
              <a:rPr dirty="0" sz="2000" spc="-5">
                <a:latin typeface="宋体"/>
                <a:cs typeface="宋体"/>
              </a:rPr>
              <a:t>if-else</a:t>
            </a:r>
            <a:r>
              <a:rPr dirty="0" sz="2000">
                <a:latin typeface="宋体"/>
                <a:cs typeface="宋体"/>
              </a:rPr>
              <a:t>、</a:t>
            </a:r>
            <a:r>
              <a:rPr dirty="0" sz="2000" spc="-5">
                <a:latin typeface="宋体"/>
                <a:cs typeface="宋体"/>
              </a:rPr>
              <a:t>if-elif</a:t>
            </a:r>
            <a:r>
              <a:rPr dirty="0" sz="2000">
                <a:latin typeface="宋体"/>
                <a:cs typeface="宋体"/>
              </a:rPr>
              <a:t>、</a:t>
            </a:r>
            <a:r>
              <a:rPr dirty="0" sz="2000" spc="-5">
                <a:latin typeface="宋体"/>
                <a:cs typeface="宋体"/>
              </a:rPr>
              <a:t>if-elif-else</a:t>
            </a:r>
            <a:r>
              <a:rPr dirty="0" sz="2000">
                <a:latin typeface="宋体"/>
                <a:cs typeface="宋体"/>
              </a:rPr>
              <a:t>、</a:t>
            </a:r>
            <a:r>
              <a:rPr dirty="0" sz="2000" spc="-5">
                <a:latin typeface="宋体"/>
                <a:cs typeface="宋体"/>
              </a:rPr>
              <a:t>if</a:t>
            </a:r>
            <a:r>
              <a:rPr dirty="0" sz="2000">
                <a:latin typeface="宋体"/>
                <a:cs typeface="宋体"/>
              </a:rPr>
              <a:t>嵌套；</a:t>
            </a:r>
            <a:r>
              <a:rPr dirty="0" sz="2000" spc="-5">
                <a:latin typeface="宋体"/>
                <a:cs typeface="宋体"/>
              </a:rPr>
              <a:t> </a:t>
            </a:r>
            <a:r>
              <a:rPr dirty="0" sz="2000">
                <a:latin typeface="宋体"/>
                <a:cs typeface="宋体"/>
              </a:rPr>
              <a:t> </a:t>
            </a:r>
            <a:endParaRPr sz="2000">
              <a:latin typeface="宋体"/>
              <a:cs typeface="宋体"/>
            </a:endParaRPr>
          </a:p>
          <a:p>
            <a:pPr marL="434975" indent="-342900">
              <a:lnSpc>
                <a:spcPct val="100000"/>
              </a:lnSpc>
              <a:spcBef>
                <a:spcPts val="1200"/>
              </a:spcBef>
              <a:buFont typeface="Arial"/>
              <a:buChar char="•"/>
              <a:tabLst>
                <a:tab pos="434340" algn="l"/>
                <a:tab pos="434975" algn="l"/>
              </a:tabLst>
            </a:pPr>
            <a:r>
              <a:rPr dirty="0" sz="2000" b="1">
                <a:latin typeface="宋体"/>
                <a:cs typeface="宋体"/>
              </a:rPr>
              <a:t>结构控制</a:t>
            </a:r>
            <a:r>
              <a:rPr dirty="0" sz="2000" spc="-5">
                <a:latin typeface="宋体"/>
                <a:cs typeface="宋体"/>
              </a:rPr>
              <a:t>：Python</a:t>
            </a:r>
            <a:r>
              <a:rPr dirty="0" sz="2000">
                <a:latin typeface="宋体"/>
                <a:cs typeface="宋体"/>
              </a:rPr>
              <a:t>中用缩进的方式来设置代码的层次结构</a:t>
            </a:r>
            <a:r>
              <a:rPr dirty="0" sz="2000" spc="5">
                <a:latin typeface="宋体"/>
                <a:cs typeface="宋体"/>
              </a:rPr>
              <a:t>。</a:t>
            </a:r>
            <a:endParaRPr sz="2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2"/>
            <a:ext cx="203200" cy="609600"/>
          </a:xfrm>
          <a:custGeom>
            <a:avLst/>
            <a:gdLst/>
            <a:ahLst/>
            <a:cxnLst/>
            <a:rect l="l" t="t" r="r" b="b"/>
            <a:pathLst>
              <a:path w="203200" h="609600">
                <a:moveTo>
                  <a:pt x="0" y="0"/>
                </a:moveTo>
                <a:lnTo>
                  <a:pt x="202692" y="0"/>
                </a:lnTo>
                <a:lnTo>
                  <a:pt x="202692" y="609599"/>
                </a:lnTo>
                <a:lnTo>
                  <a:pt x="0" y="609599"/>
                </a:lnTo>
                <a:lnTo>
                  <a:pt x="0" y="0"/>
                </a:lnTo>
                <a:close/>
              </a:path>
            </a:pathLst>
          </a:custGeom>
          <a:solidFill>
            <a:srgbClr val="20565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1940" y="217411"/>
            <a:ext cx="124841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课后思</a:t>
            </a:r>
            <a:r>
              <a:rPr dirty="0" sz="2400" spc="-10" b="1">
                <a:solidFill>
                  <a:srgbClr val="2E5B50"/>
                </a:solidFill>
                <a:latin typeface="宋体"/>
                <a:cs typeface="宋体"/>
              </a:rPr>
              <a:t>考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96468" y="1918716"/>
            <a:ext cx="10799445" cy="3251200"/>
          </a:xfrm>
          <a:custGeom>
            <a:avLst/>
            <a:gdLst/>
            <a:ahLst/>
            <a:cxnLst/>
            <a:rect l="l" t="t" r="r" b="b"/>
            <a:pathLst>
              <a:path w="10799445" h="3251200">
                <a:moveTo>
                  <a:pt x="10258043" y="3250691"/>
                </a:moveTo>
                <a:lnTo>
                  <a:pt x="541019" y="3250691"/>
                </a:lnTo>
                <a:lnTo>
                  <a:pt x="494311" y="3248678"/>
                </a:lnTo>
                <a:lnTo>
                  <a:pt x="448704" y="3242798"/>
                </a:lnTo>
                <a:lnTo>
                  <a:pt x="404360" y="3233212"/>
                </a:lnTo>
                <a:lnTo>
                  <a:pt x="361443" y="3220084"/>
                </a:lnTo>
                <a:lnTo>
                  <a:pt x="320117" y="3203575"/>
                </a:lnTo>
                <a:lnTo>
                  <a:pt x="280545" y="3183846"/>
                </a:lnTo>
                <a:lnTo>
                  <a:pt x="242889" y="3161061"/>
                </a:lnTo>
                <a:lnTo>
                  <a:pt x="207314" y="3135380"/>
                </a:lnTo>
                <a:lnTo>
                  <a:pt x="173983" y="3106967"/>
                </a:lnTo>
                <a:lnTo>
                  <a:pt x="143059" y="3075982"/>
                </a:lnTo>
                <a:lnTo>
                  <a:pt x="114705" y="3042589"/>
                </a:lnTo>
                <a:lnTo>
                  <a:pt x="89084" y="3006948"/>
                </a:lnTo>
                <a:lnTo>
                  <a:pt x="66360" y="2969222"/>
                </a:lnTo>
                <a:lnTo>
                  <a:pt x="46697" y="2929572"/>
                </a:lnTo>
                <a:lnTo>
                  <a:pt x="30257" y="2888162"/>
                </a:lnTo>
                <a:lnTo>
                  <a:pt x="17204" y="2845152"/>
                </a:lnTo>
                <a:lnTo>
                  <a:pt x="7701" y="2800705"/>
                </a:lnTo>
                <a:lnTo>
                  <a:pt x="1912" y="2754983"/>
                </a:lnTo>
                <a:lnTo>
                  <a:pt x="0" y="2708147"/>
                </a:lnTo>
                <a:lnTo>
                  <a:pt x="0" y="541019"/>
                </a:lnTo>
                <a:lnTo>
                  <a:pt x="1912" y="494365"/>
                </a:lnTo>
                <a:lnTo>
                  <a:pt x="7701" y="448804"/>
                </a:lnTo>
                <a:lnTo>
                  <a:pt x="17204" y="404502"/>
                </a:lnTo>
                <a:lnTo>
                  <a:pt x="30257" y="361621"/>
                </a:lnTo>
                <a:lnTo>
                  <a:pt x="46697" y="320324"/>
                </a:lnTo>
                <a:lnTo>
                  <a:pt x="66360" y="280775"/>
                </a:lnTo>
                <a:lnTo>
                  <a:pt x="89084" y="243138"/>
                </a:lnTo>
                <a:lnTo>
                  <a:pt x="114705" y="207574"/>
                </a:lnTo>
                <a:lnTo>
                  <a:pt x="143059" y="174249"/>
                </a:lnTo>
                <a:lnTo>
                  <a:pt x="173983" y="143325"/>
                </a:lnTo>
                <a:lnTo>
                  <a:pt x="207314" y="114965"/>
                </a:lnTo>
                <a:lnTo>
                  <a:pt x="242889" y="89332"/>
                </a:lnTo>
                <a:lnTo>
                  <a:pt x="280545" y="66591"/>
                </a:lnTo>
                <a:lnTo>
                  <a:pt x="320117" y="46904"/>
                </a:lnTo>
                <a:lnTo>
                  <a:pt x="361443" y="30435"/>
                </a:lnTo>
                <a:lnTo>
                  <a:pt x="404360" y="17346"/>
                </a:lnTo>
                <a:lnTo>
                  <a:pt x="448704" y="7802"/>
                </a:lnTo>
                <a:lnTo>
                  <a:pt x="494311" y="1965"/>
                </a:lnTo>
                <a:lnTo>
                  <a:pt x="541019" y="0"/>
                </a:lnTo>
                <a:lnTo>
                  <a:pt x="10258043" y="0"/>
                </a:lnTo>
                <a:lnTo>
                  <a:pt x="10304752" y="1965"/>
                </a:lnTo>
                <a:lnTo>
                  <a:pt x="10350359" y="7802"/>
                </a:lnTo>
                <a:lnTo>
                  <a:pt x="10394703" y="17346"/>
                </a:lnTo>
                <a:lnTo>
                  <a:pt x="10437620" y="30435"/>
                </a:lnTo>
                <a:lnTo>
                  <a:pt x="10478946" y="46904"/>
                </a:lnTo>
                <a:lnTo>
                  <a:pt x="10518518" y="66591"/>
                </a:lnTo>
                <a:lnTo>
                  <a:pt x="10556174" y="89332"/>
                </a:lnTo>
                <a:lnTo>
                  <a:pt x="10591749" y="114965"/>
                </a:lnTo>
                <a:lnTo>
                  <a:pt x="10625080" y="143325"/>
                </a:lnTo>
                <a:lnTo>
                  <a:pt x="10656004" y="174249"/>
                </a:lnTo>
                <a:lnTo>
                  <a:pt x="10684358" y="207574"/>
                </a:lnTo>
                <a:lnTo>
                  <a:pt x="10709979" y="243138"/>
                </a:lnTo>
                <a:lnTo>
                  <a:pt x="10732703" y="280775"/>
                </a:lnTo>
                <a:lnTo>
                  <a:pt x="10752366" y="320324"/>
                </a:lnTo>
                <a:lnTo>
                  <a:pt x="10768806" y="361621"/>
                </a:lnTo>
                <a:lnTo>
                  <a:pt x="10781859" y="404502"/>
                </a:lnTo>
                <a:lnTo>
                  <a:pt x="10791362" y="448804"/>
                </a:lnTo>
                <a:lnTo>
                  <a:pt x="10797151" y="494365"/>
                </a:lnTo>
                <a:lnTo>
                  <a:pt x="10799064" y="541019"/>
                </a:lnTo>
                <a:lnTo>
                  <a:pt x="10799064" y="2708147"/>
                </a:lnTo>
                <a:lnTo>
                  <a:pt x="10797151" y="2754983"/>
                </a:lnTo>
                <a:lnTo>
                  <a:pt x="10791362" y="2800705"/>
                </a:lnTo>
                <a:lnTo>
                  <a:pt x="10781859" y="2845152"/>
                </a:lnTo>
                <a:lnTo>
                  <a:pt x="10768806" y="2888162"/>
                </a:lnTo>
                <a:lnTo>
                  <a:pt x="10752366" y="2929572"/>
                </a:lnTo>
                <a:lnTo>
                  <a:pt x="10732703" y="2969222"/>
                </a:lnTo>
                <a:lnTo>
                  <a:pt x="10709979" y="3006948"/>
                </a:lnTo>
                <a:lnTo>
                  <a:pt x="10684358" y="3042589"/>
                </a:lnTo>
                <a:lnTo>
                  <a:pt x="10656004" y="3075982"/>
                </a:lnTo>
                <a:lnTo>
                  <a:pt x="10625080" y="3106967"/>
                </a:lnTo>
                <a:lnTo>
                  <a:pt x="10591749" y="3135380"/>
                </a:lnTo>
                <a:lnTo>
                  <a:pt x="10556174" y="3161061"/>
                </a:lnTo>
                <a:lnTo>
                  <a:pt x="10518518" y="3183846"/>
                </a:lnTo>
                <a:lnTo>
                  <a:pt x="10478946" y="3203575"/>
                </a:lnTo>
                <a:lnTo>
                  <a:pt x="10437620" y="3220084"/>
                </a:lnTo>
                <a:lnTo>
                  <a:pt x="10394703" y="3233212"/>
                </a:lnTo>
                <a:lnTo>
                  <a:pt x="10350359" y="3242798"/>
                </a:lnTo>
                <a:lnTo>
                  <a:pt x="10304752" y="3248678"/>
                </a:lnTo>
                <a:lnTo>
                  <a:pt x="10258043" y="325069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89609" y="1912213"/>
            <a:ext cx="10812780" cy="3251200"/>
          </a:xfrm>
          <a:custGeom>
            <a:avLst/>
            <a:gdLst/>
            <a:ahLst/>
            <a:cxnLst/>
            <a:rect l="l" t="t" r="r" b="b"/>
            <a:pathLst>
              <a:path w="10812780" h="3251200">
                <a:moveTo>
                  <a:pt x="10388422" y="12700"/>
                </a:moveTo>
                <a:lnTo>
                  <a:pt x="424357" y="12700"/>
                </a:lnTo>
                <a:lnTo>
                  <a:pt x="437680" y="0"/>
                </a:lnTo>
                <a:lnTo>
                  <a:pt x="10375099" y="0"/>
                </a:lnTo>
                <a:lnTo>
                  <a:pt x="10388422" y="12700"/>
                </a:lnTo>
                <a:close/>
              </a:path>
              <a:path w="10812780" h="3251200">
                <a:moveTo>
                  <a:pt x="427139" y="25400"/>
                </a:moveTo>
                <a:lnTo>
                  <a:pt x="372338" y="25400"/>
                </a:lnTo>
                <a:lnTo>
                  <a:pt x="385140" y="12700"/>
                </a:lnTo>
                <a:lnTo>
                  <a:pt x="440296" y="12700"/>
                </a:lnTo>
                <a:lnTo>
                  <a:pt x="427139" y="25400"/>
                </a:lnTo>
                <a:close/>
              </a:path>
              <a:path w="10812780" h="3251200">
                <a:moveTo>
                  <a:pt x="10440441" y="25400"/>
                </a:moveTo>
                <a:lnTo>
                  <a:pt x="10385640" y="25400"/>
                </a:lnTo>
                <a:lnTo>
                  <a:pt x="10372471" y="12700"/>
                </a:lnTo>
                <a:lnTo>
                  <a:pt x="10427639" y="12700"/>
                </a:lnTo>
                <a:lnTo>
                  <a:pt x="10440441" y="25400"/>
                </a:lnTo>
                <a:close/>
              </a:path>
              <a:path w="10812780" h="3251200">
                <a:moveTo>
                  <a:pt x="376339" y="38100"/>
                </a:moveTo>
                <a:lnTo>
                  <a:pt x="334772" y="38100"/>
                </a:lnTo>
                <a:lnTo>
                  <a:pt x="347154" y="25400"/>
                </a:lnTo>
                <a:lnTo>
                  <a:pt x="388988" y="25400"/>
                </a:lnTo>
                <a:lnTo>
                  <a:pt x="376339" y="38100"/>
                </a:lnTo>
                <a:close/>
              </a:path>
              <a:path w="10812780" h="3251200">
                <a:moveTo>
                  <a:pt x="10477995" y="38100"/>
                </a:moveTo>
                <a:lnTo>
                  <a:pt x="10436440" y="38100"/>
                </a:lnTo>
                <a:lnTo>
                  <a:pt x="10423791" y="25400"/>
                </a:lnTo>
                <a:lnTo>
                  <a:pt x="10465625" y="25400"/>
                </a:lnTo>
                <a:lnTo>
                  <a:pt x="10477995" y="38100"/>
                </a:lnTo>
                <a:close/>
              </a:path>
              <a:path w="10812780" h="3251200">
                <a:moveTo>
                  <a:pt x="339648" y="50800"/>
                </a:moveTo>
                <a:lnTo>
                  <a:pt x="310489" y="50800"/>
                </a:lnTo>
                <a:lnTo>
                  <a:pt x="322554" y="38100"/>
                </a:lnTo>
                <a:lnTo>
                  <a:pt x="351878" y="38100"/>
                </a:lnTo>
                <a:lnTo>
                  <a:pt x="339648" y="50800"/>
                </a:lnTo>
                <a:close/>
              </a:path>
              <a:path w="10812780" h="3251200">
                <a:moveTo>
                  <a:pt x="10502277" y="50800"/>
                </a:moveTo>
                <a:lnTo>
                  <a:pt x="10473131" y="50800"/>
                </a:lnTo>
                <a:lnTo>
                  <a:pt x="10460901" y="38100"/>
                </a:lnTo>
                <a:lnTo>
                  <a:pt x="10490225" y="38100"/>
                </a:lnTo>
                <a:lnTo>
                  <a:pt x="10502277" y="50800"/>
                </a:lnTo>
                <a:close/>
              </a:path>
              <a:path w="10812780" h="3251200">
                <a:moveTo>
                  <a:pt x="315937" y="63500"/>
                </a:moveTo>
                <a:lnTo>
                  <a:pt x="286854" y="63500"/>
                </a:lnTo>
                <a:lnTo>
                  <a:pt x="298589" y="50800"/>
                </a:lnTo>
                <a:lnTo>
                  <a:pt x="327863" y="50800"/>
                </a:lnTo>
                <a:lnTo>
                  <a:pt x="315937" y="63500"/>
                </a:lnTo>
                <a:close/>
              </a:path>
              <a:path w="10812780" h="3251200">
                <a:moveTo>
                  <a:pt x="10525925" y="63500"/>
                </a:moveTo>
                <a:lnTo>
                  <a:pt x="10496842" y="63500"/>
                </a:lnTo>
                <a:lnTo>
                  <a:pt x="10484916" y="50800"/>
                </a:lnTo>
                <a:lnTo>
                  <a:pt x="10514190" y="50800"/>
                </a:lnTo>
                <a:lnTo>
                  <a:pt x="10525925" y="63500"/>
                </a:lnTo>
                <a:close/>
              </a:path>
              <a:path w="10812780" h="3251200">
                <a:moveTo>
                  <a:pt x="292849" y="76200"/>
                </a:moveTo>
                <a:lnTo>
                  <a:pt x="263906" y="76200"/>
                </a:lnTo>
                <a:lnTo>
                  <a:pt x="275297" y="63500"/>
                </a:lnTo>
                <a:lnTo>
                  <a:pt x="304457" y="63500"/>
                </a:lnTo>
                <a:lnTo>
                  <a:pt x="292849" y="76200"/>
                </a:lnTo>
                <a:close/>
              </a:path>
              <a:path w="10812780" h="3251200">
                <a:moveTo>
                  <a:pt x="10548874" y="76200"/>
                </a:moveTo>
                <a:lnTo>
                  <a:pt x="10519930" y="76200"/>
                </a:lnTo>
                <a:lnTo>
                  <a:pt x="10508322" y="63500"/>
                </a:lnTo>
                <a:lnTo>
                  <a:pt x="10537482" y="63500"/>
                </a:lnTo>
                <a:lnTo>
                  <a:pt x="10548874" y="76200"/>
                </a:lnTo>
                <a:close/>
              </a:path>
              <a:path w="10812780" h="3251200">
                <a:moveTo>
                  <a:pt x="270433" y="88900"/>
                </a:moveTo>
                <a:lnTo>
                  <a:pt x="241668" y="88900"/>
                </a:lnTo>
                <a:lnTo>
                  <a:pt x="252691" y="76200"/>
                </a:lnTo>
                <a:lnTo>
                  <a:pt x="281698" y="76200"/>
                </a:lnTo>
                <a:lnTo>
                  <a:pt x="270433" y="88900"/>
                </a:lnTo>
                <a:close/>
              </a:path>
              <a:path w="10812780" h="3251200">
                <a:moveTo>
                  <a:pt x="10571111" y="88900"/>
                </a:moveTo>
                <a:lnTo>
                  <a:pt x="10542346" y="88900"/>
                </a:lnTo>
                <a:lnTo>
                  <a:pt x="10531081" y="76200"/>
                </a:lnTo>
                <a:lnTo>
                  <a:pt x="10560088" y="76200"/>
                </a:lnTo>
                <a:lnTo>
                  <a:pt x="10571111" y="88900"/>
                </a:lnTo>
                <a:close/>
              </a:path>
              <a:path w="10812780" h="3251200">
                <a:moveTo>
                  <a:pt x="227723" y="114300"/>
                </a:moveTo>
                <a:lnTo>
                  <a:pt x="209727" y="114300"/>
                </a:lnTo>
                <a:lnTo>
                  <a:pt x="220179" y="101600"/>
                </a:lnTo>
                <a:lnTo>
                  <a:pt x="230822" y="88900"/>
                </a:lnTo>
                <a:lnTo>
                  <a:pt x="259613" y="88900"/>
                </a:lnTo>
                <a:lnTo>
                  <a:pt x="248716" y="101600"/>
                </a:lnTo>
                <a:lnTo>
                  <a:pt x="238252" y="101600"/>
                </a:lnTo>
                <a:lnTo>
                  <a:pt x="227723" y="114300"/>
                </a:lnTo>
                <a:close/>
              </a:path>
              <a:path w="10812780" h="3251200">
                <a:moveTo>
                  <a:pt x="10603052" y="114300"/>
                </a:moveTo>
                <a:lnTo>
                  <a:pt x="10585056" y="114300"/>
                </a:lnTo>
                <a:lnTo>
                  <a:pt x="10574528" y="101600"/>
                </a:lnTo>
                <a:lnTo>
                  <a:pt x="10564063" y="101600"/>
                </a:lnTo>
                <a:lnTo>
                  <a:pt x="10553166" y="88900"/>
                </a:lnTo>
                <a:lnTo>
                  <a:pt x="10581957" y="88900"/>
                </a:lnTo>
                <a:lnTo>
                  <a:pt x="10592600" y="101600"/>
                </a:lnTo>
                <a:lnTo>
                  <a:pt x="10603052" y="114300"/>
                </a:lnTo>
                <a:close/>
              </a:path>
              <a:path w="10812780" h="3251200">
                <a:moveTo>
                  <a:pt x="197675" y="139700"/>
                </a:moveTo>
                <a:lnTo>
                  <a:pt x="179578" y="139700"/>
                </a:lnTo>
                <a:lnTo>
                  <a:pt x="189420" y="127000"/>
                </a:lnTo>
                <a:lnTo>
                  <a:pt x="199466" y="114300"/>
                </a:lnTo>
                <a:lnTo>
                  <a:pt x="217627" y="114300"/>
                </a:lnTo>
                <a:lnTo>
                  <a:pt x="207492" y="127000"/>
                </a:lnTo>
                <a:lnTo>
                  <a:pt x="197675" y="139700"/>
                </a:lnTo>
                <a:close/>
              </a:path>
              <a:path w="10812780" h="3251200">
                <a:moveTo>
                  <a:pt x="10633202" y="139700"/>
                </a:moveTo>
                <a:lnTo>
                  <a:pt x="10615104" y="139700"/>
                </a:lnTo>
                <a:lnTo>
                  <a:pt x="10605173" y="127000"/>
                </a:lnTo>
                <a:lnTo>
                  <a:pt x="10595152" y="114300"/>
                </a:lnTo>
                <a:lnTo>
                  <a:pt x="10613313" y="114300"/>
                </a:lnTo>
                <a:lnTo>
                  <a:pt x="10623359" y="127000"/>
                </a:lnTo>
                <a:lnTo>
                  <a:pt x="10633202" y="139700"/>
                </a:lnTo>
                <a:close/>
              </a:path>
              <a:path w="10812780" h="3251200">
                <a:moveTo>
                  <a:pt x="160502" y="177800"/>
                </a:moveTo>
                <a:lnTo>
                  <a:pt x="142392" y="177800"/>
                </a:lnTo>
                <a:lnTo>
                  <a:pt x="151358" y="165100"/>
                </a:lnTo>
                <a:lnTo>
                  <a:pt x="160540" y="152400"/>
                </a:lnTo>
                <a:lnTo>
                  <a:pt x="169951" y="139700"/>
                </a:lnTo>
                <a:lnTo>
                  <a:pt x="188175" y="139700"/>
                </a:lnTo>
                <a:lnTo>
                  <a:pt x="178663" y="152400"/>
                </a:lnTo>
                <a:lnTo>
                  <a:pt x="169468" y="165100"/>
                </a:lnTo>
                <a:lnTo>
                  <a:pt x="160502" y="177800"/>
                </a:lnTo>
                <a:close/>
              </a:path>
              <a:path w="10812780" h="3251200">
                <a:moveTo>
                  <a:pt x="10670374" y="177800"/>
                </a:moveTo>
                <a:lnTo>
                  <a:pt x="10652277" y="177800"/>
                </a:lnTo>
                <a:lnTo>
                  <a:pt x="10643196" y="165100"/>
                </a:lnTo>
                <a:lnTo>
                  <a:pt x="10634002" y="152400"/>
                </a:lnTo>
                <a:lnTo>
                  <a:pt x="10624604" y="139700"/>
                </a:lnTo>
                <a:lnTo>
                  <a:pt x="10642828" y="139700"/>
                </a:lnTo>
                <a:lnTo>
                  <a:pt x="10652226" y="152400"/>
                </a:lnTo>
                <a:lnTo>
                  <a:pt x="10661421" y="165100"/>
                </a:lnTo>
                <a:lnTo>
                  <a:pt x="10670374" y="177800"/>
                </a:lnTo>
                <a:close/>
              </a:path>
              <a:path w="10812780" h="3251200">
                <a:moveTo>
                  <a:pt x="104101" y="241300"/>
                </a:moveTo>
                <a:lnTo>
                  <a:pt x="93611" y="241300"/>
                </a:lnTo>
                <a:lnTo>
                  <a:pt x="101130" y="228600"/>
                </a:lnTo>
                <a:lnTo>
                  <a:pt x="108902" y="215900"/>
                </a:lnTo>
                <a:lnTo>
                  <a:pt x="116916" y="203200"/>
                </a:lnTo>
                <a:lnTo>
                  <a:pt x="125171" y="190500"/>
                </a:lnTo>
                <a:lnTo>
                  <a:pt x="133667" y="177800"/>
                </a:lnTo>
                <a:lnTo>
                  <a:pt x="151841" y="177800"/>
                </a:lnTo>
                <a:lnTo>
                  <a:pt x="143217" y="190500"/>
                </a:lnTo>
                <a:lnTo>
                  <a:pt x="134912" y="203200"/>
                </a:lnTo>
                <a:lnTo>
                  <a:pt x="126847" y="215900"/>
                </a:lnTo>
                <a:lnTo>
                  <a:pt x="119113" y="215900"/>
                </a:lnTo>
                <a:lnTo>
                  <a:pt x="111442" y="228600"/>
                </a:lnTo>
                <a:lnTo>
                  <a:pt x="104101" y="241300"/>
                </a:lnTo>
                <a:close/>
              </a:path>
              <a:path w="10812780" h="3251200">
                <a:moveTo>
                  <a:pt x="10719155" y="241300"/>
                </a:moveTo>
                <a:lnTo>
                  <a:pt x="10708678" y="241300"/>
                </a:lnTo>
                <a:lnTo>
                  <a:pt x="10701248" y="228600"/>
                </a:lnTo>
                <a:lnTo>
                  <a:pt x="10693666" y="215900"/>
                </a:lnTo>
                <a:lnTo>
                  <a:pt x="10685932" y="215900"/>
                </a:lnTo>
                <a:lnTo>
                  <a:pt x="10677766" y="203200"/>
                </a:lnTo>
                <a:lnTo>
                  <a:pt x="10669460" y="190500"/>
                </a:lnTo>
                <a:lnTo>
                  <a:pt x="10660938" y="177800"/>
                </a:lnTo>
                <a:lnTo>
                  <a:pt x="10679112" y="177800"/>
                </a:lnTo>
                <a:lnTo>
                  <a:pt x="10687608" y="190500"/>
                </a:lnTo>
                <a:lnTo>
                  <a:pt x="10695863" y="203200"/>
                </a:lnTo>
                <a:lnTo>
                  <a:pt x="10703877" y="215900"/>
                </a:lnTo>
                <a:lnTo>
                  <a:pt x="10711649" y="228600"/>
                </a:lnTo>
                <a:lnTo>
                  <a:pt x="10719155" y="241300"/>
                </a:lnTo>
                <a:close/>
              </a:path>
              <a:path w="10812780" h="3251200">
                <a:moveTo>
                  <a:pt x="104178" y="3009900"/>
                </a:moveTo>
                <a:lnTo>
                  <a:pt x="86360" y="3009900"/>
                </a:lnTo>
                <a:lnTo>
                  <a:pt x="79362" y="2997200"/>
                </a:lnTo>
                <a:lnTo>
                  <a:pt x="59969" y="2959100"/>
                </a:lnTo>
                <a:lnTo>
                  <a:pt x="43078" y="2921000"/>
                </a:lnTo>
                <a:lnTo>
                  <a:pt x="28803" y="2882900"/>
                </a:lnTo>
                <a:lnTo>
                  <a:pt x="17259" y="2844800"/>
                </a:lnTo>
                <a:lnTo>
                  <a:pt x="8559" y="2806700"/>
                </a:lnTo>
                <a:lnTo>
                  <a:pt x="2832" y="2768600"/>
                </a:lnTo>
                <a:lnTo>
                  <a:pt x="177" y="2717800"/>
                </a:lnTo>
                <a:lnTo>
                  <a:pt x="0" y="2705100"/>
                </a:lnTo>
                <a:lnTo>
                  <a:pt x="0" y="546100"/>
                </a:lnTo>
                <a:lnTo>
                  <a:pt x="711" y="508000"/>
                </a:lnTo>
                <a:lnTo>
                  <a:pt x="4406" y="469900"/>
                </a:lnTo>
                <a:lnTo>
                  <a:pt x="11137" y="431800"/>
                </a:lnTo>
                <a:lnTo>
                  <a:pt x="20789" y="393700"/>
                </a:lnTo>
                <a:lnTo>
                  <a:pt x="33261" y="355600"/>
                </a:lnTo>
                <a:lnTo>
                  <a:pt x="48425" y="317500"/>
                </a:lnTo>
                <a:lnTo>
                  <a:pt x="66167" y="279400"/>
                </a:lnTo>
                <a:lnTo>
                  <a:pt x="86360" y="241300"/>
                </a:lnTo>
                <a:lnTo>
                  <a:pt x="104178" y="241300"/>
                </a:lnTo>
                <a:lnTo>
                  <a:pt x="97002" y="254000"/>
                </a:lnTo>
                <a:lnTo>
                  <a:pt x="90170" y="266700"/>
                </a:lnTo>
                <a:lnTo>
                  <a:pt x="83591" y="279400"/>
                </a:lnTo>
                <a:lnTo>
                  <a:pt x="77279" y="292100"/>
                </a:lnTo>
                <a:lnTo>
                  <a:pt x="71310" y="292100"/>
                </a:lnTo>
                <a:lnTo>
                  <a:pt x="65468" y="304800"/>
                </a:lnTo>
                <a:lnTo>
                  <a:pt x="59969" y="317500"/>
                </a:lnTo>
                <a:lnTo>
                  <a:pt x="54749" y="330200"/>
                </a:lnTo>
                <a:lnTo>
                  <a:pt x="49809" y="342900"/>
                </a:lnTo>
                <a:lnTo>
                  <a:pt x="45161" y="355600"/>
                </a:lnTo>
                <a:lnTo>
                  <a:pt x="40805" y="368300"/>
                </a:lnTo>
                <a:lnTo>
                  <a:pt x="36753" y="381000"/>
                </a:lnTo>
                <a:lnTo>
                  <a:pt x="32994" y="393700"/>
                </a:lnTo>
                <a:lnTo>
                  <a:pt x="29540" y="406400"/>
                </a:lnTo>
                <a:lnTo>
                  <a:pt x="26390" y="419100"/>
                </a:lnTo>
                <a:lnTo>
                  <a:pt x="23558" y="431800"/>
                </a:lnTo>
                <a:lnTo>
                  <a:pt x="21043" y="444500"/>
                </a:lnTo>
                <a:lnTo>
                  <a:pt x="18859" y="457200"/>
                </a:lnTo>
                <a:lnTo>
                  <a:pt x="16992" y="469900"/>
                </a:lnTo>
                <a:lnTo>
                  <a:pt x="15455" y="482600"/>
                </a:lnTo>
                <a:lnTo>
                  <a:pt x="14249" y="495300"/>
                </a:lnTo>
                <a:lnTo>
                  <a:pt x="13398" y="508000"/>
                </a:lnTo>
                <a:lnTo>
                  <a:pt x="12877" y="533400"/>
                </a:lnTo>
                <a:lnTo>
                  <a:pt x="12700" y="546100"/>
                </a:lnTo>
                <a:lnTo>
                  <a:pt x="12700" y="2705100"/>
                </a:lnTo>
                <a:lnTo>
                  <a:pt x="12877" y="2717800"/>
                </a:lnTo>
                <a:lnTo>
                  <a:pt x="13398" y="2730500"/>
                </a:lnTo>
                <a:lnTo>
                  <a:pt x="14262" y="2755900"/>
                </a:lnTo>
                <a:lnTo>
                  <a:pt x="15468" y="2768600"/>
                </a:lnTo>
                <a:lnTo>
                  <a:pt x="17018" y="2781300"/>
                </a:lnTo>
                <a:lnTo>
                  <a:pt x="18884" y="2794000"/>
                </a:lnTo>
                <a:lnTo>
                  <a:pt x="21082" y="2806700"/>
                </a:lnTo>
                <a:lnTo>
                  <a:pt x="23596" y="2819400"/>
                </a:lnTo>
                <a:lnTo>
                  <a:pt x="26428" y="2832100"/>
                </a:lnTo>
                <a:lnTo>
                  <a:pt x="29578" y="2844800"/>
                </a:lnTo>
                <a:lnTo>
                  <a:pt x="33032" y="2857500"/>
                </a:lnTo>
                <a:lnTo>
                  <a:pt x="36791" y="2870200"/>
                </a:lnTo>
                <a:lnTo>
                  <a:pt x="40855" y="2882900"/>
                </a:lnTo>
                <a:lnTo>
                  <a:pt x="45212" y="2895600"/>
                </a:lnTo>
                <a:lnTo>
                  <a:pt x="49860" y="2908300"/>
                </a:lnTo>
                <a:lnTo>
                  <a:pt x="54800" y="2921000"/>
                </a:lnTo>
                <a:lnTo>
                  <a:pt x="60032" y="2933700"/>
                </a:lnTo>
                <a:lnTo>
                  <a:pt x="65532" y="2946400"/>
                </a:lnTo>
                <a:lnTo>
                  <a:pt x="71234" y="2946400"/>
                </a:lnTo>
                <a:lnTo>
                  <a:pt x="77355" y="2959100"/>
                </a:lnTo>
                <a:lnTo>
                  <a:pt x="83667" y="2971800"/>
                </a:lnTo>
                <a:lnTo>
                  <a:pt x="90258" y="2984500"/>
                </a:lnTo>
                <a:lnTo>
                  <a:pt x="97091" y="2997200"/>
                </a:lnTo>
                <a:lnTo>
                  <a:pt x="104178" y="3009900"/>
                </a:lnTo>
                <a:close/>
              </a:path>
              <a:path w="10812780" h="3251200">
                <a:moveTo>
                  <a:pt x="10726420" y="3009900"/>
                </a:moveTo>
                <a:lnTo>
                  <a:pt x="10708601" y="3009900"/>
                </a:lnTo>
                <a:lnTo>
                  <a:pt x="10715764" y="2997200"/>
                </a:lnTo>
                <a:lnTo>
                  <a:pt x="10722610" y="2984500"/>
                </a:lnTo>
                <a:lnTo>
                  <a:pt x="10729188" y="2971800"/>
                </a:lnTo>
                <a:lnTo>
                  <a:pt x="10735500" y="2959100"/>
                </a:lnTo>
                <a:lnTo>
                  <a:pt x="10741545" y="2946400"/>
                </a:lnTo>
                <a:lnTo>
                  <a:pt x="10747248" y="2946400"/>
                </a:lnTo>
                <a:lnTo>
                  <a:pt x="10752810" y="2933700"/>
                </a:lnTo>
                <a:lnTo>
                  <a:pt x="10758030" y="2921000"/>
                </a:lnTo>
                <a:lnTo>
                  <a:pt x="10762970" y="2908300"/>
                </a:lnTo>
                <a:lnTo>
                  <a:pt x="10767618" y="2895600"/>
                </a:lnTo>
                <a:lnTo>
                  <a:pt x="10771974" y="2882900"/>
                </a:lnTo>
                <a:lnTo>
                  <a:pt x="10776026" y="2870200"/>
                </a:lnTo>
                <a:lnTo>
                  <a:pt x="10779785" y="2857500"/>
                </a:lnTo>
                <a:lnTo>
                  <a:pt x="10783239" y="2844800"/>
                </a:lnTo>
                <a:lnTo>
                  <a:pt x="10786389" y="2832100"/>
                </a:lnTo>
                <a:lnTo>
                  <a:pt x="10789221" y="2819400"/>
                </a:lnTo>
                <a:lnTo>
                  <a:pt x="10791736" y="2806700"/>
                </a:lnTo>
                <a:lnTo>
                  <a:pt x="10793920" y="2794000"/>
                </a:lnTo>
                <a:lnTo>
                  <a:pt x="10795787" y="2781300"/>
                </a:lnTo>
                <a:lnTo>
                  <a:pt x="10797324" y="2768600"/>
                </a:lnTo>
                <a:lnTo>
                  <a:pt x="10798530" y="2755900"/>
                </a:lnTo>
                <a:lnTo>
                  <a:pt x="10799381" y="2730500"/>
                </a:lnTo>
                <a:lnTo>
                  <a:pt x="10799902" y="2717800"/>
                </a:lnTo>
                <a:lnTo>
                  <a:pt x="10800080" y="2705100"/>
                </a:lnTo>
                <a:lnTo>
                  <a:pt x="10800080" y="546100"/>
                </a:lnTo>
                <a:lnTo>
                  <a:pt x="10799902" y="533400"/>
                </a:lnTo>
                <a:lnTo>
                  <a:pt x="10799381" y="508000"/>
                </a:lnTo>
                <a:lnTo>
                  <a:pt x="10798517" y="495300"/>
                </a:lnTo>
                <a:lnTo>
                  <a:pt x="10797311" y="482600"/>
                </a:lnTo>
                <a:lnTo>
                  <a:pt x="10795762" y="469900"/>
                </a:lnTo>
                <a:lnTo>
                  <a:pt x="10793895" y="457200"/>
                </a:lnTo>
                <a:lnTo>
                  <a:pt x="10791698" y="444500"/>
                </a:lnTo>
                <a:lnTo>
                  <a:pt x="10789183" y="431800"/>
                </a:lnTo>
                <a:lnTo>
                  <a:pt x="10786351" y="419100"/>
                </a:lnTo>
                <a:lnTo>
                  <a:pt x="10783201" y="406400"/>
                </a:lnTo>
                <a:lnTo>
                  <a:pt x="10779747" y="393700"/>
                </a:lnTo>
                <a:lnTo>
                  <a:pt x="10775988" y="381000"/>
                </a:lnTo>
                <a:lnTo>
                  <a:pt x="10771924" y="368300"/>
                </a:lnTo>
                <a:lnTo>
                  <a:pt x="10767568" y="355600"/>
                </a:lnTo>
                <a:lnTo>
                  <a:pt x="10762907" y="342900"/>
                </a:lnTo>
                <a:lnTo>
                  <a:pt x="10757979" y="330200"/>
                </a:lnTo>
                <a:lnTo>
                  <a:pt x="10752747" y="317500"/>
                </a:lnTo>
                <a:lnTo>
                  <a:pt x="10747248" y="304800"/>
                </a:lnTo>
                <a:lnTo>
                  <a:pt x="10741469" y="292100"/>
                </a:lnTo>
                <a:lnTo>
                  <a:pt x="10735500" y="292100"/>
                </a:lnTo>
                <a:lnTo>
                  <a:pt x="10729099" y="279400"/>
                </a:lnTo>
                <a:lnTo>
                  <a:pt x="10722521" y="266700"/>
                </a:lnTo>
                <a:lnTo>
                  <a:pt x="10715688" y="254000"/>
                </a:lnTo>
                <a:lnTo>
                  <a:pt x="10708601" y="241300"/>
                </a:lnTo>
                <a:lnTo>
                  <a:pt x="10726420" y="241300"/>
                </a:lnTo>
                <a:lnTo>
                  <a:pt x="10733417" y="254000"/>
                </a:lnTo>
                <a:lnTo>
                  <a:pt x="10752810" y="292100"/>
                </a:lnTo>
                <a:lnTo>
                  <a:pt x="10769701" y="330200"/>
                </a:lnTo>
                <a:lnTo>
                  <a:pt x="10783976" y="368300"/>
                </a:lnTo>
                <a:lnTo>
                  <a:pt x="10795520" y="406400"/>
                </a:lnTo>
                <a:lnTo>
                  <a:pt x="10804220" y="444500"/>
                </a:lnTo>
                <a:lnTo>
                  <a:pt x="10809947" y="482600"/>
                </a:lnTo>
                <a:lnTo>
                  <a:pt x="10812602" y="533400"/>
                </a:lnTo>
                <a:lnTo>
                  <a:pt x="10812780" y="546100"/>
                </a:lnTo>
                <a:lnTo>
                  <a:pt x="10812780" y="2705100"/>
                </a:lnTo>
                <a:lnTo>
                  <a:pt x="10812068" y="2743200"/>
                </a:lnTo>
                <a:lnTo>
                  <a:pt x="10808373" y="2781300"/>
                </a:lnTo>
                <a:lnTo>
                  <a:pt x="10801642" y="2819400"/>
                </a:lnTo>
                <a:lnTo>
                  <a:pt x="10791990" y="2857500"/>
                </a:lnTo>
                <a:lnTo>
                  <a:pt x="10779518" y="2895600"/>
                </a:lnTo>
                <a:lnTo>
                  <a:pt x="10764354" y="2933700"/>
                </a:lnTo>
                <a:lnTo>
                  <a:pt x="10746613" y="2971800"/>
                </a:lnTo>
                <a:lnTo>
                  <a:pt x="10733417" y="2997200"/>
                </a:lnTo>
                <a:lnTo>
                  <a:pt x="10726420" y="3009900"/>
                </a:lnTo>
                <a:close/>
              </a:path>
              <a:path w="10812780" h="3251200">
                <a:moveTo>
                  <a:pt x="151841" y="3073400"/>
                </a:moveTo>
                <a:lnTo>
                  <a:pt x="133667" y="3073400"/>
                </a:lnTo>
                <a:lnTo>
                  <a:pt x="125171" y="3060700"/>
                </a:lnTo>
                <a:lnTo>
                  <a:pt x="116916" y="3048000"/>
                </a:lnTo>
                <a:lnTo>
                  <a:pt x="108902" y="3035300"/>
                </a:lnTo>
                <a:lnTo>
                  <a:pt x="101130" y="3022600"/>
                </a:lnTo>
                <a:lnTo>
                  <a:pt x="93611" y="3009900"/>
                </a:lnTo>
                <a:lnTo>
                  <a:pt x="104101" y="3009900"/>
                </a:lnTo>
                <a:lnTo>
                  <a:pt x="111531" y="3022600"/>
                </a:lnTo>
                <a:lnTo>
                  <a:pt x="119113" y="3035300"/>
                </a:lnTo>
                <a:lnTo>
                  <a:pt x="126847" y="3035300"/>
                </a:lnTo>
                <a:lnTo>
                  <a:pt x="135013" y="3048000"/>
                </a:lnTo>
                <a:lnTo>
                  <a:pt x="143319" y="3060700"/>
                </a:lnTo>
                <a:lnTo>
                  <a:pt x="151841" y="3073400"/>
                </a:lnTo>
                <a:close/>
              </a:path>
              <a:path w="10812780" h="3251200">
                <a:moveTo>
                  <a:pt x="10679112" y="3073400"/>
                </a:moveTo>
                <a:lnTo>
                  <a:pt x="10660938" y="3073400"/>
                </a:lnTo>
                <a:lnTo>
                  <a:pt x="10669562" y="3060700"/>
                </a:lnTo>
                <a:lnTo>
                  <a:pt x="10677867" y="3048000"/>
                </a:lnTo>
                <a:lnTo>
                  <a:pt x="10685932" y="3035300"/>
                </a:lnTo>
                <a:lnTo>
                  <a:pt x="10693666" y="3035300"/>
                </a:lnTo>
                <a:lnTo>
                  <a:pt x="10701337" y="3022600"/>
                </a:lnTo>
                <a:lnTo>
                  <a:pt x="10708678" y="3009900"/>
                </a:lnTo>
                <a:lnTo>
                  <a:pt x="10719155" y="3009900"/>
                </a:lnTo>
                <a:lnTo>
                  <a:pt x="10711649" y="3022600"/>
                </a:lnTo>
                <a:lnTo>
                  <a:pt x="10703877" y="3035300"/>
                </a:lnTo>
                <a:lnTo>
                  <a:pt x="10695863" y="3048000"/>
                </a:lnTo>
                <a:lnTo>
                  <a:pt x="10687608" y="3060700"/>
                </a:lnTo>
                <a:lnTo>
                  <a:pt x="10679112" y="3073400"/>
                </a:lnTo>
                <a:close/>
              </a:path>
              <a:path w="10812780" h="3251200">
                <a:moveTo>
                  <a:pt x="188175" y="3111500"/>
                </a:moveTo>
                <a:lnTo>
                  <a:pt x="169951" y="3111500"/>
                </a:lnTo>
                <a:lnTo>
                  <a:pt x="160540" y="3098800"/>
                </a:lnTo>
                <a:lnTo>
                  <a:pt x="151358" y="3086100"/>
                </a:lnTo>
                <a:lnTo>
                  <a:pt x="142392" y="3073400"/>
                </a:lnTo>
                <a:lnTo>
                  <a:pt x="160502" y="3073400"/>
                </a:lnTo>
                <a:lnTo>
                  <a:pt x="169583" y="3086100"/>
                </a:lnTo>
                <a:lnTo>
                  <a:pt x="178777" y="3098800"/>
                </a:lnTo>
                <a:lnTo>
                  <a:pt x="188175" y="3111500"/>
                </a:lnTo>
                <a:close/>
              </a:path>
              <a:path w="10812780" h="3251200">
                <a:moveTo>
                  <a:pt x="10642828" y="3111500"/>
                </a:moveTo>
                <a:lnTo>
                  <a:pt x="10624604" y="3111500"/>
                </a:lnTo>
                <a:lnTo>
                  <a:pt x="10634116" y="3098800"/>
                </a:lnTo>
                <a:lnTo>
                  <a:pt x="10643311" y="3086100"/>
                </a:lnTo>
                <a:lnTo>
                  <a:pt x="10652277" y="3073400"/>
                </a:lnTo>
                <a:lnTo>
                  <a:pt x="10670374" y="3073400"/>
                </a:lnTo>
                <a:lnTo>
                  <a:pt x="10661421" y="3086100"/>
                </a:lnTo>
                <a:lnTo>
                  <a:pt x="10652226" y="3098800"/>
                </a:lnTo>
                <a:lnTo>
                  <a:pt x="10642828" y="3111500"/>
                </a:lnTo>
                <a:close/>
              </a:path>
              <a:path w="10812780" h="3251200">
                <a:moveTo>
                  <a:pt x="227837" y="3136900"/>
                </a:moveTo>
                <a:lnTo>
                  <a:pt x="199466" y="3136900"/>
                </a:lnTo>
                <a:lnTo>
                  <a:pt x="189420" y="3124200"/>
                </a:lnTo>
                <a:lnTo>
                  <a:pt x="179578" y="3111500"/>
                </a:lnTo>
                <a:lnTo>
                  <a:pt x="197675" y="3111500"/>
                </a:lnTo>
                <a:lnTo>
                  <a:pt x="207606" y="3124200"/>
                </a:lnTo>
                <a:lnTo>
                  <a:pt x="217512" y="3124200"/>
                </a:lnTo>
                <a:lnTo>
                  <a:pt x="227837" y="3136900"/>
                </a:lnTo>
                <a:close/>
              </a:path>
              <a:path w="10812780" h="3251200">
                <a:moveTo>
                  <a:pt x="10613313" y="3136900"/>
                </a:moveTo>
                <a:lnTo>
                  <a:pt x="10584942" y="3136900"/>
                </a:lnTo>
                <a:lnTo>
                  <a:pt x="10595267" y="3124200"/>
                </a:lnTo>
                <a:lnTo>
                  <a:pt x="10605173" y="3124200"/>
                </a:lnTo>
                <a:lnTo>
                  <a:pt x="10615104" y="3111500"/>
                </a:lnTo>
                <a:lnTo>
                  <a:pt x="10633202" y="3111500"/>
                </a:lnTo>
                <a:lnTo>
                  <a:pt x="10623359" y="3124200"/>
                </a:lnTo>
                <a:lnTo>
                  <a:pt x="10613313" y="3136900"/>
                </a:lnTo>
                <a:close/>
              </a:path>
              <a:path w="10812780" h="3251200">
                <a:moveTo>
                  <a:pt x="238252" y="3149600"/>
                </a:moveTo>
                <a:lnTo>
                  <a:pt x="220179" y="3149600"/>
                </a:lnTo>
                <a:lnTo>
                  <a:pt x="209727" y="3136900"/>
                </a:lnTo>
                <a:lnTo>
                  <a:pt x="227723" y="3136900"/>
                </a:lnTo>
                <a:lnTo>
                  <a:pt x="238252" y="3149600"/>
                </a:lnTo>
                <a:close/>
              </a:path>
              <a:path w="10812780" h="3251200">
                <a:moveTo>
                  <a:pt x="10592600" y="3149600"/>
                </a:moveTo>
                <a:lnTo>
                  <a:pt x="10574528" y="3149600"/>
                </a:lnTo>
                <a:lnTo>
                  <a:pt x="10585056" y="3136900"/>
                </a:lnTo>
                <a:lnTo>
                  <a:pt x="10603052" y="3136900"/>
                </a:lnTo>
                <a:lnTo>
                  <a:pt x="10592600" y="3149600"/>
                </a:lnTo>
                <a:close/>
              </a:path>
              <a:path w="10812780" h="3251200">
                <a:moveTo>
                  <a:pt x="281698" y="3175000"/>
                </a:moveTo>
                <a:lnTo>
                  <a:pt x="252691" y="3175000"/>
                </a:lnTo>
                <a:lnTo>
                  <a:pt x="241668" y="3162300"/>
                </a:lnTo>
                <a:lnTo>
                  <a:pt x="230822" y="3149600"/>
                </a:lnTo>
                <a:lnTo>
                  <a:pt x="248716" y="3149600"/>
                </a:lnTo>
                <a:lnTo>
                  <a:pt x="259613" y="3162300"/>
                </a:lnTo>
                <a:lnTo>
                  <a:pt x="270433" y="3162300"/>
                </a:lnTo>
                <a:lnTo>
                  <a:pt x="281698" y="3175000"/>
                </a:lnTo>
                <a:close/>
              </a:path>
              <a:path w="10812780" h="3251200">
                <a:moveTo>
                  <a:pt x="10560088" y="3175000"/>
                </a:moveTo>
                <a:lnTo>
                  <a:pt x="10531081" y="3175000"/>
                </a:lnTo>
                <a:lnTo>
                  <a:pt x="10542346" y="3162300"/>
                </a:lnTo>
                <a:lnTo>
                  <a:pt x="10553166" y="3162300"/>
                </a:lnTo>
                <a:lnTo>
                  <a:pt x="10564063" y="3149600"/>
                </a:lnTo>
                <a:lnTo>
                  <a:pt x="10581957" y="3149600"/>
                </a:lnTo>
                <a:lnTo>
                  <a:pt x="10571111" y="3162300"/>
                </a:lnTo>
                <a:lnTo>
                  <a:pt x="10560088" y="3175000"/>
                </a:lnTo>
                <a:close/>
              </a:path>
              <a:path w="10812780" h="3251200">
                <a:moveTo>
                  <a:pt x="304457" y="3187700"/>
                </a:moveTo>
                <a:lnTo>
                  <a:pt x="275297" y="3187700"/>
                </a:lnTo>
                <a:lnTo>
                  <a:pt x="263906" y="3175000"/>
                </a:lnTo>
                <a:lnTo>
                  <a:pt x="292849" y="3175000"/>
                </a:lnTo>
                <a:lnTo>
                  <a:pt x="304457" y="3187700"/>
                </a:lnTo>
                <a:close/>
              </a:path>
              <a:path w="10812780" h="3251200">
                <a:moveTo>
                  <a:pt x="10537482" y="3187700"/>
                </a:moveTo>
                <a:lnTo>
                  <a:pt x="10508322" y="3187700"/>
                </a:lnTo>
                <a:lnTo>
                  <a:pt x="10519930" y="3175000"/>
                </a:lnTo>
                <a:lnTo>
                  <a:pt x="10548874" y="3175000"/>
                </a:lnTo>
                <a:lnTo>
                  <a:pt x="10537482" y="3187700"/>
                </a:lnTo>
                <a:close/>
              </a:path>
              <a:path w="10812780" h="3251200">
                <a:moveTo>
                  <a:pt x="327863" y="3200400"/>
                </a:moveTo>
                <a:lnTo>
                  <a:pt x="298589" y="3200400"/>
                </a:lnTo>
                <a:lnTo>
                  <a:pt x="286854" y="3187700"/>
                </a:lnTo>
                <a:lnTo>
                  <a:pt x="315937" y="3187700"/>
                </a:lnTo>
                <a:lnTo>
                  <a:pt x="327863" y="3200400"/>
                </a:lnTo>
                <a:close/>
              </a:path>
              <a:path w="10812780" h="3251200">
                <a:moveTo>
                  <a:pt x="10514190" y="3200400"/>
                </a:moveTo>
                <a:lnTo>
                  <a:pt x="10484916" y="3200400"/>
                </a:lnTo>
                <a:lnTo>
                  <a:pt x="10496842" y="3187700"/>
                </a:lnTo>
                <a:lnTo>
                  <a:pt x="10525925" y="3187700"/>
                </a:lnTo>
                <a:lnTo>
                  <a:pt x="10514190" y="3200400"/>
                </a:lnTo>
                <a:close/>
              </a:path>
              <a:path w="10812780" h="3251200">
                <a:moveTo>
                  <a:pt x="351878" y="3213100"/>
                </a:moveTo>
                <a:lnTo>
                  <a:pt x="322554" y="3213100"/>
                </a:lnTo>
                <a:lnTo>
                  <a:pt x="310489" y="3200400"/>
                </a:lnTo>
                <a:lnTo>
                  <a:pt x="339648" y="3200400"/>
                </a:lnTo>
                <a:lnTo>
                  <a:pt x="351878" y="3213100"/>
                </a:lnTo>
                <a:close/>
              </a:path>
              <a:path w="10812780" h="3251200">
                <a:moveTo>
                  <a:pt x="10490225" y="3213100"/>
                </a:moveTo>
                <a:lnTo>
                  <a:pt x="10460901" y="3213100"/>
                </a:lnTo>
                <a:lnTo>
                  <a:pt x="10473131" y="3200400"/>
                </a:lnTo>
                <a:lnTo>
                  <a:pt x="10502277" y="3200400"/>
                </a:lnTo>
                <a:lnTo>
                  <a:pt x="10490225" y="3213100"/>
                </a:lnTo>
                <a:close/>
              </a:path>
              <a:path w="10812780" h="3251200">
                <a:moveTo>
                  <a:pt x="388988" y="3225800"/>
                </a:moveTo>
                <a:lnTo>
                  <a:pt x="359676" y="3225800"/>
                </a:lnTo>
                <a:lnTo>
                  <a:pt x="347154" y="3213100"/>
                </a:lnTo>
                <a:lnTo>
                  <a:pt x="376339" y="3213100"/>
                </a:lnTo>
                <a:lnTo>
                  <a:pt x="388988" y="3225800"/>
                </a:lnTo>
                <a:close/>
              </a:path>
              <a:path w="10812780" h="3251200">
                <a:moveTo>
                  <a:pt x="10453103" y="3225800"/>
                </a:moveTo>
                <a:lnTo>
                  <a:pt x="10423791" y="3225800"/>
                </a:lnTo>
                <a:lnTo>
                  <a:pt x="10436440" y="3213100"/>
                </a:lnTo>
                <a:lnTo>
                  <a:pt x="10465625" y="3213100"/>
                </a:lnTo>
                <a:lnTo>
                  <a:pt x="10453103" y="3225800"/>
                </a:lnTo>
                <a:close/>
              </a:path>
              <a:path w="10812780" h="3251200">
                <a:moveTo>
                  <a:pt x="440296" y="3238500"/>
                </a:moveTo>
                <a:lnTo>
                  <a:pt x="385140" y="3238500"/>
                </a:lnTo>
                <a:lnTo>
                  <a:pt x="372338" y="3225800"/>
                </a:lnTo>
                <a:lnTo>
                  <a:pt x="427139" y="3225800"/>
                </a:lnTo>
                <a:lnTo>
                  <a:pt x="440296" y="3238500"/>
                </a:lnTo>
                <a:close/>
              </a:path>
              <a:path w="10812780" h="3251200">
                <a:moveTo>
                  <a:pt x="10427639" y="3238500"/>
                </a:moveTo>
                <a:lnTo>
                  <a:pt x="10372471" y="3238500"/>
                </a:lnTo>
                <a:lnTo>
                  <a:pt x="10385640" y="3225800"/>
                </a:lnTo>
                <a:lnTo>
                  <a:pt x="10440441" y="3225800"/>
                </a:lnTo>
                <a:lnTo>
                  <a:pt x="10427639" y="3238500"/>
                </a:lnTo>
                <a:close/>
              </a:path>
              <a:path w="10812780" h="3251200">
                <a:moveTo>
                  <a:pt x="10375099" y="3251200"/>
                </a:moveTo>
                <a:lnTo>
                  <a:pt x="437680" y="3251200"/>
                </a:lnTo>
                <a:lnTo>
                  <a:pt x="424357" y="3238500"/>
                </a:lnTo>
                <a:lnTo>
                  <a:pt x="10388422" y="3238500"/>
                </a:lnTo>
                <a:lnTo>
                  <a:pt x="10375099" y="3251200"/>
                </a:lnTo>
                <a:close/>
              </a:path>
            </a:pathLst>
          </a:custGeom>
          <a:solidFill>
            <a:srgbClr val="78A77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164336" y="3220211"/>
            <a:ext cx="9862185" cy="64643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181610" rIns="0" bIns="0" rtlCol="0" vert="horz">
            <a:spAutoFit/>
          </a:bodyPr>
          <a:lstStyle/>
          <a:p>
            <a:pPr marL="434975" indent="-342900">
              <a:lnSpc>
                <a:spcPct val="100000"/>
              </a:lnSpc>
              <a:spcBef>
                <a:spcPts val="1430"/>
              </a:spcBef>
              <a:buFont typeface="Wingdings"/>
              <a:buChar char=""/>
              <a:tabLst>
                <a:tab pos="434975" algn="l"/>
              </a:tabLst>
            </a:pPr>
            <a:r>
              <a:rPr dirty="0" sz="2400" b="1">
                <a:latin typeface="宋体"/>
                <a:cs typeface="宋体"/>
              </a:rPr>
              <a:t>输入三个整数x、y、z，请把这三个数由小到大输出</a:t>
            </a:r>
            <a:r>
              <a:rPr dirty="0" sz="2400" spc="-10" b="1">
                <a:latin typeface="宋体"/>
                <a:cs typeface="宋体"/>
              </a:rPr>
              <a:t>！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494030">
              <a:lnSpc>
                <a:spcPct val="100000"/>
              </a:lnSpc>
              <a:spcBef>
                <a:spcPts val="100"/>
              </a:spcBef>
            </a:pPr>
            <a:r>
              <a:rPr dirty="0"/>
              <a:t>谢谢观看</a:t>
            </a:r>
          </a:p>
        </p:txBody>
      </p:sp>
      <p:sp>
        <p:nvSpPr>
          <p:cNvPr id="3" name="object 3"/>
          <p:cNvSpPr/>
          <p:nvPr/>
        </p:nvSpPr>
        <p:spPr>
          <a:xfrm>
            <a:off x="281368" y="990955"/>
            <a:ext cx="1097915" cy="1085215"/>
          </a:xfrm>
          <a:custGeom>
            <a:avLst/>
            <a:gdLst/>
            <a:ahLst/>
            <a:cxnLst/>
            <a:rect l="l" t="t" r="r" b="b"/>
            <a:pathLst>
              <a:path w="1097915" h="1085214">
                <a:moveTo>
                  <a:pt x="1097876" y="1085113"/>
                </a:moveTo>
                <a:lnTo>
                  <a:pt x="0" y="807783"/>
                </a:lnTo>
                <a:lnTo>
                  <a:pt x="788009" y="0"/>
                </a:lnTo>
                <a:lnTo>
                  <a:pt x="792013" y="14020"/>
                </a:lnTo>
                <a:lnTo>
                  <a:pt x="778802" y="14020"/>
                </a:lnTo>
                <a:lnTo>
                  <a:pt x="781806" y="24543"/>
                </a:lnTo>
                <a:lnTo>
                  <a:pt x="27121" y="798169"/>
                </a:lnTo>
                <a:lnTo>
                  <a:pt x="13792" y="798169"/>
                </a:lnTo>
                <a:lnTo>
                  <a:pt x="16789" y="808761"/>
                </a:lnTo>
                <a:lnTo>
                  <a:pt x="55722" y="808761"/>
                </a:lnTo>
                <a:lnTo>
                  <a:pt x="1079610" y="1067402"/>
                </a:lnTo>
                <a:lnTo>
                  <a:pt x="1082636" y="1078001"/>
                </a:lnTo>
                <a:lnTo>
                  <a:pt x="1095845" y="1078001"/>
                </a:lnTo>
                <a:lnTo>
                  <a:pt x="1097876" y="1085113"/>
                </a:lnTo>
                <a:close/>
              </a:path>
              <a:path w="1097915" h="1085214">
                <a:moveTo>
                  <a:pt x="781806" y="24543"/>
                </a:moveTo>
                <a:lnTo>
                  <a:pt x="778802" y="14020"/>
                </a:lnTo>
                <a:lnTo>
                  <a:pt x="789457" y="16700"/>
                </a:lnTo>
                <a:lnTo>
                  <a:pt x="781806" y="24543"/>
                </a:lnTo>
                <a:close/>
              </a:path>
              <a:path w="1097915" h="1085214">
                <a:moveTo>
                  <a:pt x="1095845" y="1078001"/>
                </a:moveTo>
                <a:lnTo>
                  <a:pt x="1082636" y="1078001"/>
                </a:lnTo>
                <a:lnTo>
                  <a:pt x="1090295" y="1070102"/>
                </a:lnTo>
                <a:lnTo>
                  <a:pt x="1079610" y="1067402"/>
                </a:lnTo>
                <a:lnTo>
                  <a:pt x="781806" y="24543"/>
                </a:lnTo>
                <a:lnTo>
                  <a:pt x="789457" y="16700"/>
                </a:lnTo>
                <a:lnTo>
                  <a:pt x="778802" y="14020"/>
                </a:lnTo>
                <a:lnTo>
                  <a:pt x="792013" y="14020"/>
                </a:lnTo>
                <a:lnTo>
                  <a:pt x="1095845" y="1078001"/>
                </a:lnTo>
                <a:close/>
              </a:path>
              <a:path w="1097915" h="1085214">
                <a:moveTo>
                  <a:pt x="16789" y="808761"/>
                </a:moveTo>
                <a:lnTo>
                  <a:pt x="13792" y="798169"/>
                </a:lnTo>
                <a:lnTo>
                  <a:pt x="24486" y="800871"/>
                </a:lnTo>
                <a:lnTo>
                  <a:pt x="16789" y="808761"/>
                </a:lnTo>
                <a:close/>
              </a:path>
              <a:path w="1097915" h="1085214">
                <a:moveTo>
                  <a:pt x="24486" y="800871"/>
                </a:moveTo>
                <a:lnTo>
                  <a:pt x="13792" y="798169"/>
                </a:lnTo>
                <a:lnTo>
                  <a:pt x="27121" y="798169"/>
                </a:lnTo>
                <a:lnTo>
                  <a:pt x="24486" y="800871"/>
                </a:lnTo>
                <a:close/>
              </a:path>
              <a:path w="1097915" h="1085214">
                <a:moveTo>
                  <a:pt x="55722" y="808761"/>
                </a:moveTo>
                <a:lnTo>
                  <a:pt x="16789" y="808761"/>
                </a:lnTo>
                <a:lnTo>
                  <a:pt x="24486" y="800871"/>
                </a:lnTo>
                <a:lnTo>
                  <a:pt x="55722" y="808761"/>
                </a:lnTo>
                <a:close/>
              </a:path>
              <a:path w="1097915" h="1085214">
                <a:moveTo>
                  <a:pt x="1082636" y="1078001"/>
                </a:moveTo>
                <a:lnTo>
                  <a:pt x="1079610" y="1067402"/>
                </a:lnTo>
                <a:lnTo>
                  <a:pt x="1090295" y="1070102"/>
                </a:lnTo>
                <a:lnTo>
                  <a:pt x="1082636" y="1078001"/>
                </a:lnTo>
                <a:close/>
              </a:path>
            </a:pathLst>
          </a:custGeom>
          <a:solidFill>
            <a:srgbClr val="253A2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355775" y="204177"/>
            <a:ext cx="1704975" cy="1703070"/>
          </a:xfrm>
          <a:custGeom>
            <a:avLst/>
            <a:gdLst/>
            <a:ahLst/>
            <a:cxnLst/>
            <a:rect l="l" t="t" r="r" b="b"/>
            <a:pathLst>
              <a:path w="1704975" h="1703070">
                <a:moveTo>
                  <a:pt x="456120" y="1702625"/>
                </a:moveTo>
                <a:lnTo>
                  <a:pt x="0" y="0"/>
                </a:lnTo>
                <a:lnTo>
                  <a:pt x="27638" y="7289"/>
                </a:lnTo>
                <a:lnTo>
                  <a:pt x="15100" y="7289"/>
                </a:lnTo>
                <a:lnTo>
                  <a:pt x="7353" y="15074"/>
                </a:lnTo>
                <a:lnTo>
                  <a:pt x="17933" y="17865"/>
                </a:lnTo>
                <a:lnTo>
                  <a:pt x="462677" y="1678042"/>
                </a:lnTo>
                <a:lnTo>
                  <a:pt x="454901" y="1685848"/>
                </a:lnTo>
                <a:lnTo>
                  <a:pt x="465531" y="1688693"/>
                </a:lnTo>
                <a:lnTo>
                  <a:pt x="469998" y="1688693"/>
                </a:lnTo>
                <a:lnTo>
                  <a:pt x="456120" y="1702625"/>
                </a:lnTo>
                <a:close/>
              </a:path>
              <a:path w="1704975" h="1703070">
                <a:moveTo>
                  <a:pt x="17933" y="17865"/>
                </a:moveTo>
                <a:lnTo>
                  <a:pt x="7353" y="15074"/>
                </a:lnTo>
                <a:lnTo>
                  <a:pt x="15100" y="7289"/>
                </a:lnTo>
                <a:lnTo>
                  <a:pt x="17933" y="17865"/>
                </a:lnTo>
                <a:close/>
              </a:path>
              <a:path w="1704975" h="1703070">
                <a:moveTo>
                  <a:pt x="1679822" y="456207"/>
                </a:moveTo>
                <a:lnTo>
                  <a:pt x="17933" y="17865"/>
                </a:lnTo>
                <a:lnTo>
                  <a:pt x="15100" y="7289"/>
                </a:lnTo>
                <a:lnTo>
                  <a:pt x="27638" y="7289"/>
                </a:lnTo>
                <a:lnTo>
                  <a:pt x="1700044" y="448398"/>
                </a:lnTo>
                <a:lnTo>
                  <a:pt x="1687601" y="448398"/>
                </a:lnTo>
                <a:lnTo>
                  <a:pt x="1679822" y="456207"/>
                </a:lnTo>
                <a:close/>
              </a:path>
              <a:path w="1704975" h="1703070">
                <a:moveTo>
                  <a:pt x="1690471" y="459016"/>
                </a:moveTo>
                <a:lnTo>
                  <a:pt x="1679822" y="456207"/>
                </a:lnTo>
                <a:lnTo>
                  <a:pt x="1687601" y="448398"/>
                </a:lnTo>
                <a:lnTo>
                  <a:pt x="1690471" y="459016"/>
                </a:lnTo>
                <a:close/>
              </a:path>
              <a:path w="1704975" h="1703070">
                <a:moveTo>
                  <a:pt x="1694940" y="459016"/>
                </a:moveTo>
                <a:lnTo>
                  <a:pt x="1690471" y="459016"/>
                </a:lnTo>
                <a:lnTo>
                  <a:pt x="1687601" y="448398"/>
                </a:lnTo>
                <a:lnTo>
                  <a:pt x="1700044" y="448398"/>
                </a:lnTo>
                <a:lnTo>
                  <a:pt x="1704378" y="449541"/>
                </a:lnTo>
                <a:lnTo>
                  <a:pt x="1694940" y="459016"/>
                </a:lnTo>
                <a:close/>
              </a:path>
              <a:path w="1704975" h="1703070">
                <a:moveTo>
                  <a:pt x="469998" y="1688693"/>
                </a:moveTo>
                <a:lnTo>
                  <a:pt x="465531" y="1688693"/>
                </a:lnTo>
                <a:lnTo>
                  <a:pt x="462677" y="1678042"/>
                </a:lnTo>
                <a:lnTo>
                  <a:pt x="1679822" y="456207"/>
                </a:lnTo>
                <a:lnTo>
                  <a:pt x="1690471" y="459016"/>
                </a:lnTo>
                <a:lnTo>
                  <a:pt x="1694940" y="459016"/>
                </a:lnTo>
                <a:lnTo>
                  <a:pt x="469998" y="1688693"/>
                </a:lnTo>
                <a:close/>
              </a:path>
              <a:path w="1704975" h="1703070">
                <a:moveTo>
                  <a:pt x="465531" y="1688693"/>
                </a:moveTo>
                <a:lnTo>
                  <a:pt x="454901" y="1685848"/>
                </a:lnTo>
                <a:lnTo>
                  <a:pt x="462677" y="1678042"/>
                </a:lnTo>
                <a:lnTo>
                  <a:pt x="465531" y="1688693"/>
                </a:lnTo>
                <a:close/>
              </a:path>
            </a:pathLst>
          </a:custGeom>
          <a:solidFill>
            <a:srgbClr val="253A2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460990" y="4259198"/>
            <a:ext cx="1703705" cy="1703705"/>
          </a:xfrm>
          <a:custGeom>
            <a:avLst/>
            <a:gdLst/>
            <a:ahLst/>
            <a:cxnLst/>
            <a:rect l="l" t="t" r="r" b="b"/>
            <a:pathLst>
              <a:path w="1703704" h="1703704">
                <a:moveTo>
                  <a:pt x="452818" y="1703501"/>
                </a:moveTo>
                <a:lnTo>
                  <a:pt x="0" y="0"/>
                </a:lnTo>
                <a:lnTo>
                  <a:pt x="27566" y="7327"/>
                </a:lnTo>
                <a:lnTo>
                  <a:pt x="15074" y="7327"/>
                </a:lnTo>
                <a:lnTo>
                  <a:pt x="7315" y="15087"/>
                </a:lnTo>
                <a:lnTo>
                  <a:pt x="17884" y="17897"/>
                </a:lnTo>
                <a:lnTo>
                  <a:pt x="459432" y="1678930"/>
                </a:lnTo>
                <a:lnTo>
                  <a:pt x="451637" y="1686725"/>
                </a:lnTo>
                <a:lnTo>
                  <a:pt x="462267" y="1689595"/>
                </a:lnTo>
                <a:lnTo>
                  <a:pt x="466725" y="1689595"/>
                </a:lnTo>
                <a:lnTo>
                  <a:pt x="452818" y="1703501"/>
                </a:lnTo>
                <a:close/>
              </a:path>
              <a:path w="1703704" h="1703704">
                <a:moveTo>
                  <a:pt x="17884" y="17897"/>
                </a:moveTo>
                <a:lnTo>
                  <a:pt x="7315" y="15087"/>
                </a:lnTo>
                <a:lnTo>
                  <a:pt x="15074" y="7327"/>
                </a:lnTo>
                <a:lnTo>
                  <a:pt x="17884" y="17897"/>
                </a:lnTo>
                <a:close/>
              </a:path>
              <a:path w="1703704" h="1703704">
                <a:moveTo>
                  <a:pt x="1678927" y="459447"/>
                </a:moveTo>
                <a:lnTo>
                  <a:pt x="17884" y="17897"/>
                </a:lnTo>
                <a:lnTo>
                  <a:pt x="15074" y="7327"/>
                </a:lnTo>
                <a:lnTo>
                  <a:pt x="27566" y="7327"/>
                </a:lnTo>
                <a:lnTo>
                  <a:pt x="1699045" y="451650"/>
                </a:lnTo>
                <a:lnTo>
                  <a:pt x="1686725" y="451650"/>
                </a:lnTo>
                <a:lnTo>
                  <a:pt x="1678927" y="459447"/>
                </a:lnTo>
                <a:close/>
              </a:path>
              <a:path w="1703704" h="1703704">
                <a:moveTo>
                  <a:pt x="1689582" y="462279"/>
                </a:moveTo>
                <a:lnTo>
                  <a:pt x="1678927" y="459447"/>
                </a:lnTo>
                <a:lnTo>
                  <a:pt x="1686725" y="451650"/>
                </a:lnTo>
                <a:lnTo>
                  <a:pt x="1689582" y="462279"/>
                </a:lnTo>
                <a:close/>
              </a:path>
              <a:path w="1703704" h="1703704">
                <a:moveTo>
                  <a:pt x="1694040" y="462279"/>
                </a:moveTo>
                <a:lnTo>
                  <a:pt x="1689582" y="462279"/>
                </a:lnTo>
                <a:lnTo>
                  <a:pt x="1686725" y="451650"/>
                </a:lnTo>
                <a:lnTo>
                  <a:pt x="1699045" y="451650"/>
                </a:lnTo>
                <a:lnTo>
                  <a:pt x="1703489" y="452831"/>
                </a:lnTo>
                <a:lnTo>
                  <a:pt x="1694040" y="462279"/>
                </a:lnTo>
                <a:close/>
              </a:path>
              <a:path w="1703704" h="1703704">
                <a:moveTo>
                  <a:pt x="466725" y="1689595"/>
                </a:moveTo>
                <a:lnTo>
                  <a:pt x="462267" y="1689595"/>
                </a:lnTo>
                <a:lnTo>
                  <a:pt x="459432" y="1678930"/>
                </a:lnTo>
                <a:lnTo>
                  <a:pt x="1678927" y="459447"/>
                </a:lnTo>
                <a:lnTo>
                  <a:pt x="1689582" y="462279"/>
                </a:lnTo>
                <a:lnTo>
                  <a:pt x="1694040" y="462279"/>
                </a:lnTo>
                <a:lnTo>
                  <a:pt x="466725" y="1689595"/>
                </a:lnTo>
                <a:close/>
              </a:path>
              <a:path w="1703704" h="1703704">
                <a:moveTo>
                  <a:pt x="462267" y="1689595"/>
                </a:moveTo>
                <a:lnTo>
                  <a:pt x="451637" y="1686725"/>
                </a:lnTo>
                <a:lnTo>
                  <a:pt x="459432" y="1678930"/>
                </a:lnTo>
                <a:lnTo>
                  <a:pt x="462267" y="1689595"/>
                </a:lnTo>
                <a:close/>
              </a:path>
            </a:pathLst>
          </a:custGeom>
          <a:solidFill>
            <a:srgbClr val="253A2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1038649" y="5771337"/>
            <a:ext cx="965200" cy="961390"/>
          </a:xfrm>
          <a:custGeom>
            <a:avLst/>
            <a:gdLst/>
            <a:ahLst/>
            <a:cxnLst/>
            <a:rect l="l" t="t" r="r" b="b"/>
            <a:pathLst>
              <a:path w="965200" h="961390">
                <a:moveTo>
                  <a:pt x="964603" y="960780"/>
                </a:moveTo>
                <a:lnTo>
                  <a:pt x="0" y="702322"/>
                </a:lnTo>
                <a:lnTo>
                  <a:pt x="705116" y="0"/>
                </a:lnTo>
                <a:lnTo>
                  <a:pt x="708865" y="13881"/>
                </a:lnTo>
                <a:lnTo>
                  <a:pt x="695706" y="13881"/>
                </a:lnTo>
                <a:lnTo>
                  <a:pt x="698562" y="24456"/>
                </a:lnTo>
                <a:lnTo>
                  <a:pt x="27461" y="692899"/>
                </a:lnTo>
                <a:lnTo>
                  <a:pt x="13931" y="692899"/>
                </a:lnTo>
                <a:lnTo>
                  <a:pt x="16776" y="703541"/>
                </a:lnTo>
                <a:lnTo>
                  <a:pt x="53649" y="703541"/>
                </a:lnTo>
                <a:lnTo>
                  <a:pt x="946591" y="942814"/>
                </a:lnTo>
                <a:lnTo>
                  <a:pt x="949464" y="953452"/>
                </a:lnTo>
                <a:lnTo>
                  <a:pt x="962623" y="953452"/>
                </a:lnTo>
                <a:lnTo>
                  <a:pt x="964603" y="960780"/>
                </a:lnTo>
                <a:close/>
              </a:path>
              <a:path w="965200" h="961390">
                <a:moveTo>
                  <a:pt x="698562" y="24456"/>
                </a:moveTo>
                <a:lnTo>
                  <a:pt x="695706" y="13881"/>
                </a:lnTo>
                <a:lnTo>
                  <a:pt x="706323" y="16725"/>
                </a:lnTo>
                <a:lnTo>
                  <a:pt x="698562" y="24456"/>
                </a:lnTo>
                <a:close/>
              </a:path>
              <a:path w="965200" h="961390">
                <a:moveTo>
                  <a:pt x="962623" y="953452"/>
                </a:moveTo>
                <a:lnTo>
                  <a:pt x="949464" y="953452"/>
                </a:lnTo>
                <a:lnTo>
                  <a:pt x="957237" y="945667"/>
                </a:lnTo>
                <a:lnTo>
                  <a:pt x="946591" y="942814"/>
                </a:lnTo>
                <a:lnTo>
                  <a:pt x="698562" y="24456"/>
                </a:lnTo>
                <a:lnTo>
                  <a:pt x="706323" y="16725"/>
                </a:lnTo>
                <a:lnTo>
                  <a:pt x="695706" y="13881"/>
                </a:lnTo>
                <a:lnTo>
                  <a:pt x="708865" y="13881"/>
                </a:lnTo>
                <a:lnTo>
                  <a:pt x="962623" y="953452"/>
                </a:lnTo>
                <a:close/>
              </a:path>
              <a:path w="965200" h="961390">
                <a:moveTo>
                  <a:pt x="16776" y="703541"/>
                </a:moveTo>
                <a:lnTo>
                  <a:pt x="13931" y="692899"/>
                </a:lnTo>
                <a:lnTo>
                  <a:pt x="24593" y="695756"/>
                </a:lnTo>
                <a:lnTo>
                  <a:pt x="16776" y="703541"/>
                </a:lnTo>
                <a:close/>
              </a:path>
              <a:path w="965200" h="961390">
                <a:moveTo>
                  <a:pt x="24593" y="695756"/>
                </a:moveTo>
                <a:lnTo>
                  <a:pt x="13931" y="692899"/>
                </a:lnTo>
                <a:lnTo>
                  <a:pt x="27461" y="692899"/>
                </a:lnTo>
                <a:lnTo>
                  <a:pt x="24593" y="695756"/>
                </a:lnTo>
                <a:close/>
              </a:path>
              <a:path w="965200" h="961390">
                <a:moveTo>
                  <a:pt x="53649" y="703541"/>
                </a:moveTo>
                <a:lnTo>
                  <a:pt x="16776" y="703541"/>
                </a:lnTo>
                <a:lnTo>
                  <a:pt x="24593" y="695756"/>
                </a:lnTo>
                <a:lnTo>
                  <a:pt x="53649" y="703541"/>
                </a:lnTo>
                <a:close/>
              </a:path>
              <a:path w="965200" h="961390">
                <a:moveTo>
                  <a:pt x="949464" y="953452"/>
                </a:moveTo>
                <a:lnTo>
                  <a:pt x="946591" y="942814"/>
                </a:lnTo>
                <a:lnTo>
                  <a:pt x="957237" y="945667"/>
                </a:lnTo>
                <a:lnTo>
                  <a:pt x="949464" y="953452"/>
                </a:lnTo>
                <a:close/>
              </a:path>
            </a:pathLst>
          </a:custGeom>
          <a:solidFill>
            <a:srgbClr val="253A27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2022-02-15T06:54:41Z</dcterms:created>
  <dcterms:modified xsi:type="dcterms:W3CDTF">2022-02-15T06:54:41Z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2021-07-05T00:00:00Z</vt:filetime>
  </property>
  <property fmtid="{D5CDD505-2E9C-101B-9397-08002B2CF9AE}" pid="3" name="Creator">
    <vt:lpwstr>WPS 演示</vt:lpwstr>
  </property>
  <property fmtid="{D5CDD505-2E9C-101B-9397-08002B2CF9AE}" pid="4" name="LastSaved">
    <vt:filetime>2022-02-15T00:00:00Z</vt:filetime>
  </property>
</Properties>
</file>