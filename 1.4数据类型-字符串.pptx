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9334500" y="0"/>
            <a:ext cx="2857500" cy="15179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327403" y="2189988"/>
            <a:ext cx="9674860" cy="1781810"/>
          </a:xfrm>
          <a:custGeom>
            <a:avLst/>
            <a:gdLst/>
            <a:ahLst/>
            <a:cxnLst/>
            <a:rect l="l" t="t" r="r" b="b"/>
            <a:pathLst>
              <a:path w="9674860" h="1781810">
                <a:moveTo>
                  <a:pt x="0" y="0"/>
                </a:moveTo>
                <a:lnTo>
                  <a:pt x="9674352" y="0"/>
                </a:lnTo>
                <a:lnTo>
                  <a:pt x="9674352" y="1781556"/>
                </a:lnTo>
                <a:lnTo>
                  <a:pt x="0" y="1781556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332988" y="0"/>
            <a:ext cx="8859520" cy="6858000"/>
          </a:xfrm>
          <a:custGeom>
            <a:avLst/>
            <a:gdLst/>
            <a:ahLst/>
            <a:cxnLst/>
            <a:rect l="l" t="t" r="r" b="b"/>
            <a:pathLst>
              <a:path w="8859520" h="6858000">
                <a:moveTo>
                  <a:pt x="0" y="6858000"/>
                </a:moveTo>
                <a:lnTo>
                  <a:pt x="8859012" y="6858000"/>
                </a:lnTo>
                <a:lnTo>
                  <a:pt x="885901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0" y="6858000"/>
                </a:moveTo>
                <a:lnTo>
                  <a:pt x="885444" y="6858000"/>
                </a:lnTo>
                <a:lnTo>
                  <a:pt x="8854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9334500" y="0"/>
            <a:ext cx="2857500" cy="15179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885444" y="0"/>
            <a:ext cx="2447925" cy="6858000"/>
          </a:xfrm>
          <a:custGeom>
            <a:avLst/>
            <a:gdLst/>
            <a:ahLst/>
            <a:cxnLst/>
            <a:rect l="l" t="t" r="r" b="b"/>
            <a:pathLst>
              <a:path w="2447925" h="6858000">
                <a:moveTo>
                  <a:pt x="0" y="0"/>
                </a:moveTo>
                <a:lnTo>
                  <a:pt x="2447544" y="0"/>
                </a:lnTo>
                <a:lnTo>
                  <a:pt x="244754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827532" y="2106167"/>
            <a:ext cx="2185670" cy="2646045"/>
          </a:xfrm>
          <a:custGeom>
            <a:avLst/>
            <a:gdLst/>
            <a:ahLst/>
            <a:cxnLst/>
            <a:rect l="l" t="t" r="r" b="b"/>
            <a:pathLst>
              <a:path w="2185670" h="2646045">
                <a:moveTo>
                  <a:pt x="0" y="0"/>
                </a:moveTo>
                <a:lnTo>
                  <a:pt x="2185416" y="0"/>
                </a:lnTo>
                <a:lnTo>
                  <a:pt x="2185416" y="2645663"/>
                </a:lnTo>
                <a:lnTo>
                  <a:pt x="0" y="2645663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9334500" y="0"/>
            <a:ext cx="2857500" cy="15179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18596" y="2584742"/>
            <a:ext cx="3554806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3711" y="2078697"/>
            <a:ext cx="9704577" cy="276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334500" y="0"/>
            <a:ext cx="2857500" cy="15179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27403" y="2189988"/>
            <a:ext cx="9674860" cy="1781810"/>
          </a:xfrm>
          <a:custGeom>
            <a:avLst/>
            <a:gdLst/>
            <a:ahLst/>
            <a:cxnLst/>
            <a:rect l="l" t="t" r="r" b="b"/>
            <a:pathLst>
              <a:path w="9674860" h="1781810">
                <a:moveTo>
                  <a:pt x="0" y="0"/>
                </a:moveTo>
                <a:lnTo>
                  <a:pt x="9674352" y="0"/>
                </a:lnTo>
                <a:lnTo>
                  <a:pt x="9674352" y="1781556"/>
                </a:lnTo>
                <a:lnTo>
                  <a:pt x="0" y="1781556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30140" y="2574035"/>
            <a:ext cx="2468880" cy="1015365"/>
          </a:xfrm>
          <a:custGeom>
            <a:avLst/>
            <a:gdLst/>
            <a:ahLst/>
            <a:cxnLst/>
            <a:rect l="l" t="t" r="r" b="b"/>
            <a:pathLst>
              <a:path w="2468879" h="1015364">
                <a:moveTo>
                  <a:pt x="0" y="0"/>
                </a:moveTo>
                <a:lnTo>
                  <a:pt x="2468880" y="0"/>
                </a:lnTo>
                <a:lnTo>
                  <a:pt x="2468880" y="1014984"/>
                </a:lnTo>
                <a:lnTo>
                  <a:pt x="0" y="1014984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009057" y="2562339"/>
            <a:ext cx="231140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F8F8F8"/>
                </a:solidFill>
                <a:latin typeface="宋体"/>
                <a:cs typeface="宋体"/>
              </a:rPr>
              <a:t>字符串</a:t>
            </a:r>
            <a:endParaRPr sz="6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1368" y="990955"/>
            <a:ext cx="1097915" cy="1085215"/>
          </a:xfrm>
          <a:custGeom>
            <a:avLst/>
            <a:gdLst/>
            <a:ahLst/>
            <a:cxnLst/>
            <a:rect l="l" t="t" r="r" b="b"/>
            <a:pathLst>
              <a:path w="1097915" h="1085214">
                <a:moveTo>
                  <a:pt x="1097876" y="1085113"/>
                </a:moveTo>
                <a:lnTo>
                  <a:pt x="0" y="807783"/>
                </a:lnTo>
                <a:lnTo>
                  <a:pt x="788009" y="0"/>
                </a:lnTo>
                <a:lnTo>
                  <a:pt x="792013" y="14020"/>
                </a:lnTo>
                <a:lnTo>
                  <a:pt x="778802" y="14020"/>
                </a:lnTo>
                <a:lnTo>
                  <a:pt x="781806" y="24543"/>
                </a:lnTo>
                <a:lnTo>
                  <a:pt x="27121" y="798169"/>
                </a:lnTo>
                <a:lnTo>
                  <a:pt x="13792" y="798169"/>
                </a:lnTo>
                <a:lnTo>
                  <a:pt x="16789" y="808761"/>
                </a:lnTo>
                <a:lnTo>
                  <a:pt x="55722" y="808761"/>
                </a:lnTo>
                <a:lnTo>
                  <a:pt x="1079610" y="1067402"/>
                </a:lnTo>
                <a:lnTo>
                  <a:pt x="1082636" y="1078001"/>
                </a:lnTo>
                <a:lnTo>
                  <a:pt x="1095845" y="1078001"/>
                </a:lnTo>
                <a:lnTo>
                  <a:pt x="1097876" y="1085113"/>
                </a:lnTo>
                <a:close/>
              </a:path>
              <a:path w="1097915" h="1085214">
                <a:moveTo>
                  <a:pt x="781806" y="24543"/>
                </a:moveTo>
                <a:lnTo>
                  <a:pt x="778802" y="14020"/>
                </a:lnTo>
                <a:lnTo>
                  <a:pt x="789457" y="16700"/>
                </a:lnTo>
                <a:lnTo>
                  <a:pt x="781806" y="24543"/>
                </a:lnTo>
                <a:close/>
              </a:path>
              <a:path w="1097915" h="1085214">
                <a:moveTo>
                  <a:pt x="1095845" y="1078001"/>
                </a:moveTo>
                <a:lnTo>
                  <a:pt x="1082636" y="1078001"/>
                </a:lnTo>
                <a:lnTo>
                  <a:pt x="1090295" y="1070102"/>
                </a:lnTo>
                <a:lnTo>
                  <a:pt x="1079610" y="1067402"/>
                </a:lnTo>
                <a:lnTo>
                  <a:pt x="781806" y="24543"/>
                </a:lnTo>
                <a:lnTo>
                  <a:pt x="789457" y="16700"/>
                </a:lnTo>
                <a:lnTo>
                  <a:pt x="778802" y="14020"/>
                </a:lnTo>
                <a:lnTo>
                  <a:pt x="792013" y="14020"/>
                </a:lnTo>
                <a:lnTo>
                  <a:pt x="1095845" y="1078001"/>
                </a:lnTo>
                <a:close/>
              </a:path>
              <a:path w="1097915" h="1085214">
                <a:moveTo>
                  <a:pt x="16789" y="808761"/>
                </a:moveTo>
                <a:lnTo>
                  <a:pt x="13792" y="798169"/>
                </a:lnTo>
                <a:lnTo>
                  <a:pt x="24486" y="800871"/>
                </a:lnTo>
                <a:lnTo>
                  <a:pt x="16789" y="808761"/>
                </a:lnTo>
                <a:close/>
              </a:path>
              <a:path w="1097915" h="1085214">
                <a:moveTo>
                  <a:pt x="24486" y="800871"/>
                </a:moveTo>
                <a:lnTo>
                  <a:pt x="13792" y="798169"/>
                </a:lnTo>
                <a:lnTo>
                  <a:pt x="27121" y="798169"/>
                </a:lnTo>
                <a:lnTo>
                  <a:pt x="24486" y="800871"/>
                </a:lnTo>
                <a:close/>
              </a:path>
              <a:path w="1097915" h="1085214">
                <a:moveTo>
                  <a:pt x="55722" y="808761"/>
                </a:moveTo>
                <a:lnTo>
                  <a:pt x="16789" y="808761"/>
                </a:lnTo>
                <a:lnTo>
                  <a:pt x="24486" y="800871"/>
                </a:lnTo>
                <a:lnTo>
                  <a:pt x="55722" y="808761"/>
                </a:lnTo>
                <a:close/>
              </a:path>
              <a:path w="1097915" h="1085214">
                <a:moveTo>
                  <a:pt x="1082636" y="1078001"/>
                </a:moveTo>
                <a:lnTo>
                  <a:pt x="1079610" y="1067402"/>
                </a:lnTo>
                <a:lnTo>
                  <a:pt x="1090295" y="1070102"/>
                </a:lnTo>
                <a:lnTo>
                  <a:pt x="1082636" y="1078001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55775" y="204177"/>
            <a:ext cx="1704975" cy="1703070"/>
          </a:xfrm>
          <a:custGeom>
            <a:avLst/>
            <a:gdLst/>
            <a:ahLst/>
            <a:cxnLst/>
            <a:rect l="l" t="t" r="r" b="b"/>
            <a:pathLst>
              <a:path w="1704975" h="1703070">
                <a:moveTo>
                  <a:pt x="456120" y="1702625"/>
                </a:moveTo>
                <a:lnTo>
                  <a:pt x="0" y="0"/>
                </a:lnTo>
                <a:lnTo>
                  <a:pt x="27638" y="7289"/>
                </a:lnTo>
                <a:lnTo>
                  <a:pt x="15100" y="7289"/>
                </a:lnTo>
                <a:lnTo>
                  <a:pt x="7353" y="15074"/>
                </a:lnTo>
                <a:lnTo>
                  <a:pt x="17933" y="17865"/>
                </a:lnTo>
                <a:lnTo>
                  <a:pt x="462677" y="1678042"/>
                </a:lnTo>
                <a:lnTo>
                  <a:pt x="454901" y="1685848"/>
                </a:lnTo>
                <a:lnTo>
                  <a:pt x="465531" y="1688693"/>
                </a:lnTo>
                <a:lnTo>
                  <a:pt x="469998" y="1688693"/>
                </a:lnTo>
                <a:lnTo>
                  <a:pt x="456120" y="1702625"/>
                </a:lnTo>
                <a:close/>
              </a:path>
              <a:path w="1704975" h="1703070">
                <a:moveTo>
                  <a:pt x="17933" y="17865"/>
                </a:moveTo>
                <a:lnTo>
                  <a:pt x="7353" y="15074"/>
                </a:lnTo>
                <a:lnTo>
                  <a:pt x="15100" y="7289"/>
                </a:lnTo>
                <a:lnTo>
                  <a:pt x="17933" y="17865"/>
                </a:lnTo>
                <a:close/>
              </a:path>
              <a:path w="1704975" h="1703070">
                <a:moveTo>
                  <a:pt x="1679822" y="456207"/>
                </a:moveTo>
                <a:lnTo>
                  <a:pt x="17933" y="17865"/>
                </a:lnTo>
                <a:lnTo>
                  <a:pt x="15100" y="7289"/>
                </a:lnTo>
                <a:lnTo>
                  <a:pt x="27638" y="7289"/>
                </a:lnTo>
                <a:lnTo>
                  <a:pt x="1700044" y="448398"/>
                </a:lnTo>
                <a:lnTo>
                  <a:pt x="1687601" y="448398"/>
                </a:lnTo>
                <a:lnTo>
                  <a:pt x="1679822" y="456207"/>
                </a:lnTo>
                <a:close/>
              </a:path>
              <a:path w="1704975" h="1703070">
                <a:moveTo>
                  <a:pt x="1690471" y="459016"/>
                </a:moveTo>
                <a:lnTo>
                  <a:pt x="1679822" y="456207"/>
                </a:lnTo>
                <a:lnTo>
                  <a:pt x="1687601" y="448398"/>
                </a:lnTo>
                <a:lnTo>
                  <a:pt x="1690471" y="459016"/>
                </a:lnTo>
                <a:close/>
              </a:path>
              <a:path w="1704975" h="1703070">
                <a:moveTo>
                  <a:pt x="1694940" y="459016"/>
                </a:moveTo>
                <a:lnTo>
                  <a:pt x="1690471" y="459016"/>
                </a:lnTo>
                <a:lnTo>
                  <a:pt x="1687601" y="448398"/>
                </a:lnTo>
                <a:lnTo>
                  <a:pt x="1700044" y="448398"/>
                </a:lnTo>
                <a:lnTo>
                  <a:pt x="1704378" y="449541"/>
                </a:lnTo>
                <a:lnTo>
                  <a:pt x="1694940" y="459016"/>
                </a:lnTo>
                <a:close/>
              </a:path>
              <a:path w="1704975" h="1703070">
                <a:moveTo>
                  <a:pt x="469998" y="1688693"/>
                </a:moveTo>
                <a:lnTo>
                  <a:pt x="465531" y="1688693"/>
                </a:lnTo>
                <a:lnTo>
                  <a:pt x="462677" y="1678042"/>
                </a:lnTo>
                <a:lnTo>
                  <a:pt x="1679822" y="456207"/>
                </a:lnTo>
                <a:lnTo>
                  <a:pt x="1690471" y="459016"/>
                </a:lnTo>
                <a:lnTo>
                  <a:pt x="1694940" y="459016"/>
                </a:lnTo>
                <a:lnTo>
                  <a:pt x="469998" y="1688693"/>
                </a:lnTo>
                <a:close/>
              </a:path>
              <a:path w="1704975" h="1703070">
                <a:moveTo>
                  <a:pt x="465531" y="1688693"/>
                </a:moveTo>
                <a:lnTo>
                  <a:pt x="454901" y="1685848"/>
                </a:lnTo>
                <a:lnTo>
                  <a:pt x="462677" y="1678042"/>
                </a:lnTo>
                <a:lnTo>
                  <a:pt x="465531" y="1688693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460990" y="4259198"/>
            <a:ext cx="1703705" cy="1703705"/>
          </a:xfrm>
          <a:custGeom>
            <a:avLst/>
            <a:gdLst/>
            <a:ahLst/>
            <a:cxnLst/>
            <a:rect l="l" t="t" r="r" b="b"/>
            <a:pathLst>
              <a:path w="1703704" h="1703704">
                <a:moveTo>
                  <a:pt x="452818" y="1703501"/>
                </a:moveTo>
                <a:lnTo>
                  <a:pt x="0" y="0"/>
                </a:lnTo>
                <a:lnTo>
                  <a:pt x="27566" y="7327"/>
                </a:lnTo>
                <a:lnTo>
                  <a:pt x="15074" y="7327"/>
                </a:lnTo>
                <a:lnTo>
                  <a:pt x="7315" y="15087"/>
                </a:lnTo>
                <a:lnTo>
                  <a:pt x="17884" y="17897"/>
                </a:lnTo>
                <a:lnTo>
                  <a:pt x="459432" y="1678930"/>
                </a:lnTo>
                <a:lnTo>
                  <a:pt x="451637" y="1686725"/>
                </a:lnTo>
                <a:lnTo>
                  <a:pt x="462267" y="1689595"/>
                </a:lnTo>
                <a:lnTo>
                  <a:pt x="466725" y="1689595"/>
                </a:lnTo>
                <a:lnTo>
                  <a:pt x="452818" y="1703501"/>
                </a:lnTo>
                <a:close/>
              </a:path>
              <a:path w="1703704" h="1703704">
                <a:moveTo>
                  <a:pt x="17884" y="17897"/>
                </a:moveTo>
                <a:lnTo>
                  <a:pt x="7315" y="15087"/>
                </a:lnTo>
                <a:lnTo>
                  <a:pt x="15074" y="7327"/>
                </a:lnTo>
                <a:lnTo>
                  <a:pt x="17884" y="17897"/>
                </a:lnTo>
                <a:close/>
              </a:path>
              <a:path w="1703704" h="1703704">
                <a:moveTo>
                  <a:pt x="1678927" y="459447"/>
                </a:moveTo>
                <a:lnTo>
                  <a:pt x="17884" y="17897"/>
                </a:lnTo>
                <a:lnTo>
                  <a:pt x="15074" y="7327"/>
                </a:lnTo>
                <a:lnTo>
                  <a:pt x="27566" y="7327"/>
                </a:lnTo>
                <a:lnTo>
                  <a:pt x="1699045" y="451650"/>
                </a:lnTo>
                <a:lnTo>
                  <a:pt x="1686725" y="451650"/>
                </a:lnTo>
                <a:lnTo>
                  <a:pt x="1678927" y="459447"/>
                </a:lnTo>
                <a:close/>
              </a:path>
              <a:path w="1703704" h="1703704">
                <a:moveTo>
                  <a:pt x="1689582" y="462279"/>
                </a:moveTo>
                <a:lnTo>
                  <a:pt x="1678927" y="459447"/>
                </a:lnTo>
                <a:lnTo>
                  <a:pt x="1686725" y="451650"/>
                </a:lnTo>
                <a:lnTo>
                  <a:pt x="1689582" y="462279"/>
                </a:lnTo>
                <a:close/>
              </a:path>
              <a:path w="1703704" h="1703704">
                <a:moveTo>
                  <a:pt x="1694040" y="462279"/>
                </a:moveTo>
                <a:lnTo>
                  <a:pt x="1689582" y="462279"/>
                </a:lnTo>
                <a:lnTo>
                  <a:pt x="1686725" y="451650"/>
                </a:lnTo>
                <a:lnTo>
                  <a:pt x="1699045" y="451650"/>
                </a:lnTo>
                <a:lnTo>
                  <a:pt x="1703489" y="452831"/>
                </a:lnTo>
                <a:lnTo>
                  <a:pt x="1694040" y="462279"/>
                </a:lnTo>
                <a:close/>
              </a:path>
              <a:path w="1703704" h="1703704">
                <a:moveTo>
                  <a:pt x="466725" y="1689595"/>
                </a:moveTo>
                <a:lnTo>
                  <a:pt x="462267" y="1689595"/>
                </a:lnTo>
                <a:lnTo>
                  <a:pt x="459432" y="1678930"/>
                </a:lnTo>
                <a:lnTo>
                  <a:pt x="1678927" y="459447"/>
                </a:lnTo>
                <a:lnTo>
                  <a:pt x="1689582" y="462279"/>
                </a:lnTo>
                <a:lnTo>
                  <a:pt x="1694040" y="462279"/>
                </a:lnTo>
                <a:lnTo>
                  <a:pt x="466725" y="1689595"/>
                </a:lnTo>
                <a:close/>
              </a:path>
              <a:path w="1703704" h="1703704">
                <a:moveTo>
                  <a:pt x="462267" y="1689595"/>
                </a:moveTo>
                <a:lnTo>
                  <a:pt x="451637" y="1686725"/>
                </a:lnTo>
                <a:lnTo>
                  <a:pt x="459432" y="1678930"/>
                </a:lnTo>
                <a:lnTo>
                  <a:pt x="462267" y="1689595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038649" y="5771337"/>
            <a:ext cx="965200" cy="961390"/>
          </a:xfrm>
          <a:custGeom>
            <a:avLst/>
            <a:gdLst/>
            <a:ahLst/>
            <a:cxnLst/>
            <a:rect l="l" t="t" r="r" b="b"/>
            <a:pathLst>
              <a:path w="965200" h="961390">
                <a:moveTo>
                  <a:pt x="964603" y="960780"/>
                </a:moveTo>
                <a:lnTo>
                  <a:pt x="0" y="702322"/>
                </a:lnTo>
                <a:lnTo>
                  <a:pt x="705116" y="0"/>
                </a:lnTo>
                <a:lnTo>
                  <a:pt x="708865" y="13881"/>
                </a:lnTo>
                <a:lnTo>
                  <a:pt x="695706" y="13881"/>
                </a:lnTo>
                <a:lnTo>
                  <a:pt x="698562" y="24456"/>
                </a:lnTo>
                <a:lnTo>
                  <a:pt x="27461" y="692899"/>
                </a:lnTo>
                <a:lnTo>
                  <a:pt x="13931" y="692899"/>
                </a:lnTo>
                <a:lnTo>
                  <a:pt x="16776" y="703541"/>
                </a:lnTo>
                <a:lnTo>
                  <a:pt x="53649" y="703541"/>
                </a:lnTo>
                <a:lnTo>
                  <a:pt x="946591" y="942814"/>
                </a:lnTo>
                <a:lnTo>
                  <a:pt x="949464" y="953452"/>
                </a:lnTo>
                <a:lnTo>
                  <a:pt x="962623" y="953452"/>
                </a:lnTo>
                <a:lnTo>
                  <a:pt x="964603" y="960780"/>
                </a:lnTo>
                <a:close/>
              </a:path>
              <a:path w="965200" h="961390">
                <a:moveTo>
                  <a:pt x="698562" y="24456"/>
                </a:moveTo>
                <a:lnTo>
                  <a:pt x="695706" y="13881"/>
                </a:lnTo>
                <a:lnTo>
                  <a:pt x="706323" y="16725"/>
                </a:lnTo>
                <a:lnTo>
                  <a:pt x="698562" y="24456"/>
                </a:lnTo>
                <a:close/>
              </a:path>
              <a:path w="965200" h="961390">
                <a:moveTo>
                  <a:pt x="962623" y="953452"/>
                </a:moveTo>
                <a:lnTo>
                  <a:pt x="949464" y="953452"/>
                </a:lnTo>
                <a:lnTo>
                  <a:pt x="957237" y="945667"/>
                </a:lnTo>
                <a:lnTo>
                  <a:pt x="946591" y="942814"/>
                </a:lnTo>
                <a:lnTo>
                  <a:pt x="698562" y="24456"/>
                </a:lnTo>
                <a:lnTo>
                  <a:pt x="706323" y="16725"/>
                </a:lnTo>
                <a:lnTo>
                  <a:pt x="695706" y="13881"/>
                </a:lnTo>
                <a:lnTo>
                  <a:pt x="708865" y="13881"/>
                </a:lnTo>
                <a:lnTo>
                  <a:pt x="962623" y="953452"/>
                </a:lnTo>
                <a:close/>
              </a:path>
              <a:path w="965200" h="961390">
                <a:moveTo>
                  <a:pt x="16776" y="703541"/>
                </a:moveTo>
                <a:lnTo>
                  <a:pt x="13931" y="692899"/>
                </a:lnTo>
                <a:lnTo>
                  <a:pt x="24593" y="695756"/>
                </a:lnTo>
                <a:lnTo>
                  <a:pt x="16776" y="703541"/>
                </a:lnTo>
                <a:close/>
              </a:path>
              <a:path w="965200" h="961390">
                <a:moveTo>
                  <a:pt x="24593" y="695756"/>
                </a:moveTo>
                <a:lnTo>
                  <a:pt x="13931" y="692899"/>
                </a:lnTo>
                <a:lnTo>
                  <a:pt x="27461" y="692899"/>
                </a:lnTo>
                <a:lnTo>
                  <a:pt x="24593" y="695756"/>
                </a:lnTo>
                <a:close/>
              </a:path>
              <a:path w="965200" h="961390">
                <a:moveTo>
                  <a:pt x="53649" y="703541"/>
                </a:moveTo>
                <a:lnTo>
                  <a:pt x="16776" y="703541"/>
                </a:lnTo>
                <a:lnTo>
                  <a:pt x="24593" y="695756"/>
                </a:lnTo>
                <a:lnTo>
                  <a:pt x="53649" y="703541"/>
                </a:lnTo>
                <a:close/>
              </a:path>
              <a:path w="965200" h="961390">
                <a:moveTo>
                  <a:pt x="949464" y="953452"/>
                </a:moveTo>
                <a:lnTo>
                  <a:pt x="946591" y="942814"/>
                </a:lnTo>
                <a:lnTo>
                  <a:pt x="957237" y="945667"/>
                </a:lnTo>
                <a:lnTo>
                  <a:pt x="949464" y="953452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课前回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722120"/>
            <a:ext cx="10799445" cy="3587750"/>
          </a:xfrm>
          <a:custGeom>
            <a:avLst/>
            <a:gdLst/>
            <a:ahLst/>
            <a:cxnLst/>
            <a:rect l="l" t="t" r="r" b="b"/>
            <a:pathLst>
              <a:path w="10799445" h="3587750">
                <a:moveTo>
                  <a:pt x="10201656" y="3587495"/>
                </a:moveTo>
                <a:lnTo>
                  <a:pt x="597407" y="3587495"/>
                </a:lnTo>
                <a:lnTo>
                  <a:pt x="548374" y="3585479"/>
                </a:lnTo>
                <a:lnTo>
                  <a:pt x="500431" y="3579603"/>
                </a:lnTo>
                <a:lnTo>
                  <a:pt x="453734" y="3570021"/>
                </a:lnTo>
                <a:lnTo>
                  <a:pt x="408436" y="3556886"/>
                </a:lnTo>
                <a:lnTo>
                  <a:pt x="364693" y="3540352"/>
                </a:lnTo>
                <a:lnTo>
                  <a:pt x="322659" y="3520572"/>
                </a:lnTo>
                <a:lnTo>
                  <a:pt x="282487" y="3497698"/>
                </a:lnTo>
                <a:lnTo>
                  <a:pt x="244333" y="3471884"/>
                </a:lnTo>
                <a:lnTo>
                  <a:pt x="208350" y="3443284"/>
                </a:lnTo>
                <a:lnTo>
                  <a:pt x="174693" y="3412050"/>
                </a:lnTo>
                <a:lnTo>
                  <a:pt x="143516" y="3378335"/>
                </a:lnTo>
                <a:lnTo>
                  <a:pt x="114974" y="3342294"/>
                </a:lnTo>
                <a:lnTo>
                  <a:pt x="89220" y="3304078"/>
                </a:lnTo>
                <a:lnTo>
                  <a:pt x="66410" y="3263841"/>
                </a:lnTo>
                <a:lnTo>
                  <a:pt x="46698" y="3221737"/>
                </a:lnTo>
                <a:lnTo>
                  <a:pt x="30237" y="3177919"/>
                </a:lnTo>
                <a:lnTo>
                  <a:pt x="17182" y="3132539"/>
                </a:lnTo>
                <a:lnTo>
                  <a:pt x="7688" y="3085751"/>
                </a:lnTo>
                <a:lnTo>
                  <a:pt x="1909" y="3037708"/>
                </a:lnTo>
                <a:lnTo>
                  <a:pt x="0" y="2988564"/>
                </a:lnTo>
                <a:lnTo>
                  <a:pt x="0" y="597407"/>
                </a:lnTo>
                <a:lnTo>
                  <a:pt x="1909" y="548355"/>
                </a:lnTo>
                <a:lnTo>
                  <a:pt x="7688" y="500397"/>
                </a:lnTo>
                <a:lnTo>
                  <a:pt x="17182" y="453685"/>
                </a:lnTo>
                <a:lnTo>
                  <a:pt x="30237" y="408375"/>
                </a:lnTo>
                <a:lnTo>
                  <a:pt x="46698" y="364622"/>
                </a:lnTo>
                <a:lnTo>
                  <a:pt x="66410" y="322579"/>
                </a:lnTo>
                <a:lnTo>
                  <a:pt x="89220" y="282400"/>
                </a:lnTo>
                <a:lnTo>
                  <a:pt x="114974" y="244241"/>
                </a:lnTo>
                <a:lnTo>
                  <a:pt x="143516" y="208255"/>
                </a:lnTo>
                <a:lnTo>
                  <a:pt x="174693" y="174598"/>
                </a:lnTo>
                <a:lnTo>
                  <a:pt x="208350" y="143422"/>
                </a:lnTo>
                <a:lnTo>
                  <a:pt x="244333" y="114882"/>
                </a:lnTo>
                <a:lnTo>
                  <a:pt x="282487" y="89134"/>
                </a:lnTo>
                <a:lnTo>
                  <a:pt x="322659" y="66330"/>
                </a:lnTo>
                <a:lnTo>
                  <a:pt x="364693" y="46626"/>
                </a:lnTo>
                <a:lnTo>
                  <a:pt x="408436" y="30176"/>
                </a:lnTo>
                <a:lnTo>
                  <a:pt x="453734" y="17134"/>
                </a:lnTo>
                <a:lnTo>
                  <a:pt x="500431" y="7654"/>
                </a:lnTo>
                <a:lnTo>
                  <a:pt x="548374" y="1891"/>
                </a:lnTo>
                <a:lnTo>
                  <a:pt x="597407" y="0"/>
                </a:lnTo>
                <a:lnTo>
                  <a:pt x="10201656" y="0"/>
                </a:lnTo>
                <a:lnTo>
                  <a:pt x="10250689" y="1891"/>
                </a:lnTo>
                <a:lnTo>
                  <a:pt x="10298632" y="7654"/>
                </a:lnTo>
                <a:lnTo>
                  <a:pt x="10345329" y="17134"/>
                </a:lnTo>
                <a:lnTo>
                  <a:pt x="10390627" y="30176"/>
                </a:lnTo>
                <a:lnTo>
                  <a:pt x="10434370" y="46626"/>
                </a:lnTo>
                <a:lnTo>
                  <a:pt x="10476404" y="66330"/>
                </a:lnTo>
                <a:lnTo>
                  <a:pt x="10516576" y="89134"/>
                </a:lnTo>
                <a:lnTo>
                  <a:pt x="10554730" y="114882"/>
                </a:lnTo>
                <a:lnTo>
                  <a:pt x="10590713" y="143422"/>
                </a:lnTo>
                <a:lnTo>
                  <a:pt x="10624370" y="174598"/>
                </a:lnTo>
                <a:lnTo>
                  <a:pt x="10655547" y="208255"/>
                </a:lnTo>
                <a:lnTo>
                  <a:pt x="10684089" y="244241"/>
                </a:lnTo>
                <a:lnTo>
                  <a:pt x="10709843" y="282400"/>
                </a:lnTo>
                <a:lnTo>
                  <a:pt x="10732653" y="322579"/>
                </a:lnTo>
                <a:lnTo>
                  <a:pt x="10752365" y="364622"/>
                </a:lnTo>
                <a:lnTo>
                  <a:pt x="10768826" y="408375"/>
                </a:lnTo>
                <a:lnTo>
                  <a:pt x="10781881" y="453685"/>
                </a:lnTo>
                <a:lnTo>
                  <a:pt x="10791375" y="500397"/>
                </a:lnTo>
                <a:lnTo>
                  <a:pt x="10797154" y="548355"/>
                </a:lnTo>
                <a:lnTo>
                  <a:pt x="10799064" y="597407"/>
                </a:lnTo>
                <a:lnTo>
                  <a:pt x="10799064" y="2988564"/>
                </a:lnTo>
                <a:lnTo>
                  <a:pt x="10797154" y="3037708"/>
                </a:lnTo>
                <a:lnTo>
                  <a:pt x="10791375" y="3085751"/>
                </a:lnTo>
                <a:lnTo>
                  <a:pt x="10781881" y="3132539"/>
                </a:lnTo>
                <a:lnTo>
                  <a:pt x="10768826" y="3177919"/>
                </a:lnTo>
                <a:lnTo>
                  <a:pt x="10752365" y="3221737"/>
                </a:lnTo>
                <a:lnTo>
                  <a:pt x="10732653" y="3263841"/>
                </a:lnTo>
                <a:lnTo>
                  <a:pt x="10709843" y="3304078"/>
                </a:lnTo>
                <a:lnTo>
                  <a:pt x="10684089" y="3342294"/>
                </a:lnTo>
                <a:lnTo>
                  <a:pt x="10655547" y="3378335"/>
                </a:lnTo>
                <a:lnTo>
                  <a:pt x="10624370" y="3412050"/>
                </a:lnTo>
                <a:lnTo>
                  <a:pt x="10590713" y="3443284"/>
                </a:lnTo>
                <a:lnTo>
                  <a:pt x="10554730" y="3471884"/>
                </a:lnTo>
                <a:lnTo>
                  <a:pt x="10516576" y="3497698"/>
                </a:lnTo>
                <a:lnTo>
                  <a:pt x="10476404" y="3520572"/>
                </a:lnTo>
                <a:lnTo>
                  <a:pt x="10434370" y="3540352"/>
                </a:lnTo>
                <a:lnTo>
                  <a:pt x="10390627" y="3556886"/>
                </a:lnTo>
                <a:lnTo>
                  <a:pt x="10345329" y="3570021"/>
                </a:lnTo>
                <a:lnTo>
                  <a:pt x="10298632" y="3579603"/>
                </a:lnTo>
                <a:lnTo>
                  <a:pt x="10250689" y="3585479"/>
                </a:lnTo>
                <a:lnTo>
                  <a:pt x="10201656" y="35874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9609" y="1715135"/>
            <a:ext cx="10812780" cy="3594100"/>
          </a:xfrm>
          <a:custGeom>
            <a:avLst/>
            <a:gdLst/>
            <a:ahLst/>
            <a:cxnLst/>
            <a:rect l="l" t="t" r="r" b="b"/>
            <a:pathLst>
              <a:path w="10812780" h="3594100">
                <a:moveTo>
                  <a:pt x="10344912" y="12700"/>
                </a:moveTo>
                <a:lnTo>
                  <a:pt x="467868" y="12700"/>
                </a:lnTo>
                <a:lnTo>
                  <a:pt x="482549" y="0"/>
                </a:lnTo>
                <a:lnTo>
                  <a:pt x="10330230" y="0"/>
                </a:lnTo>
                <a:lnTo>
                  <a:pt x="10344912" y="12700"/>
                </a:lnTo>
                <a:close/>
              </a:path>
              <a:path w="10812780" h="3594100">
                <a:moveTo>
                  <a:pt x="470649" y="25400"/>
                </a:moveTo>
                <a:lnTo>
                  <a:pt x="424637" y="25400"/>
                </a:lnTo>
                <a:lnTo>
                  <a:pt x="438899" y="12700"/>
                </a:lnTo>
                <a:lnTo>
                  <a:pt x="485178" y="12700"/>
                </a:lnTo>
                <a:lnTo>
                  <a:pt x="470649" y="25400"/>
                </a:lnTo>
                <a:close/>
              </a:path>
              <a:path w="10812780" h="3594100">
                <a:moveTo>
                  <a:pt x="10388142" y="25400"/>
                </a:moveTo>
                <a:lnTo>
                  <a:pt x="10342130" y="25400"/>
                </a:lnTo>
                <a:lnTo>
                  <a:pt x="10327601" y="12700"/>
                </a:lnTo>
                <a:lnTo>
                  <a:pt x="10373880" y="12700"/>
                </a:lnTo>
                <a:lnTo>
                  <a:pt x="10388142" y="25400"/>
                </a:lnTo>
                <a:close/>
              </a:path>
              <a:path w="10812780" h="3594100">
                <a:moveTo>
                  <a:pt x="428332" y="38100"/>
                </a:moveTo>
                <a:lnTo>
                  <a:pt x="382739" y="38100"/>
                </a:lnTo>
                <a:lnTo>
                  <a:pt x="396544" y="25400"/>
                </a:lnTo>
                <a:lnTo>
                  <a:pt x="442442" y="25400"/>
                </a:lnTo>
                <a:lnTo>
                  <a:pt x="428332" y="38100"/>
                </a:lnTo>
                <a:close/>
              </a:path>
              <a:path w="10812780" h="3594100">
                <a:moveTo>
                  <a:pt x="10430040" y="38100"/>
                </a:moveTo>
                <a:lnTo>
                  <a:pt x="10384447" y="38100"/>
                </a:lnTo>
                <a:lnTo>
                  <a:pt x="10370337" y="25400"/>
                </a:lnTo>
                <a:lnTo>
                  <a:pt x="10416235" y="25400"/>
                </a:lnTo>
                <a:lnTo>
                  <a:pt x="10430040" y="38100"/>
                </a:lnTo>
                <a:close/>
              </a:path>
              <a:path w="10812780" h="3594100">
                <a:moveTo>
                  <a:pt x="387337" y="50800"/>
                </a:moveTo>
                <a:lnTo>
                  <a:pt x="355625" y="50800"/>
                </a:lnTo>
                <a:lnTo>
                  <a:pt x="369100" y="38100"/>
                </a:lnTo>
                <a:lnTo>
                  <a:pt x="400989" y="38100"/>
                </a:lnTo>
                <a:lnTo>
                  <a:pt x="387337" y="50800"/>
                </a:lnTo>
                <a:close/>
              </a:path>
              <a:path w="10812780" h="3594100">
                <a:moveTo>
                  <a:pt x="10457154" y="50800"/>
                </a:moveTo>
                <a:lnTo>
                  <a:pt x="10425442" y="50800"/>
                </a:lnTo>
                <a:lnTo>
                  <a:pt x="10411790" y="38100"/>
                </a:lnTo>
                <a:lnTo>
                  <a:pt x="10443679" y="38100"/>
                </a:lnTo>
                <a:lnTo>
                  <a:pt x="10457154" y="50800"/>
                </a:lnTo>
                <a:close/>
              </a:path>
              <a:path w="10812780" h="3594100">
                <a:moveTo>
                  <a:pt x="360794" y="63500"/>
                </a:moveTo>
                <a:lnTo>
                  <a:pt x="329209" y="63500"/>
                </a:lnTo>
                <a:lnTo>
                  <a:pt x="342328" y="50800"/>
                </a:lnTo>
                <a:lnTo>
                  <a:pt x="374116" y="50800"/>
                </a:lnTo>
                <a:lnTo>
                  <a:pt x="360794" y="63500"/>
                </a:lnTo>
                <a:close/>
              </a:path>
              <a:path w="10812780" h="3594100">
                <a:moveTo>
                  <a:pt x="10483570" y="63500"/>
                </a:moveTo>
                <a:lnTo>
                  <a:pt x="10451985" y="63500"/>
                </a:lnTo>
                <a:lnTo>
                  <a:pt x="10438650" y="50800"/>
                </a:lnTo>
                <a:lnTo>
                  <a:pt x="10470451" y="50800"/>
                </a:lnTo>
                <a:lnTo>
                  <a:pt x="10483570" y="63500"/>
                </a:lnTo>
                <a:close/>
              </a:path>
              <a:path w="10812780" h="3594100">
                <a:moveTo>
                  <a:pt x="334937" y="76200"/>
                </a:moveTo>
                <a:lnTo>
                  <a:pt x="303517" y="76200"/>
                </a:lnTo>
                <a:lnTo>
                  <a:pt x="316268" y="63500"/>
                </a:lnTo>
                <a:lnTo>
                  <a:pt x="347916" y="63500"/>
                </a:lnTo>
                <a:lnTo>
                  <a:pt x="334937" y="76200"/>
                </a:lnTo>
                <a:close/>
              </a:path>
              <a:path w="10812780" h="3594100">
                <a:moveTo>
                  <a:pt x="10509262" y="76200"/>
                </a:moveTo>
                <a:lnTo>
                  <a:pt x="10477842" y="76200"/>
                </a:lnTo>
                <a:lnTo>
                  <a:pt x="10464863" y="63500"/>
                </a:lnTo>
                <a:lnTo>
                  <a:pt x="10496511" y="63500"/>
                </a:lnTo>
                <a:lnTo>
                  <a:pt x="10509262" y="76200"/>
                </a:lnTo>
                <a:close/>
              </a:path>
              <a:path w="10812780" h="3594100">
                <a:moveTo>
                  <a:pt x="285394" y="101600"/>
                </a:moveTo>
                <a:lnTo>
                  <a:pt x="266446" y="101600"/>
                </a:lnTo>
                <a:lnTo>
                  <a:pt x="278599" y="88900"/>
                </a:lnTo>
                <a:lnTo>
                  <a:pt x="290969" y="76200"/>
                </a:lnTo>
                <a:lnTo>
                  <a:pt x="322402" y="76200"/>
                </a:lnTo>
                <a:lnTo>
                  <a:pt x="309791" y="88900"/>
                </a:lnTo>
                <a:lnTo>
                  <a:pt x="297624" y="88900"/>
                </a:lnTo>
                <a:lnTo>
                  <a:pt x="285394" y="101600"/>
                </a:lnTo>
                <a:close/>
              </a:path>
              <a:path w="10812780" h="3594100">
                <a:moveTo>
                  <a:pt x="10546334" y="101600"/>
                </a:moveTo>
                <a:lnTo>
                  <a:pt x="10527385" y="101600"/>
                </a:lnTo>
                <a:lnTo>
                  <a:pt x="10515155" y="88900"/>
                </a:lnTo>
                <a:lnTo>
                  <a:pt x="10502988" y="88900"/>
                </a:lnTo>
                <a:lnTo>
                  <a:pt x="10490377" y="76200"/>
                </a:lnTo>
                <a:lnTo>
                  <a:pt x="10521810" y="76200"/>
                </a:lnTo>
                <a:lnTo>
                  <a:pt x="10534180" y="88900"/>
                </a:lnTo>
                <a:lnTo>
                  <a:pt x="10546334" y="101600"/>
                </a:lnTo>
                <a:close/>
              </a:path>
              <a:path w="10812780" h="3594100">
                <a:moveTo>
                  <a:pt x="250291" y="127000"/>
                </a:moveTo>
                <a:lnTo>
                  <a:pt x="231228" y="127000"/>
                </a:lnTo>
                <a:lnTo>
                  <a:pt x="242747" y="114300"/>
                </a:lnTo>
                <a:lnTo>
                  <a:pt x="254495" y="101600"/>
                </a:lnTo>
                <a:lnTo>
                  <a:pt x="273621" y="101600"/>
                </a:lnTo>
                <a:lnTo>
                  <a:pt x="261785" y="114300"/>
                </a:lnTo>
                <a:lnTo>
                  <a:pt x="261912" y="114300"/>
                </a:lnTo>
                <a:lnTo>
                  <a:pt x="250291" y="127000"/>
                </a:lnTo>
                <a:close/>
              </a:path>
              <a:path w="10812780" h="3594100">
                <a:moveTo>
                  <a:pt x="10581551" y="127000"/>
                </a:moveTo>
                <a:lnTo>
                  <a:pt x="10562488" y="127000"/>
                </a:lnTo>
                <a:lnTo>
                  <a:pt x="10550867" y="114300"/>
                </a:lnTo>
                <a:lnTo>
                  <a:pt x="10539158" y="101600"/>
                </a:lnTo>
                <a:lnTo>
                  <a:pt x="10558284" y="101600"/>
                </a:lnTo>
                <a:lnTo>
                  <a:pt x="10570032" y="114300"/>
                </a:lnTo>
                <a:lnTo>
                  <a:pt x="10581551" y="127000"/>
                </a:lnTo>
                <a:close/>
              </a:path>
              <a:path w="10812780" h="3594100">
                <a:moveTo>
                  <a:pt x="206476" y="165100"/>
                </a:moveTo>
                <a:lnTo>
                  <a:pt x="187375" y="165100"/>
                </a:lnTo>
                <a:lnTo>
                  <a:pt x="197993" y="152400"/>
                </a:lnTo>
                <a:lnTo>
                  <a:pt x="208838" y="139700"/>
                </a:lnTo>
                <a:lnTo>
                  <a:pt x="219925" y="127000"/>
                </a:lnTo>
                <a:lnTo>
                  <a:pt x="239128" y="127000"/>
                </a:lnTo>
                <a:lnTo>
                  <a:pt x="227952" y="139700"/>
                </a:lnTo>
                <a:lnTo>
                  <a:pt x="217106" y="152400"/>
                </a:lnTo>
                <a:lnTo>
                  <a:pt x="206476" y="165100"/>
                </a:lnTo>
                <a:close/>
              </a:path>
              <a:path w="10812780" h="3594100">
                <a:moveTo>
                  <a:pt x="10625391" y="165100"/>
                </a:moveTo>
                <a:lnTo>
                  <a:pt x="10606303" y="165100"/>
                </a:lnTo>
                <a:lnTo>
                  <a:pt x="10595559" y="152400"/>
                </a:lnTo>
                <a:lnTo>
                  <a:pt x="10584713" y="139700"/>
                </a:lnTo>
                <a:lnTo>
                  <a:pt x="10573651" y="127000"/>
                </a:lnTo>
                <a:lnTo>
                  <a:pt x="10592854" y="127000"/>
                </a:lnTo>
                <a:lnTo>
                  <a:pt x="10603941" y="139700"/>
                </a:lnTo>
                <a:lnTo>
                  <a:pt x="10614787" y="152400"/>
                </a:lnTo>
                <a:lnTo>
                  <a:pt x="10625391" y="165100"/>
                </a:lnTo>
                <a:close/>
              </a:path>
              <a:path w="10812780" h="3594100">
                <a:moveTo>
                  <a:pt x="121805" y="254000"/>
                </a:moveTo>
                <a:lnTo>
                  <a:pt x="111506" y="254000"/>
                </a:lnTo>
                <a:lnTo>
                  <a:pt x="120065" y="241300"/>
                </a:lnTo>
                <a:lnTo>
                  <a:pt x="147370" y="203200"/>
                </a:lnTo>
                <a:lnTo>
                  <a:pt x="177012" y="165100"/>
                </a:lnTo>
                <a:lnTo>
                  <a:pt x="196202" y="165100"/>
                </a:lnTo>
                <a:lnTo>
                  <a:pt x="185940" y="177800"/>
                </a:lnTo>
                <a:lnTo>
                  <a:pt x="176022" y="190500"/>
                </a:lnTo>
                <a:lnTo>
                  <a:pt x="166344" y="203200"/>
                </a:lnTo>
                <a:lnTo>
                  <a:pt x="156921" y="215900"/>
                </a:lnTo>
                <a:lnTo>
                  <a:pt x="147853" y="215900"/>
                </a:lnTo>
                <a:lnTo>
                  <a:pt x="138836" y="228600"/>
                </a:lnTo>
                <a:lnTo>
                  <a:pt x="130187" y="241300"/>
                </a:lnTo>
                <a:lnTo>
                  <a:pt x="121805" y="254000"/>
                </a:lnTo>
                <a:close/>
              </a:path>
              <a:path w="10812780" h="3594100">
                <a:moveTo>
                  <a:pt x="10701274" y="254000"/>
                </a:moveTo>
                <a:lnTo>
                  <a:pt x="10690974" y="254000"/>
                </a:lnTo>
                <a:lnTo>
                  <a:pt x="10682503" y="241300"/>
                </a:lnTo>
                <a:lnTo>
                  <a:pt x="10673842" y="228600"/>
                </a:lnTo>
                <a:lnTo>
                  <a:pt x="10664926" y="215900"/>
                </a:lnTo>
                <a:lnTo>
                  <a:pt x="10655858" y="215900"/>
                </a:lnTo>
                <a:lnTo>
                  <a:pt x="10646333" y="203200"/>
                </a:lnTo>
                <a:lnTo>
                  <a:pt x="10636656" y="190500"/>
                </a:lnTo>
                <a:lnTo>
                  <a:pt x="10626737" y="177800"/>
                </a:lnTo>
                <a:lnTo>
                  <a:pt x="10616577" y="165100"/>
                </a:lnTo>
                <a:lnTo>
                  <a:pt x="10635767" y="165100"/>
                </a:lnTo>
                <a:lnTo>
                  <a:pt x="10645902" y="177800"/>
                </a:lnTo>
                <a:lnTo>
                  <a:pt x="10674769" y="215900"/>
                </a:lnTo>
                <a:lnTo>
                  <a:pt x="10692714" y="241300"/>
                </a:lnTo>
                <a:lnTo>
                  <a:pt x="10701274" y="254000"/>
                </a:lnTo>
                <a:close/>
              </a:path>
              <a:path w="10812780" h="3594100">
                <a:moveTo>
                  <a:pt x="166446" y="3390900"/>
                </a:moveTo>
                <a:lnTo>
                  <a:pt x="147370" y="3390900"/>
                </a:lnTo>
                <a:lnTo>
                  <a:pt x="138010" y="3378200"/>
                </a:lnTo>
                <a:lnTo>
                  <a:pt x="111506" y="3340100"/>
                </a:lnTo>
                <a:lnTo>
                  <a:pt x="87490" y="3302000"/>
                </a:lnTo>
                <a:lnTo>
                  <a:pt x="66116" y="3263900"/>
                </a:lnTo>
                <a:lnTo>
                  <a:pt x="47498" y="3225800"/>
                </a:lnTo>
                <a:lnTo>
                  <a:pt x="31750" y="3187700"/>
                </a:lnTo>
                <a:lnTo>
                  <a:pt x="22923" y="3149600"/>
                </a:lnTo>
                <a:lnTo>
                  <a:pt x="19024" y="3136900"/>
                </a:lnTo>
                <a:lnTo>
                  <a:pt x="9436" y="3098800"/>
                </a:lnTo>
                <a:lnTo>
                  <a:pt x="4851" y="3060700"/>
                </a:lnTo>
                <a:lnTo>
                  <a:pt x="3124" y="3048000"/>
                </a:lnTo>
                <a:lnTo>
                  <a:pt x="1765" y="3035300"/>
                </a:lnTo>
                <a:lnTo>
                  <a:pt x="787" y="3022600"/>
                </a:lnTo>
                <a:lnTo>
                  <a:pt x="190" y="3009900"/>
                </a:lnTo>
                <a:lnTo>
                  <a:pt x="0" y="2984500"/>
                </a:lnTo>
                <a:lnTo>
                  <a:pt x="0" y="596900"/>
                </a:lnTo>
                <a:lnTo>
                  <a:pt x="190" y="584200"/>
                </a:lnTo>
                <a:lnTo>
                  <a:pt x="787" y="571500"/>
                </a:lnTo>
                <a:lnTo>
                  <a:pt x="1765" y="546100"/>
                </a:lnTo>
                <a:lnTo>
                  <a:pt x="3124" y="533400"/>
                </a:lnTo>
                <a:lnTo>
                  <a:pt x="4851" y="520700"/>
                </a:lnTo>
                <a:lnTo>
                  <a:pt x="6959" y="508000"/>
                </a:lnTo>
                <a:lnTo>
                  <a:pt x="9436" y="495300"/>
                </a:lnTo>
                <a:lnTo>
                  <a:pt x="12280" y="469900"/>
                </a:lnTo>
                <a:lnTo>
                  <a:pt x="22923" y="431800"/>
                </a:lnTo>
                <a:lnTo>
                  <a:pt x="36677" y="393700"/>
                </a:lnTo>
                <a:lnTo>
                  <a:pt x="53390" y="355600"/>
                </a:lnTo>
                <a:lnTo>
                  <a:pt x="59601" y="330200"/>
                </a:lnTo>
                <a:lnTo>
                  <a:pt x="80073" y="292100"/>
                </a:lnTo>
                <a:lnTo>
                  <a:pt x="103212" y="254000"/>
                </a:lnTo>
                <a:lnTo>
                  <a:pt x="121894" y="254000"/>
                </a:lnTo>
                <a:lnTo>
                  <a:pt x="113690" y="266700"/>
                </a:lnTo>
                <a:lnTo>
                  <a:pt x="105867" y="279400"/>
                </a:lnTo>
                <a:lnTo>
                  <a:pt x="98310" y="292100"/>
                </a:lnTo>
                <a:lnTo>
                  <a:pt x="91046" y="304800"/>
                </a:lnTo>
                <a:lnTo>
                  <a:pt x="84061" y="317500"/>
                </a:lnTo>
                <a:lnTo>
                  <a:pt x="77381" y="330200"/>
                </a:lnTo>
                <a:lnTo>
                  <a:pt x="71005" y="342900"/>
                </a:lnTo>
                <a:lnTo>
                  <a:pt x="64922" y="355600"/>
                </a:lnTo>
                <a:lnTo>
                  <a:pt x="59156" y="368300"/>
                </a:lnTo>
                <a:lnTo>
                  <a:pt x="53708" y="381000"/>
                </a:lnTo>
                <a:lnTo>
                  <a:pt x="48577" y="393700"/>
                </a:lnTo>
                <a:lnTo>
                  <a:pt x="43764" y="406400"/>
                </a:lnTo>
                <a:lnTo>
                  <a:pt x="39268" y="419100"/>
                </a:lnTo>
                <a:lnTo>
                  <a:pt x="35115" y="431800"/>
                </a:lnTo>
                <a:lnTo>
                  <a:pt x="31305" y="444500"/>
                </a:lnTo>
                <a:lnTo>
                  <a:pt x="27825" y="469900"/>
                </a:lnTo>
                <a:lnTo>
                  <a:pt x="24701" y="482600"/>
                </a:lnTo>
                <a:lnTo>
                  <a:pt x="21932" y="495300"/>
                </a:lnTo>
                <a:lnTo>
                  <a:pt x="19507" y="508000"/>
                </a:lnTo>
                <a:lnTo>
                  <a:pt x="17437" y="520700"/>
                </a:lnTo>
                <a:lnTo>
                  <a:pt x="15748" y="533400"/>
                </a:lnTo>
                <a:lnTo>
                  <a:pt x="15087" y="546100"/>
                </a:lnTo>
                <a:lnTo>
                  <a:pt x="14427" y="546100"/>
                </a:lnTo>
                <a:lnTo>
                  <a:pt x="13462" y="571500"/>
                </a:lnTo>
                <a:lnTo>
                  <a:pt x="12890" y="584200"/>
                </a:lnTo>
                <a:lnTo>
                  <a:pt x="12700" y="596900"/>
                </a:lnTo>
                <a:lnTo>
                  <a:pt x="12700" y="2984500"/>
                </a:lnTo>
                <a:lnTo>
                  <a:pt x="12890" y="3009900"/>
                </a:lnTo>
                <a:lnTo>
                  <a:pt x="13474" y="3022600"/>
                </a:lnTo>
                <a:lnTo>
                  <a:pt x="14427" y="3035300"/>
                </a:lnTo>
                <a:lnTo>
                  <a:pt x="15760" y="3048000"/>
                </a:lnTo>
                <a:lnTo>
                  <a:pt x="17462" y="3060700"/>
                </a:lnTo>
                <a:lnTo>
                  <a:pt x="19532" y="3086100"/>
                </a:lnTo>
                <a:lnTo>
                  <a:pt x="21958" y="3098800"/>
                </a:lnTo>
                <a:lnTo>
                  <a:pt x="24739" y="3111500"/>
                </a:lnTo>
                <a:lnTo>
                  <a:pt x="27863" y="3124200"/>
                </a:lnTo>
                <a:lnTo>
                  <a:pt x="31343" y="3136900"/>
                </a:lnTo>
                <a:lnTo>
                  <a:pt x="35166" y="3149600"/>
                </a:lnTo>
                <a:lnTo>
                  <a:pt x="39319" y="3162300"/>
                </a:lnTo>
                <a:lnTo>
                  <a:pt x="43815" y="3175000"/>
                </a:lnTo>
                <a:lnTo>
                  <a:pt x="48628" y="3187700"/>
                </a:lnTo>
                <a:lnTo>
                  <a:pt x="53759" y="3213100"/>
                </a:lnTo>
                <a:lnTo>
                  <a:pt x="59220" y="3225800"/>
                </a:lnTo>
                <a:lnTo>
                  <a:pt x="64998" y="3238500"/>
                </a:lnTo>
                <a:lnTo>
                  <a:pt x="71069" y="3251200"/>
                </a:lnTo>
                <a:lnTo>
                  <a:pt x="77457" y="3263900"/>
                </a:lnTo>
                <a:lnTo>
                  <a:pt x="84137" y="3276600"/>
                </a:lnTo>
                <a:lnTo>
                  <a:pt x="91122" y="3289300"/>
                </a:lnTo>
                <a:lnTo>
                  <a:pt x="98386" y="3302000"/>
                </a:lnTo>
                <a:lnTo>
                  <a:pt x="105943" y="3314700"/>
                </a:lnTo>
                <a:lnTo>
                  <a:pt x="113690" y="3314700"/>
                </a:lnTo>
                <a:lnTo>
                  <a:pt x="121894" y="3327400"/>
                </a:lnTo>
                <a:lnTo>
                  <a:pt x="130276" y="3340100"/>
                </a:lnTo>
                <a:lnTo>
                  <a:pt x="138937" y="3352800"/>
                </a:lnTo>
                <a:lnTo>
                  <a:pt x="147853" y="3365500"/>
                </a:lnTo>
                <a:lnTo>
                  <a:pt x="157022" y="3378200"/>
                </a:lnTo>
                <a:lnTo>
                  <a:pt x="166446" y="3390900"/>
                </a:lnTo>
                <a:close/>
              </a:path>
              <a:path w="10812780" h="3594100">
                <a:moveTo>
                  <a:pt x="10798365" y="558800"/>
                </a:moveTo>
                <a:lnTo>
                  <a:pt x="10797019" y="533400"/>
                </a:lnTo>
                <a:lnTo>
                  <a:pt x="10795317" y="520700"/>
                </a:lnTo>
                <a:lnTo>
                  <a:pt x="10793247" y="508000"/>
                </a:lnTo>
                <a:lnTo>
                  <a:pt x="10790821" y="495300"/>
                </a:lnTo>
                <a:lnTo>
                  <a:pt x="10788040" y="482600"/>
                </a:lnTo>
                <a:lnTo>
                  <a:pt x="10784916" y="469900"/>
                </a:lnTo>
                <a:lnTo>
                  <a:pt x="10781436" y="444500"/>
                </a:lnTo>
                <a:lnTo>
                  <a:pt x="10777613" y="431800"/>
                </a:lnTo>
                <a:lnTo>
                  <a:pt x="10773460" y="419100"/>
                </a:lnTo>
                <a:lnTo>
                  <a:pt x="10768965" y="406400"/>
                </a:lnTo>
                <a:lnTo>
                  <a:pt x="10764151" y="393700"/>
                </a:lnTo>
                <a:lnTo>
                  <a:pt x="10759020" y="381000"/>
                </a:lnTo>
                <a:lnTo>
                  <a:pt x="10753559" y="368300"/>
                </a:lnTo>
                <a:lnTo>
                  <a:pt x="10747781" y="355600"/>
                </a:lnTo>
                <a:lnTo>
                  <a:pt x="10741710" y="342900"/>
                </a:lnTo>
                <a:lnTo>
                  <a:pt x="10735322" y="330200"/>
                </a:lnTo>
                <a:lnTo>
                  <a:pt x="10728642" y="317500"/>
                </a:lnTo>
                <a:lnTo>
                  <a:pt x="10721657" y="304800"/>
                </a:lnTo>
                <a:lnTo>
                  <a:pt x="10714393" y="292100"/>
                </a:lnTo>
                <a:lnTo>
                  <a:pt x="10706836" y="279400"/>
                </a:lnTo>
                <a:lnTo>
                  <a:pt x="10699000" y="266700"/>
                </a:lnTo>
                <a:lnTo>
                  <a:pt x="10690885" y="254000"/>
                </a:lnTo>
                <a:lnTo>
                  <a:pt x="10709567" y="254000"/>
                </a:lnTo>
                <a:lnTo>
                  <a:pt x="10732706" y="292100"/>
                </a:lnTo>
                <a:lnTo>
                  <a:pt x="10753178" y="330200"/>
                </a:lnTo>
                <a:lnTo>
                  <a:pt x="10759389" y="355600"/>
                </a:lnTo>
                <a:lnTo>
                  <a:pt x="10765282" y="368300"/>
                </a:lnTo>
                <a:lnTo>
                  <a:pt x="10781030" y="406400"/>
                </a:lnTo>
                <a:lnTo>
                  <a:pt x="10793755" y="444500"/>
                </a:lnTo>
                <a:lnTo>
                  <a:pt x="10803343" y="495300"/>
                </a:lnTo>
                <a:lnTo>
                  <a:pt x="10805820" y="508000"/>
                </a:lnTo>
                <a:lnTo>
                  <a:pt x="10807928" y="520700"/>
                </a:lnTo>
                <a:lnTo>
                  <a:pt x="10809655" y="533400"/>
                </a:lnTo>
                <a:lnTo>
                  <a:pt x="10811014" y="546100"/>
                </a:lnTo>
                <a:lnTo>
                  <a:pt x="10798352" y="546100"/>
                </a:lnTo>
                <a:lnTo>
                  <a:pt x="10798365" y="558800"/>
                </a:lnTo>
                <a:close/>
              </a:path>
              <a:path w="10812780" h="3594100">
                <a:moveTo>
                  <a:pt x="14414" y="558800"/>
                </a:moveTo>
                <a:lnTo>
                  <a:pt x="14427" y="546100"/>
                </a:lnTo>
                <a:lnTo>
                  <a:pt x="15087" y="546100"/>
                </a:lnTo>
                <a:lnTo>
                  <a:pt x="14414" y="558800"/>
                </a:lnTo>
                <a:close/>
              </a:path>
              <a:path w="10812780" h="3594100">
                <a:moveTo>
                  <a:pt x="10665409" y="3390900"/>
                </a:moveTo>
                <a:lnTo>
                  <a:pt x="10646333" y="3390900"/>
                </a:lnTo>
                <a:lnTo>
                  <a:pt x="10655858" y="3378200"/>
                </a:lnTo>
                <a:lnTo>
                  <a:pt x="10665028" y="3365500"/>
                </a:lnTo>
                <a:lnTo>
                  <a:pt x="10673943" y="3352800"/>
                </a:lnTo>
                <a:lnTo>
                  <a:pt x="10682592" y="3340100"/>
                </a:lnTo>
                <a:lnTo>
                  <a:pt x="10690974" y="3327400"/>
                </a:lnTo>
                <a:lnTo>
                  <a:pt x="10699076" y="3314700"/>
                </a:lnTo>
                <a:lnTo>
                  <a:pt x="10706836" y="3314700"/>
                </a:lnTo>
                <a:lnTo>
                  <a:pt x="10714469" y="3302000"/>
                </a:lnTo>
                <a:lnTo>
                  <a:pt x="10721733" y="3289300"/>
                </a:lnTo>
                <a:lnTo>
                  <a:pt x="10728718" y="3276600"/>
                </a:lnTo>
                <a:lnTo>
                  <a:pt x="10735398" y="3263900"/>
                </a:lnTo>
                <a:lnTo>
                  <a:pt x="10741774" y="3251200"/>
                </a:lnTo>
                <a:lnTo>
                  <a:pt x="10747844" y="3238500"/>
                </a:lnTo>
                <a:lnTo>
                  <a:pt x="10753623" y="3225800"/>
                </a:lnTo>
                <a:lnTo>
                  <a:pt x="10759071" y="3213100"/>
                </a:lnTo>
                <a:lnTo>
                  <a:pt x="10764202" y="3187700"/>
                </a:lnTo>
                <a:lnTo>
                  <a:pt x="10769015" y="3175000"/>
                </a:lnTo>
                <a:lnTo>
                  <a:pt x="10773498" y="3162300"/>
                </a:lnTo>
                <a:lnTo>
                  <a:pt x="10777651" y="3149600"/>
                </a:lnTo>
                <a:lnTo>
                  <a:pt x="10781474" y="3136900"/>
                </a:lnTo>
                <a:lnTo>
                  <a:pt x="10784941" y="3124200"/>
                </a:lnTo>
                <a:lnTo>
                  <a:pt x="10788078" y="3111500"/>
                </a:lnTo>
                <a:lnTo>
                  <a:pt x="10790859" y="3098800"/>
                </a:lnTo>
                <a:lnTo>
                  <a:pt x="10793272" y="3086100"/>
                </a:lnTo>
                <a:lnTo>
                  <a:pt x="10795342" y="3060700"/>
                </a:lnTo>
                <a:lnTo>
                  <a:pt x="10797032" y="3048000"/>
                </a:lnTo>
                <a:lnTo>
                  <a:pt x="10798365" y="3035300"/>
                </a:lnTo>
                <a:lnTo>
                  <a:pt x="10799318" y="3022600"/>
                </a:lnTo>
                <a:lnTo>
                  <a:pt x="10799889" y="3009900"/>
                </a:lnTo>
                <a:lnTo>
                  <a:pt x="10800080" y="2984500"/>
                </a:lnTo>
                <a:lnTo>
                  <a:pt x="10800080" y="596900"/>
                </a:lnTo>
                <a:lnTo>
                  <a:pt x="10799889" y="584200"/>
                </a:lnTo>
                <a:lnTo>
                  <a:pt x="10799305" y="571500"/>
                </a:lnTo>
                <a:lnTo>
                  <a:pt x="10798352" y="546100"/>
                </a:lnTo>
                <a:lnTo>
                  <a:pt x="10811014" y="546100"/>
                </a:lnTo>
                <a:lnTo>
                  <a:pt x="10811992" y="571500"/>
                </a:lnTo>
                <a:lnTo>
                  <a:pt x="10812576" y="584200"/>
                </a:lnTo>
                <a:lnTo>
                  <a:pt x="10812780" y="596900"/>
                </a:lnTo>
                <a:lnTo>
                  <a:pt x="10812780" y="2984500"/>
                </a:lnTo>
                <a:lnTo>
                  <a:pt x="10811992" y="3022600"/>
                </a:lnTo>
                <a:lnTo>
                  <a:pt x="10807928" y="3060700"/>
                </a:lnTo>
                <a:lnTo>
                  <a:pt x="10805820" y="3086100"/>
                </a:lnTo>
                <a:lnTo>
                  <a:pt x="10797311" y="3124200"/>
                </a:lnTo>
                <a:lnTo>
                  <a:pt x="10789856" y="3149600"/>
                </a:lnTo>
                <a:lnTo>
                  <a:pt x="10785602" y="3175000"/>
                </a:lnTo>
                <a:lnTo>
                  <a:pt x="10770857" y="3213100"/>
                </a:lnTo>
                <a:lnTo>
                  <a:pt x="10753178" y="3251200"/>
                </a:lnTo>
                <a:lnTo>
                  <a:pt x="10732706" y="3289300"/>
                </a:lnTo>
                <a:lnTo>
                  <a:pt x="10709567" y="3327400"/>
                </a:lnTo>
                <a:lnTo>
                  <a:pt x="10683875" y="3365500"/>
                </a:lnTo>
                <a:lnTo>
                  <a:pt x="10674769" y="3378200"/>
                </a:lnTo>
                <a:lnTo>
                  <a:pt x="10665409" y="3390900"/>
                </a:lnTo>
                <a:close/>
              </a:path>
              <a:path w="10812780" h="3594100">
                <a:moveTo>
                  <a:pt x="217220" y="3441700"/>
                </a:moveTo>
                <a:lnTo>
                  <a:pt x="197993" y="3441700"/>
                </a:lnTo>
                <a:lnTo>
                  <a:pt x="187375" y="3429000"/>
                </a:lnTo>
                <a:lnTo>
                  <a:pt x="177012" y="3416300"/>
                </a:lnTo>
                <a:lnTo>
                  <a:pt x="166878" y="3403600"/>
                </a:lnTo>
                <a:lnTo>
                  <a:pt x="156997" y="3390900"/>
                </a:lnTo>
                <a:lnTo>
                  <a:pt x="166344" y="3390900"/>
                </a:lnTo>
                <a:lnTo>
                  <a:pt x="176123" y="3403600"/>
                </a:lnTo>
                <a:lnTo>
                  <a:pt x="185940" y="3403600"/>
                </a:lnTo>
                <a:lnTo>
                  <a:pt x="196202" y="3416300"/>
                </a:lnTo>
                <a:lnTo>
                  <a:pt x="206590" y="3429000"/>
                </a:lnTo>
                <a:lnTo>
                  <a:pt x="217220" y="3441700"/>
                </a:lnTo>
                <a:close/>
              </a:path>
              <a:path w="10812780" h="3594100">
                <a:moveTo>
                  <a:pt x="10614787" y="3441700"/>
                </a:moveTo>
                <a:lnTo>
                  <a:pt x="10595559" y="3441700"/>
                </a:lnTo>
                <a:lnTo>
                  <a:pt x="10606303" y="3429000"/>
                </a:lnTo>
                <a:lnTo>
                  <a:pt x="10616692" y="3416300"/>
                </a:lnTo>
                <a:lnTo>
                  <a:pt x="10626839" y="3403600"/>
                </a:lnTo>
                <a:lnTo>
                  <a:pt x="10636656" y="3403600"/>
                </a:lnTo>
                <a:lnTo>
                  <a:pt x="10646435" y="3390900"/>
                </a:lnTo>
                <a:lnTo>
                  <a:pt x="10655782" y="3390900"/>
                </a:lnTo>
                <a:lnTo>
                  <a:pt x="10645902" y="3403600"/>
                </a:lnTo>
                <a:lnTo>
                  <a:pt x="10635767" y="3416300"/>
                </a:lnTo>
                <a:lnTo>
                  <a:pt x="10625391" y="3429000"/>
                </a:lnTo>
                <a:lnTo>
                  <a:pt x="10614787" y="3441700"/>
                </a:lnTo>
                <a:close/>
              </a:path>
              <a:path w="10812780" h="3594100">
                <a:moveTo>
                  <a:pt x="273621" y="3479800"/>
                </a:moveTo>
                <a:lnTo>
                  <a:pt x="242747" y="3479800"/>
                </a:lnTo>
                <a:lnTo>
                  <a:pt x="231228" y="3467100"/>
                </a:lnTo>
                <a:lnTo>
                  <a:pt x="219925" y="3454400"/>
                </a:lnTo>
                <a:lnTo>
                  <a:pt x="208838" y="3441700"/>
                </a:lnTo>
                <a:lnTo>
                  <a:pt x="227952" y="3441700"/>
                </a:lnTo>
                <a:lnTo>
                  <a:pt x="239128" y="3454400"/>
                </a:lnTo>
                <a:lnTo>
                  <a:pt x="250418" y="3467100"/>
                </a:lnTo>
                <a:lnTo>
                  <a:pt x="261785" y="3467100"/>
                </a:lnTo>
                <a:lnTo>
                  <a:pt x="273621" y="3479800"/>
                </a:lnTo>
                <a:close/>
              </a:path>
              <a:path w="10812780" h="3594100">
                <a:moveTo>
                  <a:pt x="10570032" y="3479800"/>
                </a:moveTo>
                <a:lnTo>
                  <a:pt x="10539158" y="3479800"/>
                </a:lnTo>
                <a:lnTo>
                  <a:pt x="10550994" y="3467100"/>
                </a:lnTo>
                <a:lnTo>
                  <a:pt x="10562361" y="3467100"/>
                </a:lnTo>
                <a:lnTo>
                  <a:pt x="10573766" y="3454400"/>
                </a:lnTo>
                <a:lnTo>
                  <a:pt x="10584827" y="3441700"/>
                </a:lnTo>
                <a:lnTo>
                  <a:pt x="10603941" y="3441700"/>
                </a:lnTo>
                <a:lnTo>
                  <a:pt x="10592854" y="3454400"/>
                </a:lnTo>
                <a:lnTo>
                  <a:pt x="10581551" y="3467100"/>
                </a:lnTo>
                <a:lnTo>
                  <a:pt x="10570032" y="3479800"/>
                </a:lnTo>
                <a:close/>
              </a:path>
              <a:path w="10812780" h="3594100">
                <a:moveTo>
                  <a:pt x="309918" y="3505200"/>
                </a:moveTo>
                <a:lnTo>
                  <a:pt x="278599" y="3505200"/>
                </a:lnTo>
                <a:lnTo>
                  <a:pt x="266446" y="3492500"/>
                </a:lnTo>
                <a:lnTo>
                  <a:pt x="254495" y="3479800"/>
                </a:lnTo>
                <a:lnTo>
                  <a:pt x="273494" y="3479800"/>
                </a:lnTo>
                <a:lnTo>
                  <a:pt x="285521" y="3492500"/>
                </a:lnTo>
                <a:lnTo>
                  <a:pt x="297497" y="3492500"/>
                </a:lnTo>
                <a:lnTo>
                  <a:pt x="309918" y="3505200"/>
                </a:lnTo>
                <a:close/>
              </a:path>
              <a:path w="10812780" h="3594100">
                <a:moveTo>
                  <a:pt x="10534180" y="3505200"/>
                </a:moveTo>
                <a:lnTo>
                  <a:pt x="10502861" y="3505200"/>
                </a:lnTo>
                <a:lnTo>
                  <a:pt x="10515282" y="3492500"/>
                </a:lnTo>
                <a:lnTo>
                  <a:pt x="10527258" y="3492500"/>
                </a:lnTo>
                <a:lnTo>
                  <a:pt x="10539285" y="3479800"/>
                </a:lnTo>
                <a:lnTo>
                  <a:pt x="10558284" y="3479800"/>
                </a:lnTo>
                <a:lnTo>
                  <a:pt x="10546334" y="3492500"/>
                </a:lnTo>
                <a:lnTo>
                  <a:pt x="10534180" y="3505200"/>
                </a:lnTo>
                <a:close/>
              </a:path>
              <a:path w="10812780" h="3594100">
                <a:moveTo>
                  <a:pt x="335064" y="3517900"/>
                </a:moveTo>
                <a:lnTo>
                  <a:pt x="303517" y="3517900"/>
                </a:lnTo>
                <a:lnTo>
                  <a:pt x="290969" y="3505200"/>
                </a:lnTo>
                <a:lnTo>
                  <a:pt x="322262" y="3505200"/>
                </a:lnTo>
                <a:lnTo>
                  <a:pt x="335064" y="3517900"/>
                </a:lnTo>
                <a:close/>
              </a:path>
              <a:path w="10812780" h="3594100">
                <a:moveTo>
                  <a:pt x="10509262" y="3517900"/>
                </a:moveTo>
                <a:lnTo>
                  <a:pt x="10477715" y="3517900"/>
                </a:lnTo>
                <a:lnTo>
                  <a:pt x="10490517" y="3505200"/>
                </a:lnTo>
                <a:lnTo>
                  <a:pt x="10521810" y="3505200"/>
                </a:lnTo>
                <a:lnTo>
                  <a:pt x="10509262" y="3517900"/>
                </a:lnTo>
                <a:close/>
              </a:path>
              <a:path w="10812780" h="3594100">
                <a:moveTo>
                  <a:pt x="360934" y="3530600"/>
                </a:moveTo>
                <a:lnTo>
                  <a:pt x="329209" y="3530600"/>
                </a:lnTo>
                <a:lnTo>
                  <a:pt x="316268" y="3517900"/>
                </a:lnTo>
                <a:lnTo>
                  <a:pt x="347776" y="3517900"/>
                </a:lnTo>
                <a:lnTo>
                  <a:pt x="360934" y="3530600"/>
                </a:lnTo>
                <a:close/>
              </a:path>
              <a:path w="10812780" h="3594100">
                <a:moveTo>
                  <a:pt x="10483570" y="3530600"/>
                </a:moveTo>
                <a:lnTo>
                  <a:pt x="10451846" y="3530600"/>
                </a:lnTo>
                <a:lnTo>
                  <a:pt x="10465003" y="3517900"/>
                </a:lnTo>
                <a:lnTo>
                  <a:pt x="10496511" y="3517900"/>
                </a:lnTo>
                <a:lnTo>
                  <a:pt x="10483570" y="3530600"/>
                </a:lnTo>
                <a:close/>
              </a:path>
              <a:path w="10812780" h="3594100">
                <a:moveTo>
                  <a:pt x="387477" y="3543300"/>
                </a:moveTo>
                <a:lnTo>
                  <a:pt x="355625" y="3543300"/>
                </a:lnTo>
                <a:lnTo>
                  <a:pt x="342328" y="3530600"/>
                </a:lnTo>
                <a:lnTo>
                  <a:pt x="373976" y="3530600"/>
                </a:lnTo>
                <a:lnTo>
                  <a:pt x="387477" y="3543300"/>
                </a:lnTo>
                <a:close/>
              </a:path>
              <a:path w="10812780" h="3594100">
                <a:moveTo>
                  <a:pt x="10457154" y="3543300"/>
                </a:moveTo>
                <a:lnTo>
                  <a:pt x="10425303" y="3543300"/>
                </a:lnTo>
                <a:lnTo>
                  <a:pt x="10438803" y="3530600"/>
                </a:lnTo>
                <a:lnTo>
                  <a:pt x="10470451" y="3530600"/>
                </a:lnTo>
                <a:lnTo>
                  <a:pt x="10457154" y="3543300"/>
                </a:lnTo>
                <a:close/>
              </a:path>
              <a:path w="10812780" h="3594100">
                <a:moveTo>
                  <a:pt x="414655" y="3556000"/>
                </a:moveTo>
                <a:lnTo>
                  <a:pt x="382739" y="3556000"/>
                </a:lnTo>
                <a:lnTo>
                  <a:pt x="369100" y="3543300"/>
                </a:lnTo>
                <a:lnTo>
                  <a:pt x="400837" y="3543300"/>
                </a:lnTo>
                <a:lnTo>
                  <a:pt x="414655" y="3556000"/>
                </a:lnTo>
                <a:close/>
              </a:path>
              <a:path w="10812780" h="3594100">
                <a:moveTo>
                  <a:pt x="10430040" y="3556000"/>
                </a:moveTo>
                <a:lnTo>
                  <a:pt x="10398125" y="3556000"/>
                </a:lnTo>
                <a:lnTo>
                  <a:pt x="10411942" y="3543300"/>
                </a:lnTo>
                <a:lnTo>
                  <a:pt x="10443679" y="3543300"/>
                </a:lnTo>
                <a:lnTo>
                  <a:pt x="10430040" y="3556000"/>
                </a:lnTo>
                <a:close/>
              </a:path>
              <a:path w="10812780" h="3594100">
                <a:moveTo>
                  <a:pt x="456552" y="3568700"/>
                </a:moveTo>
                <a:lnTo>
                  <a:pt x="410514" y="3568700"/>
                </a:lnTo>
                <a:lnTo>
                  <a:pt x="396544" y="3556000"/>
                </a:lnTo>
                <a:lnTo>
                  <a:pt x="442290" y="3556000"/>
                </a:lnTo>
                <a:lnTo>
                  <a:pt x="456552" y="3568700"/>
                </a:lnTo>
                <a:close/>
              </a:path>
              <a:path w="10812780" h="3594100">
                <a:moveTo>
                  <a:pt x="10402265" y="3568700"/>
                </a:moveTo>
                <a:lnTo>
                  <a:pt x="10356227" y="3568700"/>
                </a:lnTo>
                <a:lnTo>
                  <a:pt x="10370489" y="3556000"/>
                </a:lnTo>
                <a:lnTo>
                  <a:pt x="10416235" y="3556000"/>
                </a:lnTo>
                <a:lnTo>
                  <a:pt x="10402265" y="3568700"/>
                </a:lnTo>
                <a:close/>
              </a:path>
              <a:path w="10812780" h="3594100">
                <a:moveTo>
                  <a:pt x="529056" y="3581400"/>
                </a:moveTo>
                <a:lnTo>
                  <a:pt x="453313" y="3581400"/>
                </a:lnTo>
                <a:lnTo>
                  <a:pt x="438899" y="3568700"/>
                </a:lnTo>
                <a:lnTo>
                  <a:pt x="514159" y="3568700"/>
                </a:lnTo>
                <a:lnTo>
                  <a:pt x="529056" y="3581400"/>
                </a:lnTo>
                <a:close/>
              </a:path>
              <a:path w="10812780" h="3594100">
                <a:moveTo>
                  <a:pt x="10359466" y="3581400"/>
                </a:moveTo>
                <a:lnTo>
                  <a:pt x="10283723" y="3581400"/>
                </a:lnTo>
                <a:lnTo>
                  <a:pt x="10298620" y="3568700"/>
                </a:lnTo>
                <a:lnTo>
                  <a:pt x="10373880" y="3568700"/>
                </a:lnTo>
                <a:lnTo>
                  <a:pt x="10359466" y="3581400"/>
                </a:lnTo>
                <a:close/>
              </a:path>
              <a:path w="10812780" h="3594100">
                <a:moveTo>
                  <a:pt x="10285399" y="3594100"/>
                </a:moveTo>
                <a:lnTo>
                  <a:pt x="527380" y="3594100"/>
                </a:lnTo>
                <a:lnTo>
                  <a:pt x="512318" y="3581400"/>
                </a:lnTo>
                <a:lnTo>
                  <a:pt x="10300462" y="3581400"/>
                </a:lnTo>
                <a:lnTo>
                  <a:pt x="10285399" y="35941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64336" y="2316479"/>
            <a:ext cx="9862185" cy="239903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57480" rIns="0" bIns="0" rtlCol="0" vert="horz">
            <a:spAutoFit/>
          </a:bodyPr>
          <a:lstStyle/>
          <a:p>
            <a:pPr marL="434975" indent="-342900">
              <a:lnSpc>
                <a:spcPct val="100000"/>
              </a:lnSpc>
              <a:spcBef>
                <a:spcPts val="124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数据类型</a:t>
            </a:r>
            <a:r>
              <a:rPr dirty="0" sz="2000">
                <a:latin typeface="宋体"/>
                <a:cs typeface="宋体"/>
              </a:rPr>
              <a:t>：字符串、数值、列表、元组、字典、集合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数值类型</a:t>
            </a:r>
            <a:r>
              <a:rPr dirty="0" sz="2000">
                <a:latin typeface="宋体"/>
                <a:cs typeface="宋体"/>
              </a:rPr>
              <a:t>：整型、浮点型、布尔值；</a:t>
            </a:r>
            <a:r>
              <a:rPr dirty="0" sz="2000" spc="-5">
                <a:latin typeface="宋体"/>
                <a:cs typeface="宋体"/>
              </a:rPr>
              <a:t> </a:t>
            </a:r>
            <a:r>
              <a:rPr dirty="0" sz="2000">
                <a:latin typeface="宋体"/>
                <a:cs typeface="宋体"/>
              </a:rPr>
              <a:t> </a:t>
            </a:r>
            <a:endParaRPr sz="2000">
              <a:latin typeface="宋体"/>
              <a:cs typeface="宋体"/>
            </a:endParaRPr>
          </a:p>
          <a:p>
            <a:pPr marL="434975" marR="270510" indent="-342900">
              <a:lnSpc>
                <a:spcPct val="150000"/>
              </a:lnSpc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运算符</a:t>
            </a:r>
            <a:r>
              <a:rPr dirty="0" sz="2000">
                <a:latin typeface="宋体"/>
                <a:cs typeface="宋体"/>
              </a:rPr>
              <a:t>：算术运算符、赋值运算符、比较运算符、逻辑运算符、成员运算符、身</a:t>
            </a:r>
            <a:r>
              <a:rPr dirty="0" sz="2000">
                <a:latin typeface="宋体"/>
                <a:cs typeface="宋体"/>
              </a:rPr>
              <a:t>份 </a:t>
            </a:r>
            <a:r>
              <a:rPr dirty="0" sz="2000">
                <a:latin typeface="宋体"/>
                <a:cs typeface="宋体"/>
              </a:rPr>
              <a:t>运算符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运算优先级：</a:t>
            </a:r>
            <a:r>
              <a:rPr dirty="0" sz="2000">
                <a:latin typeface="宋体"/>
                <a:cs typeface="宋体"/>
              </a:rPr>
              <a:t>从左往右看，括号优先算，先乘除后加减，再比较，再逻辑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76755" y="2267711"/>
            <a:ext cx="1335405" cy="1945005"/>
          </a:xfrm>
          <a:custGeom>
            <a:avLst/>
            <a:gdLst/>
            <a:ahLst/>
            <a:cxnLst/>
            <a:rect l="l" t="t" r="r" b="b"/>
            <a:pathLst>
              <a:path w="1335405" h="1945004">
                <a:moveTo>
                  <a:pt x="0" y="0"/>
                </a:moveTo>
                <a:lnTo>
                  <a:pt x="1335024" y="0"/>
                </a:lnTo>
                <a:lnTo>
                  <a:pt x="1335024" y="1944624"/>
                </a:lnTo>
                <a:lnTo>
                  <a:pt x="0" y="1944624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6755" y="2363635"/>
            <a:ext cx="1335405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4485" marR="316865">
              <a:lnSpc>
                <a:spcPct val="100000"/>
              </a:lnSpc>
              <a:spcBef>
                <a:spcPts val="100"/>
              </a:spcBef>
            </a:pPr>
            <a:r>
              <a:rPr dirty="0" sz="5400">
                <a:solidFill>
                  <a:srgbClr val="EBEBEB"/>
                </a:solidFill>
                <a:latin typeface="宋体"/>
                <a:cs typeface="宋体"/>
              </a:rPr>
              <a:t>目 录</a:t>
            </a:r>
            <a:endParaRPr sz="5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92491" y="2279535"/>
            <a:ext cx="1304925" cy="1891664"/>
          </a:xfrm>
          <a:custGeom>
            <a:avLst/>
            <a:gdLst/>
            <a:ahLst/>
            <a:cxnLst/>
            <a:rect l="l" t="t" r="r" b="b"/>
            <a:pathLst>
              <a:path w="1304925" h="1891664">
                <a:moveTo>
                  <a:pt x="1304302" y="1891055"/>
                </a:moveTo>
                <a:lnTo>
                  <a:pt x="0" y="1891055"/>
                </a:lnTo>
                <a:lnTo>
                  <a:pt x="0" y="0"/>
                </a:lnTo>
                <a:lnTo>
                  <a:pt x="1304302" y="0"/>
                </a:lnTo>
                <a:lnTo>
                  <a:pt x="1304302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872005"/>
                </a:lnTo>
                <a:lnTo>
                  <a:pt x="9525" y="1872005"/>
                </a:lnTo>
                <a:lnTo>
                  <a:pt x="19050" y="1881530"/>
                </a:lnTo>
                <a:lnTo>
                  <a:pt x="1304302" y="1881530"/>
                </a:lnTo>
                <a:lnTo>
                  <a:pt x="1304302" y="1891055"/>
                </a:lnTo>
                <a:close/>
              </a:path>
              <a:path w="1304925" h="1891664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304925" h="1891664">
                <a:moveTo>
                  <a:pt x="1285252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285252" y="9525"/>
                </a:lnTo>
                <a:lnTo>
                  <a:pt x="1285252" y="19050"/>
                </a:lnTo>
                <a:close/>
              </a:path>
              <a:path w="1304925" h="1891664">
                <a:moveTo>
                  <a:pt x="1285252" y="1881530"/>
                </a:moveTo>
                <a:lnTo>
                  <a:pt x="1285252" y="9525"/>
                </a:lnTo>
                <a:lnTo>
                  <a:pt x="1294777" y="19050"/>
                </a:lnTo>
                <a:lnTo>
                  <a:pt x="1304302" y="19050"/>
                </a:lnTo>
                <a:lnTo>
                  <a:pt x="1304302" y="1872005"/>
                </a:lnTo>
                <a:lnTo>
                  <a:pt x="1294777" y="1872005"/>
                </a:lnTo>
                <a:lnTo>
                  <a:pt x="1285252" y="1881530"/>
                </a:lnTo>
                <a:close/>
              </a:path>
              <a:path w="1304925" h="1891664">
                <a:moveTo>
                  <a:pt x="1304302" y="19050"/>
                </a:moveTo>
                <a:lnTo>
                  <a:pt x="1294777" y="19050"/>
                </a:lnTo>
                <a:lnTo>
                  <a:pt x="1285252" y="9525"/>
                </a:lnTo>
                <a:lnTo>
                  <a:pt x="1304302" y="9525"/>
                </a:lnTo>
                <a:lnTo>
                  <a:pt x="1304302" y="19050"/>
                </a:lnTo>
                <a:close/>
              </a:path>
              <a:path w="1304925" h="1891664">
                <a:moveTo>
                  <a:pt x="19050" y="1881530"/>
                </a:moveTo>
                <a:lnTo>
                  <a:pt x="9525" y="1872005"/>
                </a:lnTo>
                <a:lnTo>
                  <a:pt x="19050" y="1872005"/>
                </a:lnTo>
                <a:lnTo>
                  <a:pt x="19050" y="1881530"/>
                </a:lnTo>
                <a:close/>
              </a:path>
              <a:path w="1304925" h="1891664">
                <a:moveTo>
                  <a:pt x="1285252" y="1881530"/>
                </a:moveTo>
                <a:lnTo>
                  <a:pt x="19050" y="1881530"/>
                </a:lnTo>
                <a:lnTo>
                  <a:pt x="19050" y="1872005"/>
                </a:lnTo>
                <a:lnTo>
                  <a:pt x="1285252" y="1872005"/>
                </a:lnTo>
                <a:lnTo>
                  <a:pt x="1285252" y="1881530"/>
                </a:lnTo>
                <a:close/>
              </a:path>
              <a:path w="1304925" h="1891664">
                <a:moveTo>
                  <a:pt x="1304302" y="1881530"/>
                </a:moveTo>
                <a:lnTo>
                  <a:pt x="1285252" y="1881530"/>
                </a:lnTo>
                <a:lnTo>
                  <a:pt x="1294777" y="1872005"/>
                </a:lnTo>
                <a:lnTo>
                  <a:pt x="1304302" y="1872005"/>
                </a:lnTo>
                <a:lnTo>
                  <a:pt x="1304302" y="188153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01767" y="3632"/>
            <a:ext cx="0" cy="6854825"/>
          </a:xfrm>
          <a:custGeom>
            <a:avLst/>
            <a:gdLst/>
            <a:ahLst/>
            <a:cxnLst/>
            <a:rect l="l" t="t" r="r" b="b"/>
            <a:pathLst>
              <a:path w="0" h="6854825">
                <a:moveTo>
                  <a:pt x="0" y="0"/>
                </a:moveTo>
                <a:lnTo>
                  <a:pt x="0" y="6854367"/>
                </a:lnTo>
              </a:path>
            </a:pathLst>
          </a:custGeom>
          <a:ln w="22225">
            <a:solidFill>
              <a:srgbClr val="2E5B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38700" y="1515110"/>
            <a:ext cx="704215" cy="704215"/>
          </a:xfrm>
          <a:custGeom>
            <a:avLst/>
            <a:gdLst/>
            <a:ahLst/>
            <a:cxnLst/>
            <a:rect l="l" t="t" r="r" b="b"/>
            <a:pathLst>
              <a:path w="704214" h="704214">
                <a:moveTo>
                  <a:pt x="352107" y="704214"/>
                </a:moveTo>
                <a:lnTo>
                  <a:pt x="304328" y="701000"/>
                </a:lnTo>
                <a:lnTo>
                  <a:pt x="258503" y="691635"/>
                </a:lnTo>
                <a:lnTo>
                  <a:pt x="215051" y="676539"/>
                </a:lnTo>
                <a:lnTo>
                  <a:pt x="174392" y="656129"/>
                </a:lnTo>
                <a:lnTo>
                  <a:pt x="136945" y="630825"/>
                </a:lnTo>
                <a:lnTo>
                  <a:pt x="103130" y="601044"/>
                </a:lnTo>
                <a:lnTo>
                  <a:pt x="73366" y="567206"/>
                </a:lnTo>
                <a:lnTo>
                  <a:pt x="48073" y="529728"/>
                </a:lnTo>
                <a:lnTo>
                  <a:pt x="27670" y="489029"/>
                </a:lnTo>
                <a:lnTo>
                  <a:pt x="12577" y="445527"/>
                </a:lnTo>
                <a:lnTo>
                  <a:pt x="3214" y="399641"/>
                </a:lnTo>
                <a:lnTo>
                  <a:pt x="0" y="351789"/>
                </a:lnTo>
                <a:lnTo>
                  <a:pt x="3214" y="304084"/>
                </a:lnTo>
                <a:lnTo>
                  <a:pt x="12577" y="258320"/>
                </a:lnTo>
                <a:lnTo>
                  <a:pt x="27670" y="214917"/>
                </a:lnTo>
                <a:lnTo>
                  <a:pt x="48073" y="174298"/>
                </a:lnTo>
                <a:lnTo>
                  <a:pt x="73366" y="136882"/>
                </a:lnTo>
                <a:lnTo>
                  <a:pt x="103130" y="103090"/>
                </a:lnTo>
                <a:lnTo>
                  <a:pt x="136945" y="73343"/>
                </a:lnTo>
                <a:lnTo>
                  <a:pt x="174392" y="48061"/>
                </a:lnTo>
                <a:lnTo>
                  <a:pt x="215051" y="27665"/>
                </a:lnTo>
                <a:lnTo>
                  <a:pt x="258503" y="12576"/>
                </a:lnTo>
                <a:lnTo>
                  <a:pt x="304328" y="3214"/>
                </a:lnTo>
                <a:lnTo>
                  <a:pt x="352107" y="0"/>
                </a:lnTo>
                <a:lnTo>
                  <a:pt x="399886" y="3214"/>
                </a:lnTo>
                <a:lnTo>
                  <a:pt x="445711" y="12577"/>
                </a:lnTo>
                <a:lnTo>
                  <a:pt x="489163" y="27670"/>
                </a:lnTo>
                <a:lnTo>
                  <a:pt x="529822" y="48073"/>
                </a:lnTo>
                <a:lnTo>
                  <a:pt x="567269" y="73366"/>
                </a:lnTo>
                <a:lnTo>
                  <a:pt x="601084" y="103130"/>
                </a:lnTo>
                <a:lnTo>
                  <a:pt x="630848" y="136945"/>
                </a:lnTo>
                <a:lnTo>
                  <a:pt x="656141" y="174392"/>
                </a:lnTo>
                <a:lnTo>
                  <a:pt x="676544" y="215051"/>
                </a:lnTo>
                <a:lnTo>
                  <a:pt x="691637" y="258503"/>
                </a:lnTo>
                <a:lnTo>
                  <a:pt x="701000" y="304328"/>
                </a:lnTo>
                <a:lnTo>
                  <a:pt x="704214" y="352107"/>
                </a:lnTo>
                <a:lnTo>
                  <a:pt x="701000" y="399886"/>
                </a:lnTo>
                <a:lnTo>
                  <a:pt x="691637" y="445711"/>
                </a:lnTo>
                <a:lnTo>
                  <a:pt x="676544" y="489163"/>
                </a:lnTo>
                <a:lnTo>
                  <a:pt x="656141" y="529822"/>
                </a:lnTo>
                <a:lnTo>
                  <a:pt x="630848" y="567269"/>
                </a:lnTo>
                <a:lnTo>
                  <a:pt x="601084" y="601084"/>
                </a:lnTo>
                <a:lnTo>
                  <a:pt x="567269" y="630848"/>
                </a:lnTo>
                <a:lnTo>
                  <a:pt x="529822" y="656141"/>
                </a:lnTo>
                <a:lnTo>
                  <a:pt x="489163" y="676544"/>
                </a:lnTo>
                <a:lnTo>
                  <a:pt x="445711" y="691637"/>
                </a:lnTo>
                <a:lnTo>
                  <a:pt x="399886" y="701000"/>
                </a:lnTo>
                <a:lnTo>
                  <a:pt x="352107" y="70421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63744" y="1704594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01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38700" y="2875914"/>
            <a:ext cx="704215" cy="704215"/>
          </a:xfrm>
          <a:custGeom>
            <a:avLst/>
            <a:gdLst/>
            <a:ahLst/>
            <a:cxnLst/>
            <a:rect l="l" t="t" r="r" b="b"/>
            <a:pathLst>
              <a:path w="704214" h="704214">
                <a:moveTo>
                  <a:pt x="352107" y="704214"/>
                </a:moveTo>
                <a:lnTo>
                  <a:pt x="304328" y="701000"/>
                </a:lnTo>
                <a:lnTo>
                  <a:pt x="258503" y="691636"/>
                </a:lnTo>
                <a:lnTo>
                  <a:pt x="215051" y="676541"/>
                </a:lnTo>
                <a:lnTo>
                  <a:pt x="174392" y="656134"/>
                </a:lnTo>
                <a:lnTo>
                  <a:pt x="136945" y="630834"/>
                </a:lnTo>
                <a:lnTo>
                  <a:pt x="103130" y="601060"/>
                </a:lnTo>
                <a:lnTo>
                  <a:pt x="73366" y="567231"/>
                </a:lnTo>
                <a:lnTo>
                  <a:pt x="48073" y="529765"/>
                </a:lnTo>
                <a:lnTo>
                  <a:pt x="27670" y="489082"/>
                </a:lnTo>
                <a:lnTo>
                  <a:pt x="12577" y="445600"/>
                </a:lnTo>
                <a:lnTo>
                  <a:pt x="3214" y="399739"/>
                </a:lnTo>
                <a:lnTo>
                  <a:pt x="0" y="351917"/>
                </a:lnTo>
                <a:lnTo>
                  <a:pt x="3214" y="304182"/>
                </a:lnTo>
                <a:lnTo>
                  <a:pt x="12577" y="258393"/>
                </a:lnTo>
                <a:lnTo>
                  <a:pt x="27670" y="214971"/>
                </a:lnTo>
                <a:lnTo>
                  <a:pt x="48073" y="174336"/>
                </a:lnTo>
                <a:lnTo>
                  <a:pt x="73366" y="136907"/>
                </a:lnTo>
                <a:lnTo>
                  <a:pt x="103130" y="103106"/>
                </a:lnTo>
                <a:lnTo>
                  <a:pt x="136945" y="73352"/>
                </a:lnTo>
                <a:lnTo>
                  <a:pt x="174392" y="48066"/>
                </a:lnTo>
                <a:lnTo>
                  <a:pt x="215051" y="27667"/>
                </a:lnTo>
                <a:lnTo>
                  <a:pt x="258503" y="12576"/>
                </a:lnTo>
                <a:lnTo>
                  <a:pt x="304328" y="3214"/>
                </a:lnTo>
                <a:lnTo>
                  <a:pt x="352107" y="0"/>
                </a:lnTo>
                <a:lnTo>
                  <a:pt x="399886" y="3214"/>
                </a:lnTo>
                <a:lnTo>
                  <a:pt x="445711" y="12577"/>
                </a:lnTo>
                <a:lnTo>
                  <a:pt x="489163" y="27670"/>
                </a:lnTo>
                <a:lnTo>
                  <a:pt x="529822" y="48073"/>
                </a:lnTo>
                <a:lnTo>
                  <a:pt x="567269" y="73366"/>
                </a:lnTo>
                <a:lnTo>
                  <a:pt x="601084" y="103130"/>
                </a:lnTo>
                <a:lnTo>
                  <a:pt x="630848" y="136945"/>
                </a:lnTo>
                <a:lnTo>
                  <a:pt x="656141" y="174392"/>
                </a:lnTo>
                <a:lnTo>
                  <a:pt x="676544" y="215051"/>
                </a:lnTo>
                <a:lnTo>
                  <a:pt x="691637" y="258503"/>
                </a:lnTo>
                <a:lnTo>
                  <a:pt x="701000" y="304328"/>
                </a:lnTo>
                <a:lnTo>
                  <a:pt x="704214" y="352107"/>
                </a:lnTo>
                <a:lnTo>
                  <a:pt x="701000" y="399886"/>
                </a:lnTo>
                <a:lnTo>
                  <a:pt x="691637" y="445711"/>
                </a:lnTo>
                <a:lnTo>
                  <a:pt x="676544" y="489163"/>
                </a:lnTo>
                <a:lnTo>
                  <a:pt x="656141" y="529822"/>
                </a:lnTo>
                <a:lnTo>
                  <a:pt x="630848" y="567269"/>
                </a:lnTo>
                <a:lnTo>
                  <a:pt x="601084" y="601084"/>
                </a:lnTo>
                <a:lnTo>
                  <a:pt x="567269" y="630848"/>
                </a:lnTo>
                <a:lnTo>
                  <a:pt x="529822" y="656141"/>
                </a:lnTo>
                <a:lnTo>
                  <a:pt x="489163" y="676544"/>
                </a:lnTo>
                <a:lnTo>
                  <a:pt x="445711" y="691637"/>
                </a:lnTo>
                <a:lnTo>
                  <a:pt x="399886" y="701000"/>
                </a:lnTo>
                <a:lnTo>
                  <a:pt x="352107" y="70421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063744" y="3065398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02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38700" y="4236084"/>
            <a:ext cx="704215" cy="704215"/>
          </a:xfrm>
          <a:custGeom>
            <a:avLst/>
            <a:gdLst/>
            <a:ahLst/>
            <a:cxnLst/>
            <a:rect l="l" t="t" r="r" b="b"/>
            <a:pathLst>
              <a:path w="704214" h="704214">
                <a:moveTo>
                  <a:pt x="352107" y="704214"/>
                </a:moveTo>
                <a:lnTo>
                  <a:pt x="304327" y="701000"/>
                </a:lnTo>
                <a:lnTo>
                  <a:pt x="258496" y="691637"/>
                </a:lnTo>
                <a:lnTo>
                  <a:pt x="215034" y="676544"/>
                </a:lnTo>
                <a:lnTo>
                  <a:pt x="174361" y="656141"/>
                </a:lnTo>
                <a:lnTo>
                  <a:pt x="136898" y="630848"/>
                </a:lnTo>
                <a:lnTo>
                  <a:pt x="103067" y="601084"/>
                </a:lnTo>
                <a:lnTo>
                  <a:pt x="73366" y="567382"/>
                </a:lnTo>
                <a:lnTo>
                  <a:pt x="48073" y="529991"/>
                </a:lnTo>
                <a:lnTo>
                  <a:pt x="27670" y="489404"/>
                </a:lnTo>
                <a:lnTo>
                  <a:pt x="12577" y="446041"/>
                </a:lnTo>
                <a:lnTo>
                  <a:pt x="3214" y="400326"/>
                </a:lnTo>
                <a:lnTo>
                  <a:pt x="0" y="352678"/>
                </a:lnTo>
                <a:lnTo>
                  <a:pt x="3214" y="304769"/>
                </a:lnTo>
                <a:lnTo>
                  <a:pt x="12577" y="258834"/>
                </a:lnTo>
                <a:lnTo>
                  <a:pt x="27670" y="215292"/>
                </a:lnTo>
                <a:lnTo>
                  <a:pt x="48073" y="174561"/>
                </a:lnTo>
                <a:lnTo>
                  <a:pt x="73366" y="137059"/>
                </a:lnTo>
                <a:lnTo>
                  <a:pt x="103130" y="103201"/>
                </a:lnTo>
                <a:lnTo>
                  <a:pt x="137006" y="73366"/>
                </a:lnTo>
                <a:lnTo>
                  <a:pt x="174434" y="48073"/>
                </a:lnTo>
                <a:lnTo>
                  <a:pt x="215077" y="27670"/>
                </a:lnTo>
                <a:lnTo>
                  <a:pt x="258516" y="12577"/>
                </a:lnTo>
                <a:lnTo>
                  <a:pt x="304333" y="3214"/>
                </a:lnTo>
                <a:lnTo>
                  <a:pt x="352107" y="0"/>
                </a:lnTo>
                <a:lnTo>
                  <a:pt x="399887" y="3214"/>
                </a:lnTo>
                <a:lnTo>
                  <a:pt x="445718" y="12580"/>
                </a:lnTo>
                <a:lnTo>
                  <a:pt x="489180" y="27679"/>
                </a:lnTo>
                <a:lnTo>
                  <a:pt x="529853" y="48094"/>
                </a:lnTo>
                <a:lnTo>
                  <a:pt x="567316" y="73407"/>
                </a:lnTo>
                <a:lnTo>
                  <a:pt x="601147" y="103201"/>
                </a:lnTo>
                <a:lnTo>
                  <a:pt x="630848" y="136945"/>
                </a:lnTo>
                <a:lnTo>
                  <a:pt x="656141" y="174392"/>
                </a:lnTo>
                <a:lnTo>
                  <a:pt x="676544" y="215051"/>
                </a:lnTo>
                <a:lnTo>
                  <a:pt x="691637" y="258503"/>
                </a:lnTo>
                <a:lnTo>
                  <a:pt x="701000" y="304328"/>
                </a:lnTo>
                <a:lnTo>
                  <a:pt x="704214" y="352107"/>
                </a:lnTo>
                <a:lnTo>
                  <a:pt x="701000" y="399886"/>
                </a:lnTo>
                <a:lnTo>
                  <a:pt x="691637" y="445711"/>
                </a:lnTo>
                <a:lnTo>
                  <a:pt x="676544" y="489163"/>
                </a:lnTo>
                <a:lnTo>
                  <a:pt x="656141" y="529822"/>
                </a:lnTo>
                <a:lnTo>
                  <a:pt x="630848" y="567269"/>
                </a:lnTo>
                <a:lnTo>
                  <a:pt x="601084" y="601084"/>
                </a:lnTo>
                <a:lnTo>
                  <a:pt x="567208" y="630889"/>
                </a:lnTo>
                <a:lnTo>
                  <a:pt x="529780" y="656162"/>
                </a:lnTo>
                <a:lnTo>
                  <a:pt x="489137" y="676553"/>
                </a:lnTo>
                <a:lnTo>
                  <a:pt x="445698" y="691639"/>
                </a:lnTo>
                <a:lnTo>
                  <a:pt x="399881" y="701000"/>
                </a:lnTo>
                <a:lnTo>
                  <a:pt x="352107" y="70421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063744" y="4425569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03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915025" y="1652904"/>
            <a:ext cx="18605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字符串的定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15025" y="3013709"/>
            <a:ext cx="18605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字符串的操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15025" y="4373245"/>
            <a:ext cx="21666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字符串的格式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化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01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56643" y="2909912"/>
            <a:ext cx="461327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solidFill>
                  <a:srgbClr val="2E5B50"/>
                </a:solidFill>
                <a:latin typeface="宋体"/>
                <a:cs typeface="宋体"/>
              </a:rPr>
              <a:t>字符串的定</a:t>
            </a:r>
            <a:r>
              <a:rPr dirty="0" sz="6000" spc="-25" b="1">
                <a:solidFill>
                  <a:srgbClr val="2E5B50"/>
                </a:solidFill>
                <a:latin typeface="宋体"/>
                <a:cs typeface="宋体"/>
              </a:rPr>
              <a:t>义</a:t>
            </a:r>
            <a:endParaRPr sz="6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8605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字符串的定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43583"/>
            <a:ext cx="10846435" cy="1260475"/>
          </a:xfrm>
          <a:custGeom>
            <a:avLst/>
            <a:gdLst/>
            <a:ahLst/>
            <a:cxnLst/>
            <a:rect l="l" t="t" r="r" b="b"/>
            <a:pathLst>
              <a:path w="10846435" h="1260475">
                <a:moveTo>
                  <a:pt x="10635996" y="1260347"/>
                </a:moveTo>
                <a:lnTo>
                  <a:pt x="208787" y="1260347"/>
                </a:lnTo>
                <a:lnTo>
                  <a:pt x="160906" y="1254906"/>
                </a:lnTo>
                <a:lnTo>
                  <a:pt x="116904" y="1239170"/>
                </a:lnTo>
                <a:lnTo>
                  <a:pt x="78066" y="1214396"/>
                </a:lnTo>
                <a:lnTo>
                  <a:pt x="45673" y="1181838"/>
                </a:lnTo>
                <a:lnTo>
                  <a:pt x="21009" y="1142755"/>
                </a:lnTo>
                <a:lnTo>
                  <a:pt x="5357" y="1098402"/>
                </a:lnTo>
                <a:lnTo>
                  <a:pt x="0" y="1050035"/>
                </a:lnTo>
                <a:lnTo>
                  <a:pt x="0" y="210311"/>
                </a:lnTo>
                <a:lnTo>
                  <a:pt x="5357" y="162192"/>
                </a:lnTo>
                <a:lnTo>
                  <a:pt x="21009" y="118004"/>
                </a:lnTo>
                <a:lnTo>
                  <a:pt x="45673" y="79003"/>
                </a:lnTo>
                <a:lnTo>
                  <a:pt x="78066" y="46446"/>
                </a:lnTo>
                <a:lnTo>
                  <a:pt x="116904" y="21589"/>
                </a:lnTo>
                <a:lnTo>
                  <a:pt x="160906" y="5688"/>
                </a:lnTo>
                <a:lnTo>
                  <a:pt x="208787" y="0"/>
                </a:lnTo>
                <a:lnTo>
                  <a:pt x="10635996" y="0"/>
                </a:lnTo>
                <a:lnTo>
                  <a:pt x="10684348" y="5688"/>
                </a:lnTo>
                <a:lnTo>
                  <a:pt x="10728692" y="21589"/>
                </a:lnTo>
                <a:lnTo>
                  <a:pt x="10767770" y="46446"/>
                </a:lnTo>
                <a:lnTo>
                  <a:pt x="10800328" y="79003"/>
                </a:lnTo>
                <a:lnTo>
                  <a:pt x="10825107" y="118004"/>
                </a:lnTo>
                <a:lnTo>
                  <a:pt x="10840852" y="162192"/>
                </a:lnTo>
                <a:lnTo>
                  <a:pt x="10846308" y="210311"/>
                </a:lnTo>
                <a:lnTo>
                  <a:pt x="10846308" y="1050035"/>
                </a:lnTo>
                <a:lnTo>
                  <a:pt x="10840852" y="1098402"/>
                </a:lnTo>
                <a:lnTo>
                  <a:pt x="10825107" y="1142755"/>
                </a:lnTo>
                <a:lnTo>
                  <a:pt x="10800328" y="1181838"/>
                </a:lnTo>
                <a:lnTo>
                  <a:pt x="10767770" y="1214396"/>
                </a:lnTo>
                <a:lnTo>
                  <a:pt x="10728692" y="1239170"/>
                </a:lnTo>
                <a:lnTo>
                  <a:pt x="10684348" y="1254906"/>
                </a:lnTo>
                <a:lnTo>
                  <a:pt x="10635996" y="1260347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05205" y="1360436"/>
            <a:ext cx="1021143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字符串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(string)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即“一串字符”，属于文本型数据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，Python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中最常用的数据类型，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字符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串 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是以单引号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'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或双引号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"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括起来的任意文本，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：'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这是我的第一个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Python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程序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'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”abcd”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2751" y="2831592"/>
            <a:ext cx="10860405" cy="1336675"/>
          </a:xfrm>
          <a:custGeom>
            <a:avLst/>
            <a:gdLst/>
            <a:ahLst/>
            <a:cxnLst/>
            <a:rect l="l" t="t" r="r" b="b"/>
            <a:pathLst>
              <a:path w="10860405" h="1336675">
                <a:moveTo>
                  <a:pt x="10637520" y="1336547"/>
                </a:moveTo>
                <a:lnTo>
                  <a:pt x="222504" y="1336547"/>
                </a:lnTo>
                <a:lnTo>
                  <a:pt x="177671" y="1332020"/>
                </a:lnTo>
                <a:lnTo>
                  <a:pt x="135899" y="1319037"/>
                </a:lnTo>
                <a:lnTo>
                  <a:pt x="98088" y="1298500"/>
                </a:lnTo>
                <a:lnTo>
                  <a:pt x="65141" y="1271311"/>
                </a:lnTo>
                <a:lnTo>
                  <a:pt x="37957" y="1238369"/>
                </a:lnTo>
                <a:lnTo>
                  <a:pt x="17439" y="1200577"/>
                </a:lnTo>
                <a:lnTo>
                  <a:pt x="4486" y="1158835"/>
                </a:lnTo>
                <a:lnTo>
                  <a:pt x="0" y="1114043"/>
                </a:lnTo>
                <a:lnTo>
                  <a:pt x="0" y="222503"/>
                </a:lnTo>
                <a:lnTo>
                  <a:pt x="4486" y="177462"/>
                </a:lnTo>
                <a:lnTo>
                  <a:pt x="17439" y="135541"/>
                </a:lnTo>
                <a:lnTo>
                  <a:pt x="37957" y="97642"/>
                </a:lnTo>
                <a:lnTo>
                  <a:pt x="65141" y="64665"/>
                </a:lnTo>
                <a:lnTo>
                  <a:pt x="98088" y="37511"/>
                </a:lnTo>
                <a:lnTo>
                  <a:pt x="135899" y="17081"/>
                </a:lnTo>
                <a:lnTo>
                  <a:pt x="177671" y="4277"/>
                </a:lnTo>
                <a:lnTo>
                  <a:pt x="222504" y="0"/>
                </a:lnTo>
                <a:lnTo>
                  <a:pt x="10637520" y="0"/>
                </a:lnTo>
                <a:lnTo>
                  <a:pt x="10682394" y="4277"/>
                </a:lnTo>
                <a:lnTo>
                  <a:pt x="10724196" y="17081"/>
                </a:lnTo>
                <a:lnTo>
                  <a:pt x="10762024" y="37511"/>
                </a:lnTo>
                <a:lnTo>
                  <a:pt x="10794977" y="64665"/>
                </a:lnTo>
                <a:lnTo>
                  <a:pt x="10822155" y="97642"/>
                </a:lnTo>
                <a:lnTo>
                  <a:pt x="10842656" y="135541"/>
                </a:lnTo>
                <a:lnTo>
                  <a:pt x="10855579" y="177462"/>
                </a:lnTo>
                <a:lnTo>
                  <a:pt x="10860024" y="222503"/>
                </a:lnTo>
                <a:lnTo>
                  <a:pt x="10860024" y="1114043"/>
                </a:lnTo>
                <a:lnTo>
                  <a:pt x="10855579" y="1158835"/>
                </a:lnTo>
                <a:lnTo>
                  <a:pt x="10842656" y="1200577"/>
                </a:lnTo>
                <a:lnTo>
                  <a:pt x="10822155" y="1238369"/>
                </a:lnTo>
                <a:lnTo>
                  <a:pt x="10794977" y="1271311"/>
                </a:lnTo>
                <a:lnTo>
                  <a:pt x="10762024" y="1298500"/>
                </a:lnTo>
                <a:lnTo>
                  <a:pt x="10724196" y="1319037"/>
                </a:lnTo>
                <a:lnTo>
                  <a:pt x="10682394" y="1332020"/>
                </a:lnTo>
                <a:lnTo>
                  <a:pt x="10637520" y="13365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4736" y="2769107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30">
                <a:moveTo>
                  <a:pt x="669036" y="379476"/>
                </a:moveTo>
                <a:lnTo>
                  <a:pt x="64007" y="379476"/>
                </a:lnTo>
                <a:lnTo>
                  <a:pt x="39078" y="374355"/>
                </a:lnTo>
                <a:lnTo>
                  <a:pt x="18797" y="360678"/>
                </a:lnTo>
                <a:lnTo>
                  <a:pt x="5120" y="340397"/>
                </a:lnTo>
                <a:lnTo>
                  <a:pt x="0" y="315468"/>
                </a:lnTo>
                <a:lnTo>
                  <a:pt x="0" y="64008"/>
                </a:lnTo>
                <a:lnTo>
                  <a:pt x="5120" y="39006"/>
                </a:lnTo>
                <a:lnTo>
                  <a:pt x="18797" y="18702"/>
                </a:lnTo>
                <a:lnTo>
                  <a:pt x="39078" y="5048"/>
                </a:lnTo>
                <a:lnTo>
                  <a:pt x="64007" y="0"/>
                </a:lnTo>
                <a:lnTo>
                  <a:pt x="669036" y="0"/>
                </a:lnTo>
                <a:lnTo>
                  <a:pt x="693370" y="5048"/>
                </a:lnTo>
                <a:lnTo>
                  <a:pt x="713293" y="18702"/>
                </a:lnTo>
                <a:lnTo>
                  <a:pt x="726709" y="39006"/>
                </a:lnTo>
                <a:lnTo>
                  <a:pt x="731520" y="64008"/>
                </a:lnTo>
                <a:lnTo>
                  <a:pt x="731520" y="315468"/>
                </a:lnTo>
                <a:lnTo>
                  <a:pt x="726709" y="340397"/>
                </a:lnTo>
                <a:lnTo>
                  <a:pt x="713293" y="360678"/>
                </a:lnTo>
                <a:lnTo>
                  <a:pt x="693370" y="374355"/>
                </a:lnTo>
                <a:lnTo>
                  <a:pt x="669036" y="379476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78903" y="2796628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注意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5250" y="2901187"/>
            <a:ext cx="5593715" cy="112268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6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>
                <a:latin typeface="宋体"/>
                <a:cs typeface="宋体"/>
              </a:rPr>
              <a:t>单引号和双引号只是一种表示方式，不是字符串的一部分</a:t>
            </a:r>
            <a:r>
              <a:rPr dirty="0" sz="1600" spc="-5">
                <a:latin typeface="宋体"/>
                <a:cs typeface="宋体"/>
              </a:rPr>
              <a:t>；</a:t>
            </a:r>
            <a:endParaRPr sz="16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>
                <a:latin typeface="宋体"/>
                <a:cs typeface="宋体"/>
              </a:rPr>
              <a:t>一个字符串使用哪种引号开头就必须以哪种引号结束</a:t>
            </a:r>
            <a:r>
              <a:rPr dirty="0" sz="1600" spc="-5">
                <a:latin typeface="宋体"/>
                <a:cs typeface="宋体"/>
              </a:rPr>
              <a:t>；</a:t>
            </a:r>
            <a:endParaRPr sz="16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>
                <a:latin typeface="宋体"/>
                <a:cs typeface="宋体"/>
              </a:rPr>
              <a:t>即使是数字，如果用引号引起来，那么也是字符串</a:t>
            </a:r>
            <a:r>
              <a:rPr dirty="0" sz="1600" spc="-5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6468" y="4658867"/>
            <a:ext cx="3319779" cy="1382395"/>
          </a:xfrm>
          <a:custGeom>
            <a:avLst/>
            <a:gdLst/>
            <a:ahLst/>
            <a:cxnLst/>
            <a:rect l="l" t="t" r="r" b="b"/>
            <a:pathLst>
              <a:path w="3319779" h="1382395">
                <a:moveTo>
                  <a:pt x="3087623" y="1382268"/>
                </a:moveTo>
                <a:lnTo>
                  <a:pt x="230123" y="1382268"/>
                </a:lnTo>
                <a:lnTo>
                  <a:pt x="183707" y="1377669"/>
                </a:lnTo>
                <a:lnTo>
                  <a:pt x="140471" y="1364302"/>
                </a:lnTo>
                <a:lnTo>
                  <a:pt x="101346" y="1343100"/>
                </a:lnTo>
                <a:lnTo>
                  <a:pt x="67265" y="1314992"/>
                </a:lnTo>
                <a:lnTo>
                  <a:pt x="39158" y="1280912"/>
                </a:lnTo>
                <a:lnTo>
                  <a:pt x="17958" y="1241789"/>
                </a:lnTo>
                <a:lnTo>
                  <a:pt x="4594" y="1198556"/>
                </a:lnTo>
                <a:lnTo>
                  <a:pt x="0" y="1152144"/>
                </a:lnTo>
                <a:lnTo>
                  <a:pt x="0" y="230124"/>
                </a:lnTo>
                <a:lnTo>
                  <a:pt x="4594" y="183628"/>
                </a:lnTo>
                <a:lnTo>
                  <a:pt x="17958" y="140335"/>
                </a:lnTo>
                <a:lnTo>
                  <a:pt x="39158" y="101177"/>
                </a:lnTo>
                <a:lnTo>
                  <a:pt x="67265" y="67084"/>
                </a:lnTo>
                <a:lnTo>
                  <a:pt x="101346" y="38989"/>
                </a:lnTo>
                <a:lnTo>
                  <a:pt x="140471" y="17822"/>
                </a:lnTo>
                <a:lnTo>
                  <a:pt x="183707" y="4515"/>
                </a:lnTo>
                <a:lnTo>
                  <a:pt x="230123" y="0"/>
                </a:lnTo>
                <a:lnTo>
                  <a:pt x="3087623" y="0"/>
                </a:lnTo>
                <a:lnTo>
                  <a:pt x="3134285" y="4515"/>
                </a:lnTo>
                <a:lnTo>
                  <a:pt x="3177716" y="17822"/>
                </a:lnTo>
                <a:lnTo>
                  <a:pt x="3217002" y="38989"/>
                </a:lnTo>
                <a:lnTo>
                  <a:pt x="3251230" y="67084"/>
                </a:lnTo>
                <a:lnTo>
                  <a:pt x="3279484" y="101177"/>
                </a:lnTo>
                <a:lnTo>
                  <a:pt x="3300852" y="140335"/>
                </a:lnTo>
                <a:lnTo>
                  <a:pt x="3314419" y="183628"/>
                </a:lnTo>
                <a:lnTo>
                  <a:pt x="3319272" y="230124"/>
                </a:lnTo>
                <a:lnTo>
                  <a:pt x="3319272" y="1152144"/>
                </a:lnTo>
                <a:lnTo>
                  <a:pt x="3314419" y="1198556"/>
                </a:lnTo>
                <a:lnTo>
                  <a:pt x="3300852" y="1241789"/>
                </a:lnTo>
                <a:lnTo>
                  <a:pt x="3279484" y="1280912"/>
                </a:lnTo>
                <a:lnTo>
                  <a:pt x="3251230" y="1314992"/>
                </a:lnTo>
                <a:lnTo>
                  <a:pt x="3217002" y="1343100"/>
                </a:lnTo>
                <a:lnTo>
                  <a:pt x="3177716" y="1364302"/>
                </a:lnTo>
                <a:lnTo>
                  <a:pt x="3134285" y="1377669"/>
                </a:lnTo>
                <a:lnTo>
                  <a:pt x="3087623" y="13822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89851" y="4652009"/>
            <a:ext cx="3331845" cy="1384300"/>
          </a:xfrm>
          <a:custGeom>
            <a:avLst/>
            <a:gdLst/>
            <a:ahLst/>
            <a:cxnLst/>
            <a:rect l="l" t="t" r="r" b="b"/>
            <a:pathLst>
              <a:path w="3331845" h="1384300">
                <a:moveTo>
                  <a:pt x="3176308" y="12700"/>
                </a:moveTo>
                <a:lnTo>
                  <a:pt x="155422" y="12700"/>
                </a:lnTo>
                <a:lnTo>
                  <a:pt x="166433" y="0"/>
                </a:lnTo>
                <a:lnTo>
                  <a:pt x="3165297" y="0"/>
                </a:lnTo>
                <a:lnTo>
                  <a:pt x="3176308" y="12700"/>
                </a:lnTo>
                <a:close/>
              </a:path>
              <a:path w="3331845" h="1384300">
                <a:moveTo>
                  <a:pt x="159638" y="25400"/>
                </a:moveTo>
                <a:lnTo>
                  <a:pt x="123951" y="25400"/>
                </a:lnTo>
                <a:lnTo>
                  <a:pt x="134162" y="12700"/>
                </a:lnTo>
                <a:lnTo>
                  <a:pt x="170345" y="12700"/>
                </a:lnTo>
                <a:lnTo>
                  <a:pt x="159638" y="25400"/>
                </a:lnTo>
                <a:close/>
              </a:path>
              <a:path w="3331845" h="1384300">
                <a:moveTo>
                  <a:pt x="3207766" y="25400"/>
                </a:moveTo>
                <a:lnTo>
                  <a:pt x="3172091" y="25400"/>
                </a:lnTo>
                <a:lnTo>
                  <a:pt x="3161372" y="12700"/>
                </a:lnTo>
                <a:lnTo>
                  <a:pt x="3197555" y="12700"/>
                </a:lnTo>
                <a:lnTo>
                  <a:pt x="3207766" y="25400"/>
                </a:lnTo>
                <a:close/>
              </a:path>
              <a:path w="3331845" h="1384300">
                <a:moveTo>
                  <a:pt x="129882" y="38100"/>
                </a:moveTo>
                <a:lnTo>
                  <a:pt x="104419" y="38100"/>
                </a:lnTo>
                <a:lnTo>
                  <a:pt x="114033" y="25400"/>
                </a:lnTo>
                <a:lnTo>
                  <a:pt x="139814" y="25400"/>
                </a:lnTo>
                <a:lnTo>
                  <a:pt x="129882" y="38100"/>
                </a:lnTo>
                <a:close/>
              </a:path>
              <a:path w="3331845" h="1384300">
                <a:moveTo>
                  <a:pt x="3227298" y="38100"/>
                </a:moveTo>
                <a:lnTo>
                  <a:pt x="3201847" y="38100"/>
                </a:lnTo>
                <a:lnTo>
                  <a:pt x="3191903" y="25400"/>
                </a:lnTo>
                <a:lnTo>
                  <a:pt x="3217697" y="25400"/>
                </a:lnTo>
                <a:lnTo>
                  <a:pt x="3227298" y="38100"/>
                </a:lnTo>
                <a:close/>
              </a:path>
              <a:path w="3331845" h="1384300">
                <a:moveTo>
                  <a:pt x="111404" y="50800"/>
                </a:moveTo>
                <a:lnTo>
                  <a:pt x="86194" y="50800"/>
                </a:lnTo>
                <a:lnTo>
                  <a:pt x="95135" y="38100"/>
                </a:lnTo>
                <a:lnTo>
                  <a:pt x="120764" y="38100"/>
                </a:lnTo>
                <a:lnTo>
                  <a:pt x="111404" y="50800"/>
                </a:lnTo>
                <a:close/>
              </a:path>
              <a:path w="3331845" h="1384300">
                <a:moveTo>
                  <a:pt x="3245535" y="50800"/>
                </a:moveTo>
                <a:lnTo>
                  <a:pt x="3220313" y="50800"/>
                </a:lnTo>
                <a:lnTo>
                  <a:pt x="3210966" y="38100"/>
                </a:lnTo>
                <a:lnTo>
                  <a:pt x="3236582" y="38100"/>
                </a:lnTo>
                <a:lnTo>
                  <a:pt x="3245535" y="50800"/>
                </a:lnTo>
                <a:close/>
              </a:path>
              <a:path w="3331845" h="1384300">
                <a:moveTo>
                  <a:pt x="78244" y="76200"/>
                </a:moveTo>
                <a:lnTo>
                  <a:pt x="61531" y="76200"/>
                </a:lnTo>
                <a:lnTo>
                  <a:pt x="69380" y="63500"/>
                </a:lnTo>
                <a:lnTo>
                  <a:pt x="77597" y="50800"/>
                </a:lnTo>
                <a:lnTo>
                  <a:pt x="102869" y="50800"/>
                </a:lnTo>
                <a:lnTo>
                  <a:pt x="94157" y="63500"/>
                </a:lnTo>
                <a:lnTo>
                  <a:pt x="86258" y="63500"/>
                </a:lnTo>
                <a:lnTo>
                  <a:pt x="78244" y="76200"/>
                </a:lnTo>
                <a:close/>
              </a:path>
              <a:path w="3331845" h="1384300">
                <a:moveTo>
                  <a:pt x="3270199" y="76200"/>
                </a:moveTo>
                <a:lnTo>
                  <a:pt x="3253473" y="76200"/>
                </a:lnTo>
                <a:lnTo>
                  <a:pt x="3245472" y="63500"/>
                </a:lnTo>
                <a:lnTo>
                  <a:pt x="3237572" y="63500"/>
                </a:lnTo>
                <a:lnTo>
                  <a:pt x="3228860" y="50800"/>
                </a:lnTo>
                <a:lnTo>
                  <a:pt x="3254120" y="50800"/>
                </a:lnTo>
                <a:lnTo>
                  <a:pt x="3262350" y="63500"/>
                </a:lnTo>
                <a:lnTo>
                  <a:pt x="3270199" y="76200"/>
                </a:lnTo>
                <a:close/>
              </a:path>
              <a:path w="3331845" h="1384300">
                <a:moveTo>
                  <a:pt x="57137" y="101600"/>
                </a:moveTo>
                <a:lnTo>
                  <a:pt x="40449" y="101600"/>
                </a:lnTo>
                <a:lnTo>
                  <a:pt x="47053" y="88900"/>
                </a:lnTo>
                <a:lnTo>
                  <a:pt x="54089" y="76200"/>
                </a:lnTo>
                <a:lnTo>
                  <a:pt x="71031" y="76200"/>
                </a:lnTo>
                <a:lnTo>
                  <a:pt x="63792" y="88900"/>
                </a:lnTo>
                <a:lnTo>
                  <a:pt x="63982" y="88900"/>
                </a:lnTo>
                <a:lnTo>
                  <a:pt x="57137" y="101600"/>
                </a:lnTo>
                <a:close/>
              </a:path>
              <a:path w="3331845" h="1384300">
                <a:moveTo>
                  <a:pt x="3291268" y="101600"/>
                </a:moveTo>
                <a:lnTo>
                  <a:pt x="3274593" y="101600"/>
                </a:lnTo>
                <a:lnTo>
                  <a:pt x="3267748" y="88900"/>
                </a:lnTo>
                <a:lnTo>
                  <a:pt x="3267938" y="88900"/>
                </a:lnTo>
                <a:lnTo>
                  <a:pt x="3260699" y="76200"/>
                </a:lnTo>
                <a:lnTo>
                  <a:pt x="3277641" y="76200"/>
                </a:lnTo>
                <a:lnTo>
                  <a:pt x="3284664" y="88900"/>
                </a:lnTo>
                <a:lnTo>
                  <a:pt x="3291268" y="101600"/>
                </a:lnTo>
                <a:close/>
              </a:path>
              <a:path w="3331845" h="1384300">
                <a:moveTo>
                  <a:pt x="22732" y="165100"/>
                </a:moveTo>
                <a:lnTo>
                  <a:pt x="10655" y="165100"/>
                </a:lnTo>
                <a:lnTo>
                  <a:pt x="14376" y="152400"/>
                </a:lnTo>
                <a:lnTo>
                  <a:pt x="18618" y="139700"/>
                </a:lnTo>
                <a:lnTo>
                  <a:pt x="23355" y="127000"/>
                </a:lnTo>
                <a:lnTo>
                  <a:pt x="28587" y="114300"/>
                </a:lnTo>
                <a:lnTo>
                  <a:pt x="34289" y="101600"/>
                </a:lnTo>
                <a:lnTo>
                  <a:pt x="51066" y="101600"/>
                </a:lnTo>
                <a:lnTo>
                  <a:pt x="45072" y="114300"/>
                </a:lnTo>
                <a:lnTo>
                  <a:pt x="45224" y="114300"/>
                </a:lnTo>
                <a:lnTo>
                  <a:pt x="39674" y="127000"/>
                </a:lnTo>
                <a:lnTo>
                  <a:pt x="34874" y="127000"/>
                </a:lnTo>
                <a:lnTo>
                  <a:pt x="30251" y="139700"/>
                </a:lnTo>
                <a:lnTo>
                  <a:pt x="26250" y="152400"/>
                </a:lnTo>
                <a:lnTo>
                  <a:pt x="22732" y="165100"/>
                </a:lnTo>
                <a:close/>
              </a:path>
              <a:path w="3331845" h="1384300">
                <a:moveTo>
                  <a:pt x="3321075" y="165100"/>
                </a:moveTo>
                <a:lnTo>
                  <a:pt x="3308997" y="165100"/>
                </a:lnTo>
                <a:lnTo>
                  <a:pt x="3305378" y="152400"/>
                </a:lnTo>
                <a:lnTo>
                  <a:pt x="3301352" y="139700"/>
                </a:lnTo>
                <a:lnTo>
                  <a:pt x="3301479" y="139700"/>
                </a:lnTo>
                <a:lnTo>
                  <a:pt x="3296856" y="127000"/>
                </a:lnTo>
                <a:lnTo>
                  <a:pt x="3292043" y="127000"/>
                </a:lnTo>
                <a:lnTo>
                  <a:pt x="3286493" y="114300"/>
                </a:lnTo>
                <a:lnTo>
                  <a:pt x="3286658" y="114300"/>
                </a:lnTo>
                <a:lnTo>
                  <a:pt x="3280664" y="101600"/>
                </a:lnTo>
                <a:lnTo>
                  <a:pt x="3297428" y="101600"/>
                </a:lnTo>
                <a:lnTo>
                  <a:pt x="3303130" y="114300"/>
                </a:lnTo>
                <a:lnTo>
                  <a:pt x="3308362" y="127000"/>
                </a:lnTo>
                <a:lnTo>
                  <a:pt x="3313112" y="139700"/>
                </a:lnTo>
                <a:lnTo>
                  <a:pt x="3317354" y="152400"/>
                </a:lnTo>
                <a:lnTo>
                  <a:pt x="3321075" y="165100"/>
                </a:lnTo>
                <a:close/>
              </a:path>
              <a:path w="3331845" h="1384300">
                <a:moveTo>
                  <a:pt x="34734" y="139700"/>
                </a:moveTo>
                <a:lnTo>
                  <a:pt x="34874" y="127000"/>
                </a:lnTo>
                <a:lnTo>
                  <a:pt x="39827" y="127000"/>
                </a:lnTo>
                <a:lnTo>
                  <a:pt x="34734" y="139700"/>
                </a:lnTo>
                <a:close/>
              </a:path>
              <a:path w="3331845" h="1384300">
                <a:moveTo>
                  <a:pt x="3296996" y="139700"/>
                </a:moveTo>
                <a:lnTo>
                  <a:pt x="3291903" y="127000"/>
                </a:lnTo>
                <a:lnTo>
                  <a:pt x="3296856" y="127000"/>
                </a:lnTo>
                <a:lnTo>
                  <a:pt x="3296996" y="139700"/>
                </a:lnTo>
                <a:close/>
              </a:path>
              <a:path w="3331845" h="1384300">
                <a:moveTo>
                  <a:pt x="19723" y="177800"/>
                </a:moveTo>
                <a:lnTo>
                  <a:pt x="6070" y="177800"/>
                </a:lnTo>
                <a:lnTo>
                  <a:pt x="7467" y="165100"/>
                </a:lnTo>
                <a:lnTo>
                  <a:pt x="22821" y="165100"/>
                </a:lnTo>
                <a:lnTo>
                  <a:pt x="19723" y="177800"/>
                </a:lnTo>
                <a:close/>
              </a:path>
              <a:path w="3331845" h="1384300">
                <a:moveTo>
                  <a:pt x="3325660" y="177800"/>
                </a:moveTo>
                <a:lnTo>
                  <a:pt x="3312007" y="177800"/>
                </a:lnTo>
                <a:lnTo>
                  <a:pt x="3308908" y="165100"/>
                </a:lnTo>
                <a:lnTo>
                  <a:pt x="3324263" y="165100"/>
                </a:lnTo>
                <a:lnTo>
                  <a:pt x="3325660" y="177800"/>
                </a:lnTo>
                <a:close/>
              </a:path>
              <a:path w="3331845" h="1384300">
                <a:moveTo>
                  <a:pt x="17233" y="190500"/>
                </a:moveTo>
                <a:lnTo>
                  <a:pt x="3695" y="190500"/>
                </a:lnTo>
                <a:lnTo>
                  <a:pt x="4813" y="177800"/>
                </a:lnTo>
                <a:lnTo>
                  <a:pt x="18453" y="177800"/>
                </a:lnTo>
                <a:lnTo>
                  <a:pt x="17233" y="190500"/>
                </a:lnTo>
                <a:close/>
              </a:path>
              <a:path w="3331845" h="1384300">
                <a:moveTo>
                  <a:pt x="3328022" y="190500"/>
                </a:moveTo>
                <a:lnTo>
                  <a:pt x="3314484" y="190500"/>
                </a:lnTo>
                <a:lnTo>
                  <a:pt x="3313264" y="177800"/>
                </a:lnTo>
                <a:lnTo>
                  <a:pt x="3326917" y="177800"/>
                </a:lnTo>
                <a:lnTo>
                  <a:pt x="3328022" y="190500"/>
                </a:lnTo>
                <a:close/>
              </a:path>
              <a:path w="3331845" h="1384300">
                <a:moveTo>
                  <a:pt x="14490" y="203200"/>
                </a:moveTo>
                <a:lnTo>
                  <a:pt x="1904" y="203200"/>
                </a:lnTo>
                <a:lnTo>
                  <a:pt x="2730" y="190500"/>
                </a:lnTo>
                <a:lnTo>
                  <a:pt x="15290" y="190500"/>
                </a:lnTo>
                <a:lnTo>
                  <a:pt x="14490" y="203200"/>
                </a:lnTo>
                <a:close/>
              </a:path>
              <a:path w="3331845" h="1384300">
                <a:moveTo>
                  <a:pt x="3329825" y="203200"/>
                </a:moveTo>
                <a:lnTo>
                  <a:pt x="3317240" y="203200"/>
                </a:lnTo>
                <a:lnTo>
                  <a:pt x="3316427" y="190500"/>
                </a:lnTo>
                <a:lnTo>
                  <a:pt x="3329000" y="190500"/>
                </a:lnTo>
                <a:lnTo>
                  <a:pt x="3329825" y="203200"/>
                </a:lnTo>
                <a:close/>
              </a:path>
              <a:path w="3331845" h="1384300">
                <a:moveTo>
                  <a:pt x="13347" y="215900"/>
                </a:moveTo>
                <a:lnTo>
                  <a:pt x="685" y="215900"/>
                </a:lnTo>
                <a:lnTo>
                  <a:pt x="1219" y="203200"/>
                </a:lnTo>
                <a:lnTo>
                  <a:pt x="13868" y="203200"/>
                </a:lnTo>
                <a:lnTo>
                  <a:pt x="13347" y="215900"/>
                </a:lnTo>
                <a:close/>
              </a:path>
              <a:path w="3331845" h="1384300">
                <a:moveTo>
                  <a:pt x="3331032" y="215900"/>
                </a:moveTo>
                <a:lnTo>
                  <a:pt x="3318382" y="215900"/>
                </a:lnTo>
                <a:lnTo>
                  <a:pt x="3317862" y="203200"/>
                </a:lnTo>
                <a:lnTo>
                  <a:pt x="3330498" y="203200"/>
                </a:lnTo>
                <a:lnTo>
                  <a:pt x="3331032" y="215900"/>
                </a:lnTo>
                <a:close/>
              </a:path>
              <a:path w="3331845" h="1384300">
                <a:moveTo>
                  <a:pt x="12776" y="228600"/>
                </a:moveTo>
                <a:lnTo>
                  <a:pt x="76" y="228600"/>
                </a:lnTo>
                <a:lnTo>
                  <a:pt x="304" y="215900"/>
                </a:lnTo>
                <a:lnTo>
                  <a:pt x="12992" y="215900"/>
                </a:lnTo>
                <a:lnTo>
                  <a:pt x="12776" y="228600"/>
                </a:lnTo>
                <a:close/>
              </a:path>
              <a:path w="3331845" h="1384300">
                <a:moveTo>
                  <a:pt x="3331654" y="228600"/>
                </a:moveTo>
                <a:lnTo>
                  <a:pt x="3318954" y="228600"/>
                </a:lnTo>
                <a:lnTo>
                  <a:pt x="3318725" y="215900"/>
                </a:lnTo>
                <a:lnTo>
                  <a:pt x="3331413" y="215900"/>
                </a:lnTo>
                <a:lnTo>
                  <a:pt x="3331654" y="228600"/>
                </a:lnTo>
                <a:close/>
              </a:path>
              <a:path w="3331845" h="1384300">
                <a:moveTo>
                  <a:pt x="12700" y="1155700"/>
                </a:moveTo>
                <a:lnTo>
                  <a:pt x="0" y="1155700"/>
                </a:lnTo>
                <a:lnTo>
                  <a:pt x="0" y="228600"/>
                </a:lnTo>
                <a:lnTo>
                  <a:pt x="12700" y="228600"/>
                </a:lnTo>
                <a:lnTo>
                  <a:pt x="12700" y="1155700"/>
                </a:lnTo>
                <a:close/>
              </a:path>
              <a:path w="3331845" h="1384300">
                <a:moveTo>
                  <a:pt x="3331730" y="1155700"/>
                </a:moveTo>
                <a:lnTo>
                  <a:pt x="3319030" y="1155700"/>
                </a:lnTo>
                <a:lnTo>
                  <a:pt x="3319030" y="228600"/>
                </a:lnTo>
                <a:lnTo>
                  <a:pt x="3331730" y="228600"/>
                </a:lnTo>
                <a:lnTo>
                  <a:pt x="3331730" y="1155700"/>
                </a:lnTo>
                <a:close/>
              </a:path>
              <a:path w="3331845" h="1384300">
                <a:moveTo>
                  <a:pt x="12992" y="1168400"/>
                </a:moveTo>
                <a:lnTo>
                  <a:pt x="304" y="1168400"/>
                </a:lnTo>
                <a:lnTo>
                  <a:pt x="76" y="1155700"/>
                </a:lnTo>
                <a:lnTo>
                  <a:pt x="12776" y="1155700"/>
                </a:lnTo>
                <a:lnTo>
                  <a:pt x="12992" y="1168400"/>
                </a:lnTo>
                <a:close/>
              </a:path>
              <a:path w="3331845" h="1384300">
                <a:moveTo>
                  <a:pt x="3331413" y="1168400"/>
                </a:moveTo>
                <a:lnTo>
                  <a:pt x="3318725" y="1168400"/>
                </a:lnTo>
                <a:lnTo>
                  <a:pt x="3318954" y="1155700"/>
                </a:lnTo>
                <a:lnTo>
                  <a:pt x="3331654" y="1155700"/>
                </a:lnTo>
                <a:lnTo>
                  <a:pt x="3331413" y="1168400"/>
                </a:lnTo>
                <a:close/>
              </a:path>
              <a:path w="3331845" h="1384300">
                <a:moveTo>
                  <a:pt x="13868" y="1181100"/>
                </a:moveTo>
                <a:lnTo>
                  <a:pt x="1219" y="1181100"/>
                </a:lnTo>
                <a:lnTo>
                  <a:pt x="685" y="1168400"/>
                </a:lnTo>
                <a:lnTo>
                  <a:pt x="13347" y="1168400"/>
                </a:lnTo>
                <a:lnTo>
                  <a:pt x="13868" y="1181100"/>
                </a:lnTo>
                <a:close/>
              </a:path>
              <a:path w="3331845" h="1384300">
                <a:moveTo>
                  <a:pt x="3330498" y="1181100"/>
                </a:moveTo>
                <a:lnTo>
                  <a:pt x="3317862" y="1181100"/>
                </a:lnTo>
                <a:lnTo>
                  <a:pt x="3318382" y="1168400"/>
                </a:lnTo>
                <a:lnTo>
                  <a:pt x="3331032" y="1168400"/>
                </a:lnTo>
                <a:lnTo>
                  <a:pt x="3330498" y="1181100"/>
                </a:lnTo>
                <a:close/>
              </a:path>
              <a:path w="3331845" h="1384300">
                <a:moveTo>
                  <a:pt x="16217" y="1193800"/>
                </a:moveTo>
                <a:lnTo>
                  <a:pt x="2730" y="1193800"/>
                </a:lnTo>
                <a:lnTo>
                  <a:pt x="1904" y="1181100"/>
                </a:lnTo>
                <a:lnTo>
                  <a:pt x="15278" y="1181100"/>
                </a:lnTo>
                <a:lnTo>
                  <a:pt x="16217" y="1193800"/>
                </a:lnTo>
                <a:close/>
              </a:path>
              <a:path w="3331845" h="1384300">
                <a:moveTo>
                  <a:pt x="3329000" y="1193800"/>
                </a:moveTo>
                <a:lnTo>
                  <a:pt x="3315512" y="1193800"/>
                </a:lnTo>
                <a:lnTo>
                  <a:pt x="3316452" y="1181100"/>
                </a:lnTo>
                <a:lnTo>
                  <a:pt x="3329825" y="1181100"/>
                </a:lnTo>
                <a:lnTo>
                  <a:pt x="3329000" y="1193800"/>
                </a:lnTo>
                <a:close/>
              </a:path>
              <a:path w="3331845" h="1384300">
                <a:moveTo>
                  <a:pt x="18453" y="1206500"/>
                </a:moveTo>
                <a:lnTo>
                  <a:pt x="4813" y="1206500"/>
                </a:lnTo>
                <a:lnTo>
                  <a:pt x="3695" y="1193800"/>
                </a:lnTo>
                <a:lnTo>
                  <a:pt x="17233" y="1193800"/>
                </a:lnTo>
                <a:lnTo>
                  <a:pt x="18453" y="1206500"/>
                </a:lnTo>
                <a:close/>
              </a:path>
              <a:path w="3331845" h="1384300">
                <a:moveTo>
                  <a:pt x="3326917" y="1206500"/>
                </a:moveTo>
                <a:lnTo>
                  <a:pt x="3313264" y="1206500"/>
                </a:lnTo>
                <a:lnTo>
                  <a:pt x="3314484" y="1193800"/>
                </a:lnTo>
                <a:lnTo>
                  <a:pt x="3328022" y="1193800"/>
                </a:lnTo>
                <a:lnTo>
                  <a:pt x="3326917" y="1206500"/>
                </a:lnTo>
                <a:close/>
              </a:path>
              <a:path w="3331845" h="1384300">
                <a:moveTo>
                  <a:pt x="45224" y="1270000"/>
                </a:moveTo>
                <a:lnTo>
                  <a:pt x="28587" y="1270000"/>
                </a:lnTo>
                <a:lnTo>
                  <a:pt x="23355" y="1257300"/>
                </a:lnTo>
                <a:lnTo>
                  <a:pt x="18618" y="1244600"/>
                </a:lnTo>
                <a:lnTo>
                  <a:pt x="14376" y="1231900"/>
                </a:lnTo>
                <a:lnTo>
                  <a:pt x="10655" y="1219200"/>
                </a:lnTo>
                <a:lnTo>
                  <a:pt x="7467" y="1206500"/>
                </a:lnTo>
                <a:lnTo>
                  <a:pt x="19723" y="1206500"/>
                </a:lnTo>
                <a:lnTo>
                  <a:pt x="22821" y="1219200"/>
                </a:lnTo>
                <a:lnTo>
                  <a:pt x="26352" y="1231900"/>
                </a:lnTo>
                <a:lnTo>
                  <a:pt x="30378" y="1244600"/>
                </a:lnTo>
                <a:lnTo>
                  <a:pt x="34734" y="1244600"/>
                </a:lnTo>
                <a:lnTo>
                  <a:pt x="39827" y="1257300"/>
                </a:lnTo>
                <a:lnTo>
                  <a:pt x="39674" y="1257300"/>
                </a:lnTo>
                <a:lnTo>
                  <a:pt x="45224" y="1270000"/>
                </a:lnTo>
                <a:close/>
              </a:path>
              <a:path w="3331845" h="1384300">
                <a:moveTo>
                  <a:pt x="3303130" y="1270000"/>
                </a:moveTo>
                <a:lnTo>
                  <a:pt x="3286493" y="1270000"/>
                </a:lnTo>
                <a:lnTo>
                  <a:pt x="3292043" y="1257300"/>
                </a:lnTo>
                <a:lnTo>
                  <a:pt x="3291903" y="1257300"/>
                </a:lnTo>
                <a:lnTo>
                  <a:pt x="3296996" y="1244600"/>
                </a:lnTo>
                <a:lnTo>
                  <a:pt x="3301352" y="1244600"/>
                </a:lnTo>
                <a:lnTo>
                  <a:pt x="3305479" y="1231900"/>
                </a:lnTo>
                <a:lnTo>
                  <a:pt x="3308997" y="1219200"/>
                </a:lnTo>
                <a:lnTo>
                  <a:pt x="3312007" y="1206500"/>
                </a:lnTo>
                <a:lnTo>
                  <a:pt x="3324263" y="1206500"/>
                </a:lnTo>
                <a:lnTo>
                  <a:pt x="3321075" y="1219200"/>
                </a:lnTo>
                <a:lnTo>
                  <a:pt x="3317354" y="1231900"/>
                </a:lnTo>
                <a:lnTo>
                  <a:pt x="3313112" y="1244600"/>
                </a:lnTo>
                <a:lnTo>
                  <a:pt x="3308362" y="1257300"/>
                </a:lnTo>
                <a:lnTo>
                  <a:pt x="3303130" y="1270000"/>
                </a:lnTo>
                <a:close/>
              </a:path>
              <a:path w="3331845" h="1384300">
                <a:moveTo>
                  <a:pt x="71031" y="1308100"/>
                </a:moveTo>
                <a:lnTo>
                  <a:pt x="54089" y="1308100"/>
                </a:lnTo>
                <a:lnTo>
                  <a:pt x="47053" y="1295400"/>
                </a:lnTo>
                <a:lnTo>
                  <a:pt x="40449" y="1282700"/>
                </a:lnTo>
                <a:lnTo>
                  <a:pt x="34289" y="1270000"/>
                </a:lnTo>
                <a:lnTo>
                  <a:pt x="45072" y="1270000"/>
                </a:lnTo>
                <a:lnTo>
                  <a:pt x="51066" y="1282700"/>
                </a:lnTo>
                <a:lnTo>
                  <a:pt x="57137" y="1282700"/>
                </a:lnTo>
                <a:lnTo>
                  <a:pt x="63982" y="1295400"/>
                </a:lnTo>
                <a:lnTo>
                  <a:pt x="63792" y="1295400"/>
                </a:lnTo>
                <a:lnTo>
                  <a:pt x="71031" y="1308100"/>
                </a:lnTo>
                <a:close/>
              </a:path>
              <a:path w="3331845" h="1384300">
                <a:moveTo>
                  <a:pt x="3277641" y="1308100"/>
                </a:moveTo>
                <a:lnTo>
                  <a:pt x="3260699" y="1308100"/>
                </a:lnTo>
                <a:lnTo>
                  <a:pt x="3267938" y="1295400"/>
                </a:lnTo>
                <a:lnTo>
                  <a:pt x="3267748" y="1295400"/>
                </a:lnTo>
                <a:lnTo>
                  <a:pt x="3274593" y="1282700"/>
                </a:lnTo>
                <a:lnTo>
                  <a:pt x="3280664" y="1282700"/>
                </a:lnTo>
                <a:lnTo>
                  <a:pt x="3286658" y="1270000"/>
                </a:lnTo>
                <a:lnTo>
                  <a:pt x="3297428" y="1270000"/>
                </a:lnTo>
                <a:lnTo>
                  <a:pt x="3291268" y="1282700"/>
                </a:lnTo>
                <a:lnTo>
                  <a:pt x="3284664" y="1295400"/>
                </a:lnTo>
                <a:lnTo>
                  <a:pt x="3277641" y="1308100"/>
                </a:lnTo>
                <a:close/>
              </a:path>
              <a:path w="3331845" h="1384300">
                <a:moveTo>
                  <a:pt x="102869" y="1333500"/>
                </a:moveTo>
                <a:lnTo>
                  <a:pt x="77597" y="1333500"/>
                </a:lnTo>
                <a:lnTo>
                  <a:pt x="69380" y="1320800"/>
                </a:lnTo>
                <a:lnTo>
                  <a:pt x="61531" y="1308100"/>
                </a:lnTo>
                <a:lnTo>
                  <a:pt x="78244" y="1308100"/>
                </a:lnTo>
                <a:lnTo>
                  <a:pt x="86258" y="1320800"/>
                </a:lnTo>
                <a:lnTo>
                  <a:pt x="94157" y="1320800"/>
                </a:lnTo>
                <a:lnTo>
                  <a:pt x="102869" y="1333500"/>
                </a:lnTo>
                <a:close/>
              </a:path>
              <a:path w="3331845" h="1384300">
                <a:moveTo>
                  <a:pt x="3254120" y="1333500"/>
                </a:moveTo>
                <a:lnTo>
                  <a:pt x="3228860" y="1333500"/>
                </a:lnTo>
                <a:lnTo>
                  <a:pt x="3237572" y="1320800"/>
                </a:lnTo>
                <a:lnTo>
                  <a:pt x="3245472" y="1320800"/>
                </a:lnTo>
                <a:lnTo>
                  <a:pt x="3253473" y="1308100"/>
                </a:lnTo>
                <a:lnTo>
                  <a:pt x="3270199" y="1308100"/>
                </a:lnTo>
                <a:lnTo>
                  <a:pt x="3262350" y="1320800"/>
                </a:lnTo>
                <a:lnTo>
                  <a:pt x="3254120" y="1333500"/>
                </a:lnTo>
                <a:close/>
              </a:path>
              <a:path w="3331845" h="1384300">
                <a:moveTo>
                  <a:pt x="120764" y="1346200"/>
                </a:moveTo>
                <a:lnTo>
                  <a:pt x="95135" y="1346200"/>
                </a:lnTo>
                <a:lnTo>
                  <a:pt x="86194" y="1333500"/>
                </a:lnTo>
                <a:lnTo>
                  <a:pt x="111404" y="1333500"/>
                </a:lnTo>
                <a:lnTo>
                  <a:pt x="120764" y="1346200"/>
                </a:lnTo>
                <a:close/>
              </a:path>
              <a:path w="3331845" h="1384300">
                <a:moveTo>
                  <a:pt x="3236582" y="1346200"/>
                </a:moveTo>
                <a:lnTo>
                  <a:pt x="3210966" y="1346200"/>
                </a:lnTo>
                <a:lnTo>
                  <a:pt x="3220313" y="1333500"/>
                </a:lnTo>
                <a:lnTo>
                  <a:pt x="3245535" y="1333500"/>
                </a:lnTo>
                <a:lnTo>
                  <a:pt x="3236582" y="1346200"/>
                </a:lnTo>
                <a:close/>
              </a:path>
              <a:path w="3331845" h="1384300">
                <a:moveTo>
                  <a:pt x="139814" y="1358900"/>
                </a:moveTo>
                <a:lnTo>
                  <a:pt x="114033" y="1358900"/>
                </a:lnTo>
                <a:lnTo>
                  <a:pt x="104419" y="1346200"/>
                </a:lnTo>
                <a:lnTo>
                  <a:pt x="129882" y="1346200"/>
                </a:lnTo>
                <a:lnTo>
                  <a:pt x="139814" y="1358900"/>
                </a:lnTo>
                <a:close/>
              </a:path>
              <a:path w="3331845" h="1384300">
                <a:moveTo>
                  <a:pt x="3217697" y="1358900"/>
                </a:moveTo>
                <a:lnTo>
                  <a:pt x="3191903" y="1358900"/>
                </a:lnTo>
                <a:lnTo>
                  <a:pt x="3201847" y="1346200"/>
                </a:lnTo>
                <a:lnTo>
                  <a:pt x="3227298" y="1346200"/>
                </a:lnTo>
                <a:lnTo>
                  <a:pt x="3217697" y="1358900"/>
                </a:lnTo>
                <a:close/>
              </a:path>
              <a:path w="3331845" h="1384300">
                <a:moveTo>
                  <a:pt x="170345" y="1371600"/>
                </a:moveTo>
                <a:lnTo>
                  <a:pt x="134162" y="1371600"/>
                </a:lnTo>
                <a:lnTo>
                  <a:pt x="123951" y="1358900"/>
                </a:lnTo>
                <a:lnTo>
                  <a:pt x="159638" y="1358900"/>
                </a:lnTo>
                <a:lnTo>
                  <a:pt x="170345" y="1371600"/>
                </a:lnTo>
                <a:close/>
              </a:path>
              <a:path w="3331845" h="1384300">
                <a:moveTo>
                  <a:pt x="3197555" y="1371600"/>
                </a:moveTo>
                <a:lnTo>
                  <a:pt x="3161372" y="1371600"/>
                </a:lnTo>
                <a:lnTo>
                  <a:pt x="3172091" y="1358900"/>
                </a:lnTo>
                <a:lnTo>
                  <a:pt x="3207766" y="1358900"/>
                </a:lnTo>
                <a:lnTo>
                  <a:pt x="3197555" y="1371600"/>
                </a:lnTo>
                <a:close/>
              </a:path>
              <a:path w="3331845" h="1384300">
                <a:moveTo>
                  <a:pt x="3165297" y="1384300"/>
                </a:moveTo>
                <a:lnTo>
                  <a:pt x="166433" y="1384300"/>
                </a:lnTo>
                <a:lnTo>
                  <a:pt x="155422" y="1371600"/>
                </a:lnTo>
                <a:lnTo>
                  <a:pt x="3176308" y="1371600"/>
                </a:lnTo>
                <a:lnTo>
                  <a:pt x="3165297" y="13843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37450" y="4886325"/>
            <a:ext cx="27686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当字符串中存在单引号或双 引号时如何处理？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48528" y="4658867"/>
            <a:ext cx="5794375" cy="1382395"/>
          </a:xfrm>
          <a:custGeom>
            <a:avLst/>
            <a:gdLst/>
            <a:ahLst/>
            <a:cxnLst/>
            <a:rect l="l" t="t" r="r" b="b"/>
            <a:pathLst>
              <a:path w="5794375" h="1382395">
                <a:moveTo>
                  <a:pt x="5564124" y="1382268"/>
                </a:moveTo>
                <a:lnTo>
                  <a:pt x="230124" y="1382268"/>
                </a:lnTo>
                <a:lnTo>
                  <a:pt x="183660" y="1377669"/>
                </a:lnTo>
                <a:lnTo>
                  <a:pt x="140390" y="1364302"/>
                </a:lnTo>
                <a:lnTo>
                  <a:pt x="101245" y="1343100"/>
                </a:lnTo>
                <a:lnTo>
                  <a:pt x="67156" y="1314992"/>
                </a:lnTo>
                <a:lnTo>
                  <a:pt x="39055" y="1280912"/>
                </a:lnTo>
                <a:lnTo>
                  <a:pt x="17874" y="1241789"/>
                </a:lnTo>
                <a:lnTo>
                  <a:pt x="4545" y="1198556"/>
                </a:lnTo>
                <a:lnTo>
                  <a:pt x="0" y="1152144"/>
                </a:lnTo>
                <a:lnTo>
                  <a:pt x="0" y="230124"/>
                </a:lnTo>
                <a:lnTo>
                  <a:pt x="4545" y="183628"/>
                </a:lnTo>
                <a:lnTo>
                  <a:pt x="17874" y="140335"/>
                </a:lnTo>
                <a:lnTo>
                  <a:pt x="39055" y="101177"/>
                </a:lnTo>
                <a:lnTo>
                  <a:pt x="67156" y="67084"/>
                </a:lnTo>
                <a:lnTo>
                  <a:pt x="101245" y="38989"/>
                </a:lnTo>
                <a:lnTo>
                  <a:pt x="140390" y="17822"/>
                </a:lnTo>
                <a:lnTo>
                  <a:pt x="183660" y="4515"/>
                </a:lnTo>
                <a:lnTo>
                  <a:pt x="230124" y="0"/>
                </a:lnTo>
                <a:lnTo>
                  <a:pt x="5564124" y="0"/>
                </a:lnTo>
                <a:lnTo>
                  <a:pt x="5610482" y="4515"/>
                </a:lnTo>
                <a:lnTo>
                  <a:pt x="5653676" y="17822"/>
                </a:lnTo>
                <a:lnTo>
                  <a:pt x="5692776" y="38989"/>
                </a:lnTo>
                <a:lnTo>
                  <a:pt x="5726849" y="67084"/>
                </a:lnTo>
                <a:lnTo>
                  <a:pt x="5754964" y="101177"/>
                </a:lnTo>
                <a:lnTo>
                  <a:pt x="5776189" y="140335"/>
                </a:lnTo>
                <a:lnTo>
                  <a:pt x="5789594" y="183628"/>
                </a:lnTo>
                <a:lnTo>
                  <a:pt x="5794248" y="230124"/>
                </a:lnTo>
                <a:lnTo>
                  <a:pt x="5794248" y="1152144"/>
                </a:lnTo>
                <a:lnTo>
                  <a:pt x="5789594" y="1198556"/>
                </a:lnTo>
                <a:lnTo>
                  <a:pt x="5776189" y="1241789"/>
                </a:lnTo>
                <a:lnTo>
                  <a:pt x="5754964" y="1280912"/>
                </a:lnTo>
                <a:lnTo>
                  <a:pt x="5726849" y="1314992"/>
                </a:lnTo>
                <a:lnTo>
                  <a:pt x="5692776" y="1343100"/>
                </a:lnTo>
                <a:lnTo>
                  <a:pt x="5653676" y="1364302"/>
                </a:lnTo>
                <a:lnTo>
                  <a:pt x="5610482" y="1377669"/>
                </a:lnTo>
                <a:lnTo>
                  <a:pt x="5564124" y="13822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741758" y="4652009"/>
            <a:ext cx="5807710" cy="1384300"/>
          </a:xfrm>
          <a:custGeom>
            <a:avLst/>
            <a:gdLst/>
            <a:ahLst/>
            <a:cxnLst/>
            <a:rect l="l" t="t" r="r" b="b"/>
            <a:pathLst>
              <a:path w="5807709" h="1384300">
                <a:moveTo>
                  <a:pt x="5652033" y="12700"/>
                </a:moveTo>
                <a:lnTo>
                  <a:pt x="155422" y="12700"/>
                </a:lnTo>
                <a:lnTo>
                  <a:pt x="166433" y="0"/>
                </a:lnTo>
                <a:lnTo>
                  <a:pt x="5641035" y="0"/>
                </a:lnTo>
                <a:lnTo>
                  <a:pt x="5652033" y="12700"/>
                </a:lnTo>
                <a:close/>
              </a:path>
              <a:path w="5807709" h="1384300">
                <a:moveTo>
                  <a:pt x="159638" y="25400"/>
                </a:moveTo>
                <a:lnTo>
                  <a:pt x="123964" y="25400"/>
                </a:lnTo>
                <a:lnTo>
                  <a:pt x="134175" y="12700"/>
                </a:lnTo>
                <a:lnTo>
                  <a:pt x="170357" y="12700"/>
                </a:lnTo>
                <a:lnTo>
                  <a:pt x="159638" y="25400"/>
                </a:lnTo>
                <a:close/>
              </a:path>
              <a:path w="5807709" h="1384300">
                <a:moveTo>
                  <a:pt x="5683503" y="25400"/>
                </a:moveTo>
                <a:lnTo>
                  <a:pt x="5647817" y="25400"/>
                </a:lnTo>
                <a:lnTo>
                  <a:pt x="5637110" y="12700"/>
                </a:lnTo>
                <a:lnTo>
                  <a:pt x="5673293" y="12700"/>
                </a:lnTo>
                <a:lnTo>
                  <a:pt x="5683503" y="25400"/>
                </a:lnTo>
                <a:close/>
              </a:path>
              <a:path w="5807709" h="1384300">
                <a:moveTo>
                  <a:pt x="129882" y="38100"/>
                </a:moveTo>
                <a:lnTo>
                  <a:pt x="104432" y="38100"/>
                </a:lnTo>
                <a:lnTo>
                  <a:pt x="114045" y="25400"/>
                </a:lnTo>
                <a:lnTo>
                  <a:pt x="139826" y="25400"/>
                </a:lnTo>
                <a:lnTo>
                  <a:pt x="129882" y="38100"/>
                </a:lnTo>
                <a:close/>
              </a:path>
              <a:path w="5807709" h="1384300">
                <a:moveTo>
                  <a:pt x="5703036" y="38100"/>
                </a:moveTo>
                <a:lnTo>
                  <a:pt x="5677573" y="38100"/>
                </a:lnTo>
                <a:lnTo>
                  <a:pt x="5667641" y="25400"/>
                </a:lnTo>
                <a:lnTo>
                  <a:pt x="5693422" y="25400"/>
                </a:lnTo>
                <a:lnTo>
                  <a:pt x="5703036" y="38100"/>
                </a:lnTo>
                <a:close/>
              </a:path>
              <a:path w="5807709" h="1384300">
                <a:moveTo>
                  <a:pt x="111417" y="50800"/>
                </a:moveTo>
                <a:lnTo>
                  <a:pt x="86194" y="50800"/>
                </a:lnTo>
                <a:lnTo>
                  <a:pt x="95148" y="38100"/>
                </a:lnTo>
                <a:lnTo>
                  <a:pt x="120764" y="38100"/>
                </a:lnTo>
                <a:lnTo>
                  <a:pt x="111417" y="50800"/>
                </a:lnTo>
                <a:close/>
              </a:path>
              <a:path w="5807709" h="1384300">
                <a:moveTo>
                  <a:pt x="5721261" y="50800"/>
                </a:moveTo>
                <a:lnTo>
                  <a:pt x="5696051" y="50800"/>
                </a:lnTo>
                <a:lnTo>
                  <a:pt x="5686691" y="38100"/>
                </a:lnTo>
                <a:lnTo>
                  <a:pt x="5712320" y="38100"/>
                </a:lnTo>
                <a:lnTo>
                  <a:pt x="5721261" y="50800"/>
                </a:lnTo>
                <a:close/>
              </a:path>
              <a:path w="5807709" h="1384300">
                <a:moveTo>
                  <a:pt x="78257" y="76200"/>
                </a:moveTo>
                <a:lnTo>
                  <a:pt x="61544" y="76200"/>
                </a:lnTo>
                <a:lnTo>
                  <a:pt x="69380" y="63500"/>
                </a:lnTo>
                <a:lnTo>
                  <a:pt x="77609" y="50800"/>
                </a:lnTo>
                <a:lnTo>
                  <a:pt x="102869" y="50800"/>
                </a:lnTo>
                <a:lnTo>
                  <a:pt x="94157" y="63500"/>
                </a:lnTo>
                <a:lnTo>
                  <a:pt x="86258" y="63500"/>
                </a:lnTo>
                <a:lnTo>
                  <a:pt x="78257" y="76200"/>
                </a:lnTo>
                <a:close/>
              </a:path>
              <a:path w="5807709" h="1384300">
                <a:moveTo>
                  <a:pt x="5745924" y="76200"/>
                </a:moveTo>
                <a:lnTo>
                  <a:pt x="5729211" y="76200"/>
                </a:lnTo>
                <a:lnTo>
                  <a:pt x="5721210" y="63500"/>
                </a:lnTo>
                <a:lnTo>
                  <a:pt x="5713298" y="63500"/>
                </a:lnTo>
                <a:lnTo>
                  <a:pt x="5704586" y="50800"/>
                </a:lnTo>
                <a:lnTo>
                  <a:pt x="5729859" y="50800"/>
                </a:lnTo>
                <a:lnTo>
                  <a:pt x="5738075" y="63500"/>
                </a:lnTo>
                <a:lnTo>
                  <a:pt x="5745924" y="76200"/>
                </a:lnTo>
                <a:close/>
              </a:path>
              <a:path w="5807709" h="1384300">
                <a:moveTo>
                  <a:pt x="57137" y="101600"/>
                </a:moveTo>
                <a:lnTo>
                  <a:pt x="40462" y="101600"/>
                </a:lnTo>
                <a:lnTo>
                  <a:pt x="47066" y="88900"/>
                </a:lnTo>
                <a:lnTo>
                  <a:pt x="54089" y="76200"/>
                </a:lnTo>
                <a:lnTo>
                  <a:pt x="71043" y="76200"/>
                </a:lnTo>
                <a:lnTo>
                  <a:pt x="63792" y="88900"/>
                </a:lnTo>
                <a:lnTo>
                  <a:pt x="63982" y="88900"/>
                </a:lnTo>
                <a:lnTo>
                  <a:pt x="57137" y="101600"/>
                </a:lnTo>
                <a:close/>
              </a:path>
              <a:path w="5807709" h="1384300">
                <a:moveTo>
                  <a:pt x="5767006" y="101600"/>
                </a:moveTo>
                <a:lnTo>
                  <a:pt x="5750318" y="101600"/>
                </a:lnTo>
                <a:lnTo>
                  <a:pt x="5743473" y="88900"/>
                </a:lnTo>
                <a:lnTo>
                  <a:pt x="5743663" y="88900"/>
                </a:lnTo>
                <a:lnTo>
                  <a:pt x="5736424" y="76200"/>
                </a:lnTo>
                <a:lnTo>
                  <a:pt x="5753366" y="76200"/>
                </a:lnTo>
                <a:lnTo>
                  <a:pt x="5760402" y="88900"/>
                </a:lnTo>
                <a:lnTo>
                  <a:pt x="5767006" y="101600"/>
                </a:lnTo>
                <a:close/>
              </a:path>
              <a:path w="5807709" h="1384300">
                <a:moveTo>
                  <a:pt x="22732" y="165100"/>
                </a:moveTo>
                <a:lnTo>
                  <a:pt x="10655" y="165100"/>
                </a:lnTo>
                <a:lnTo>
                  <a:pt x="14376" y="152400"/>
                </a:lnTo>
                <a:lnTo>
                  <a:pt x="18618" y="139700"/>
                </a:lnTo>
                <a:lnTo>
                  <a:pt x="23367" y="127000"/>
                </a:lnTo>
                <a:lnTo>
                  <a:pt x="28600" y="114300"/>
                </a:lnTo>
                <a:lnTo>
                  <a:pt x="34302" y="101600"/>
                </a:lnTo>
                <a:lnTo>
                  <a:pt x="51066" y="101600"/>
                </a:lnTo>
                <a:lnTo>
                  <a:pt x="45072" y="114300"/>
                </a:lnTo>
                <a:lnTo>
                  <a:pt x="45237" y="114300"/>
                </a:lnTo>
                <a:lnTo>
                  <a:pt x="39687" y="127000"/>
                </a:lnTo>
                <a:lnTo>
                  <a:pt x="34874" y="127000"/>
                </a:lnTo>
                <a:lnTo>
                  <a:pt x="30251" y="139700"/>
                </a:lnTo>
                <a:lnTo>
                  <a:pt x="30378" y="139700"/>
                </a:lnTo>
                <a:lnTo>
                  <a:pt x="26250" y="152400"/>
                </a:lnTo>
                <a:lnTo>
                  <a:pt x="22732" y="165100"/>
                </a:lnTo>
                <a:close/>
              </a:path>
              <a:path w="5807709" h="1384300">
                <a:moveTo>
                  <a:pt x="5796813" y="165100"/>
                </a:moveTo>
                <a:lnTo>
                  <a:pt x="5784722" y="165100"/>
                </a:lnTo>
                <a:lnTo>
                  <a:pt x="5781103" y="152400"/>
                </a:lnTo>
                <a:lnTo>
                  <a:pt x="5777077" y="139700"/>
                </a:lnTo>
                <a:lnTo>
                  <a:pt x="5772594" y="127000"/>
                </a:lnTo>
                <a:lnTo>
                  <a:pt x="5767781" y="127000"/>
                </a:lnTo>
                <a:lnTo>
                  <a:pt x="5762231" y="114300"/>
                </a:lnTo>
                <a:lnTo>
                  <a:pt x="5762383" y="114300"/>
                </a:lnTo>
                <a:lnTo>
                  <a:pt x="5756389" y="101600"/>
                </a:lnTo>
                <a:lnTo>
                  <a:pt x="5773166" y="101600"/>
                </a:lnTo>
                <a:lnTo>
                  <a:pt x="5778868" y="114300"/>
                </a:lnTo>
                <a:lnTo>
                  <a:pt x="5784100" y="127000"/>
                </a:lnTo>
                <a:lnTo>
                  <a:pt x="5788837" y="139700"/>
                </a:lnTo>
                <a:lnTo>
                  <a:pt x="5793079" y="152400"/>
                </a:lnTo>
                <a:lnTo>
                  <a:pt x="5796813" y="165100"/>
                </a:lnTo>
                <a:close/>
              </a:path>
              <a:path w="5807709" h="1384300">
                <a:moveTo>
                  <a:pt x="34734" y="139700"/>
                </a:moveTo>
                <a:lnTo>
                  <a:pt x="34874" y="127000"/>
                </a:lnTo>
                <a:lnTo>
                  <a:pt x="39827" y="127000"/>
                </a:lnTo>
                <a:lnTo>
                  <a:pt x="34734" y="139700"/>
                </a:lnTo>
                <a:close/>
              </a:path>
              <a:path w="5807709" h="1384300">
                <a:moveTo>
                  <a:pt x="5772721" y="139700"/>
                </a:moveTo>
                <a:lnTo>
                  <a:pt x="5767628" y="127000"/>
                </a:lnTo>
                <a:lnTo>
                  <a:pt x="5772594" y="127000"/>
                </a:lnTo>
                <a:lnTo>
                  <a:pt x="5772721" y="139700"/>
                </a:lnTo>
                <a:close/>
              </a:path>
              <a:path w="5807709" h="1384300">
                <a:moveTo>
                  <a:pt x="19723" y="177800"/>
                </a:moveTo>
                <a:lnTo>
                  <a:pt x="6070" y="177800"/>
                </a:lnTo>
                <a:lnTo>
                  <a:pt x="7467" y="165100"/>
                </a:lnTo>
                <a:lnTo>
                  <a:pt x="22821" y="165100"/>
                </a:lnTo>
                <a:lnTo>
                  <a:pt x="19723" y="177800"/>
                </a:lnTo>
                <a:close/>
              </a:path>
              <a:path w="5807709" h="1384300">
                <a:moveTo>
                  <a:pt x="5801385" y="177800"/>
                </a:moveTo>
                <a:lnTo>
                  <a:pt x="5787745" y="177800"/>
                </a:lnTo>
                <a:lnTo>
                  <a:pt x="5784634" y="165100"/>
                </a:lnTo>
                <a:lnTo>
                  <a:pt x="5799988" y="165100"/>
                </a:lnTo>
                <a:lnTo>
                  <a:pt x="5801385" y="177800"/>
                </a:lnTo>
                <a:close/>
              </a:path>
              <a:path w="5807709" h="1384300">
                <a:moveTo>
                  <a:pt x="17246" y="190500"/>
                </a:moveTo>
                <a:lnTo>
                  <a:pt x="3708" y="190500"/>
                </a:lnTo>
                <a:lnTo>
                  <a:pt x="4813" y="177800"/>
                </a:lnTo>
                <a:lnTo>
                  <a:pt x="18465" y="177800"/>
                </a:lnTo>
                <a:lnTo>
                  <a:pt x="17246" y="190500"/>
                </a:lnTo>
                <a:close/>
              </a:path>
              <a:path w="5807709" h="1384300">
                <a:moveTo>
                  <a:pt x="5803760" y="190500"/>
                </a:moveTo>
                <a:lnTo>
                  <a:pt x="5790222" y="190500"/>
                </a:lnTo>
                <a:lnTo>
                  <a:pt x="5789002" y="177800"/>
                </a:lnTo>
                <a:lnTo>
                  <a:pt x="5802642" y="177800"/>
                </a:lnTo>
                <a:lnTo>
                  <a:pt x="5803760" y="190500"/>
                </a:lnTo>
                <a:close/>
              </a:path>
              <a:path w="5807709" h="1384300">
                <a:moveTo>
                  <a:pt x="14490" y="203200"/>
                </a:moveTo>
                <a:lnTo>
                  <a:pt x="1904" y="203200"/>
                </a:lnTo>
                <a:lnTo>
                  <a:pt x="2730" y="190500"/>
                </a:lnTo>
                <a:lnTo>
                  <a:pt x="15303" y="190500"/>
                </a:lnTo>
                <a:lnTo>
                  <a:pt x="14490" y="203200"/>
                </a:lnTo>
                <a:close/>
              </a:path>
              <a:path w="5807709" h="1384300">
                <a:moveTo>
                  <a:pt x="5805550" y="203200"/>
                </a:moveTo>
                <a:lnTo>
                  <a:pt x="5792965" y="203200"/>
                </a:lnTo>
                <a:lnTo>
                  <a:pt x="5792165" y="190500"/>
                </a:lnTo>
                <a:lnTo>
                  <a:pt x="5804725" y="190500"/>
                </a:lnTo>
                <a:lnTo>
                  <a:pt x="5805550" y="203200"/>
                </a:lnTo>
                <a:close/>
              </a:path>
              <a:path w="5807709" h="1384300">
                <a:moveTo>
                  <a:pt x="13347" y="215900"/>
                </a:moveTo>
                <a:lnTo>
                  <a:pt x="698" y="215900"/>
                </a:lnTo>
                <a:lnTo>
                  <a:pt x="1231" y="203200"/>
                </a:lnTo>
                <a:lnTo>
                  <a:pt x="13868" y="203200"/>
                </a:lnTo>
                <a:lnTo>
                  <a:pt x="13347" y="215900"/>
                </a:lnTo>
                <a:close/>
              </a:path>
              <a:path w="5807709" h="1384300">
                <a:moveTo>
                  <a:pt x="5806770" y="215900"/>
                </a:moveTo>
                <a:lnTo>
                  <a:pt x="5794108" y="215900"/>
                </a:lnTo>
                <a:lnTo>
                  <a:pt x="5793587" y="203200"/>
                </a:lnTo>
                <a:lnTo>
                  <a:pt x="5806236" y="203200"/>
                </a:lnTo>
                <a:lnTo>
                  <a:pt x="5806770" y="215900"/>
                </a:lnTo>
                <a:close/>
              </a:path>
              <a:path w="5807709" h="1384300">
                <a:moveTo>
                  <a:pt x="12776" y="228600"/>
                </a:moveTo>
                <a:lnTo>
                  <a:pt x="88" y="228600"/>
                </a:lnTo>
                <a:lnTo>
                  <a:pt x="317" y="215900"/>
                </a:lnTo>
                <a:lnTo>
                  <a:pt x="13004" y="215900"/>
                </a:lnTo>
                <a:lnTo>
                  <a:pt x="12776" y="228600"/>
                </a:lnTo>
                <a:close/>
              </a:path>
              <a:path w="5807709" h="1384300">
                <a:moveTo>
                  <a:pt x="5807379" y="228600"/>
                </a:moveTo>
                <a:lnTo>
                  <a:pt x="5794679" y="228600"/>
                </a:lnTo>
                <a:lnTo>
                  <a:pt x="5794463" y="215900"/>
                </a:lnTo>
                <a:lnTo>
                  <a:pt x="5807151" y="215900"/>
                </a:lnTo>
                <a:lnTo>
                  <a:pt x="5807379" y="228600"/>
                </a:lnTo>
                <a:close/>
              </a:path>
              <a:path w="5807709" h="1384300">
                <a:moveTo>
                  <a:pt x="12700" y="1155700"/>
                </a:moveTo>
                <a:lnTo>
                  <a:pt x="0" y="1155700"/>
                </a:lnTo>
                <a:lnTo>
                  <a:pt x="0" y="228600"/>
                </a:lnTo>
                <a:lnTo>
                  <a:pt x="12700" y="228600"/>
                </a:lnTo>
                <a:lnTo>
                  <a:pt x="12700" y="1155700"/>
                </a:lnTo>
                <a:close/>
              </a:path>
              <a:path w="5807709" h="1384300">
                <a:moveTo>
                  <a:pt x="5807455" y="1155700"/>
                </a:moveTo>
                <a:lnTo>
                  <a:pt x="5794755" y="1155700"/>
                </a:lnTo>
                <a:lnTo>
                  <a:pt x="5794755" y="228600"/>
                </a:lnTo>
                <a:lnTo>
                  <a:pt x="5807455" y="228600"/>
                </a:lnTo>
                <a:lnTo>
                  <a:pt x="5807455" y="1155700"/>
                </a:lnTo>
                <a:close/>
              </a:path>
              <a:path w="5807709" h="1384300">
                <a:moveTo>
                  <a:pt x="13004" y="1168400"/>
                </a:moveTo>
                <a:lnTo>
                  <a:pt x="317" y="1168400"/>
                </a:lnTo>
                <a:lnTo>
                  <a:pt x="88" y="1155700"/>
                </a:lnTo>
                <a:lnTo>
                  <a:pt x="12776" y="1155700"/>
                </a:lnTo>
                <a:lnTo>
                  <a:pt x="13004" y="1168400"/>
                </a:lnTo>
                <a:close/>
              </a:path>
              <a:path w="5807709" h="1384300">
                <a:moveTo>
                  <a:pt x="5807151" y="1168400"/>
                </a:moveTo>
                <a:lnTo>
                  <a:pt x="5794463" y="1168400"/>
                </a:lnTo>
                <a:lnTo>
                  <a:pt x="5794679" y="1155700"/>
                </a:lnTo>
                <a:lnTo>
                  <a:pt x="5807379" y="1155700"/>
                </a:lnTo>
                <a:lnTo>
                  <a:pt x="5807151" y="1168400"/>
                </a:lnTo>
                <a:close/>
              </a:path>
              <a:path w="5807709" h="1384300">
                <a:moveTo>
                  <a:pt x="13868" y="1181100"/>
                </a:moveTo>
                <a:lnTo>
                  <a:pt x="1231" y="1181100"/>
                </a:lnTo>
                <a:lnTo>
                  <a:pt x="698" y="1168400"/>
                </a:lnTo>
                <a:lnTo>
                  <a:pt x="13347" y="1168400"/>
                </a:lnTo>
                <a:lnTo>
                  <a:pt x="13868" y="1181100"/>
                </a:lnTo>
                <a:close/>
              </a:path>
              <a:path w="5807709" h="1384300">
                <a:moveTo>
                  <a:pt x="5806236" y="1181100"/>
                </a:moveTo>
                <a:lnTo>
                  <a:pt x="5793587" y="1181100"/>
                </a:lnTo>
                <a:lnTo>
                  <a:pt x="5794108" y="1168400"/>
                </a:lnTo>
                <a:lnTo>
                  <a:pt x="5806770" y="1168400"/>
                </a:lnTo>
                <a:lnTo>
                  <a:pt x="5806236" y="1181100"/>
                </a:lnTo>
                <a:close/>
              </a:path>
              <a:path w="5807709" h="1384300">
                <a:moveTo>
                  <a:pt x="16217" y="1193800"/>
                </a:moveTo>
                <a:lnTo>
                  <a:pt x="2730" y="1193800"/>
                </a:lnTo>
                <a:lnTo>
                  <a:pt x="1904" y="1181100"/>
                </a:lnTo>
                <a:lnTo>
                  <a:pt x="15278" y="1181100"/>
                </a:lnTo>
                <a:lnTo>
                  <a:pt x="16217" y="1193800"/>
                </a:lnTo>
                <a:close/>
              </a:path>
              <a:path w="5807709" h="1384300">
                <a:moveTo>
                  <a:pt x="5804725" y="1193800"/>
                </a:moveTo>
                <a:lnTo>
                  <a:pt x="5791238" y="1193800"/>
                </a:lnTo>
                <a:lnTo>
                  <a:pt x="5792190" y="1181100"/>
                </a:lnTo>
                <a:lnTo>
                  <a:pt x="5805550" y="1181100"/>
                </a:lnTo>
                <a:lnTo>
                  <a:pt x="5804725" y="1193800"/>
                </a:lnTo>
                <a:close/>
              </a:path>
              <a:path w="5807709" h="1384300">
                <a:moveTo>
                  <a:pt x="18465" y="1206500"/>
                </a:moveTo>
                <a:lnTo>
                  <a:pt x="4813" y="1206500"/>
                </a:lnTo>
                <a:lnTo>
                  <a:pt x="3708" y="1193800"/>
                </a:lnTo>
                <a:lnTo>
                  <a:pt x="17246" y="1193800"/>
                </a:lnTo>
                <a:lnTo>
                  <a:pt x="18465" y="1206500"/>
                </a:lnTo>
                <a:close/>
              </a:path>
              <a:path w="5807709" h="1384300">
                <a:moveTo>
                  <a:pt x="5802642" y="1206500"/>
                </a:moveTo>
                <a:lnTo>
                  <a:pt x="5789002" y="1206500"/>
                </a:lnTo>
                <a:lnTo>
                  <a:pt x="5790222" y="1193800"/>
                </a:lnTo>
                <a:lnTo>
                  <a:pt x="5803760" y="1193800"/>
                </a:lnTo>
                <a:lnTo>
                  <a:pt x="5802642" y="1206500"/>
                </a:lnTo>
                <a:close/>
              </a:path>
              <a:path w="5807709" h="1384300">
                <a:moveTo>
                  <a:pt x="45237" y="1270000"/>
                </a:moveTo>
                <a:lnTo>
                  <a:pt x="28600" y="1270000"/>
                </a:lnTo>
                <a:lnTo>
                  <a:pt x="23367" y="1257300"/>
                </a:lnTo>
                <a:lnTo>
                  <a:pt x="18618" y="1244600"/>
                </a:lnTo>
                <a:lnTo>
                  <a:pt x="14376" y="1231900"/>
                </a:lnTo>
                <a:lnTo>
                  <a:pt x="10655" y="1219200"/>
                </a:lnTo>
                <a:lnTo>
                  <a:pt x="7467" y="1206500"/>
                </a:lnTo>
                <a:lnTo>
                  <a:pt x="19723" y="1206500"/>
                </a:lnTo>
                <a:lnTo>
                  <a:pt x="22821" y="1219200"/>
                </a:lnTo>
                <a:lnTo>
                  <a:pt x="26352" y="1231900"/>
                </a:lnTo>
                <a:lnTo>
                  <a:pt x="30378" y="1244600"/>
                </a:lnTo>
                <a:lnTo>
                  <a:pt x="34734" y="1244600"/>
                </a:lnTo>
                <a:lnTo>
                  <a:pt x="39827" y="1257300"/>
                </a:lnTo>
                <a:lnTo>
                  <a:pt x="39687" y="1257300"/>
                </a:lnTo>
                <a:lnTo>
                  <a:pt x="45237" y="1270000"/>
                </a:lnTo>
                <a:close/>
              </a:path>
              <a:path w="5807709" h="1384300">
                <a:moveTo>
                  <a:pt x="5778868" y="1270000"/>
                </a:moveTo>
                <a:lnTo>
                  <a:pt x="5762231" y="1270000"/>
                </a:lnTo>
                <a:lnTo>
                  <a:pt x="5767781" y="1257300"/>
                </a:lnTo>
                <a:lnTo>
                  <a:pt x="5767628" y="1257300"/>
                </a:lnTo>
                <a:lnTo>
                  <a:pt x="5772721" y="1244600"/>
                </a:lnTo>
                <a:lnTo>
                  <a:pt x="5777077" y="1244600"/>
                </a:lnTo>
                <a:lnTo>
                  <a:pt x="5781205" y="1231900"/>
                </a:lnTo>
                <a:lnTo>
                  <a:pt x="5784722" y="1219200"/>
                </a:lnTo>
                <a:lnTo>
                  <a:pt x="5787745" y="1206500"/>
                </a:lnTo>
                <a:lnTo>
                  <a:pt x="5799988" y="1206500"/>
                </a:lnTo>
                <a:lnTo>
                  <a:pt x="5796813" y="1219200"/>
                </a:lnTo>
                <a:lnTo>
                  <a:pt x="5793079" y="1231900"/>
                </a:lnTo>
                <a:lnTo>
                  <a:pt x="5788837" y="1244600"/>
                </a:lnTo>
                <a:lnTo>
                  <a:pt x="5784100" y="1257300"/>
                </a:lnTo>
                <a:lnTo>
                  <a:pt x="5778868" y="1270000"/>
                </a:lnTo>
                <a:close/>
              </a:path>
              <a:path w="5807709" h="1384300">
                <a:moveTo>
                  <a:pt x="71043" y="1308100"/>
                </a:moveTo>
                <a:lnTo>
                  <a:pt x="54089" y="1308100"/>
                </a:lnTo>
                <a:lnTo>
                  <a:pt x="47066" y="1295400"/>
                </a:lnTo>
                <a:lnTo>
                  <a:pt x="40462" y="1282700"/>
                </a:lnTo>
                <a:lnTo>
                  <a:pt x="34302" y="1270000"/>
                </a:lnTo>
                <a:lnTo>
                  <a:pt x="45072" y="1270000"/>
                </a:lnTo>
                <a:lnTo>
                  <a:pt x="51066" y="1282700"/>
                </a:lnTo>
                <a:lnTo>
                  <a:pt x="57137" y="1282700"/>
                </a:lnTo>
                <a:lnTo>
                  <a:pt x="63982" y="1295400"/>
                </a:lnTo>
                <a:lnTo>
                  <a:pt x="63792" y="1295400"/>
                </a:lnTo>
                <a:lnTo>
                  <a:pt x="71043" y="1308100"/>
                </a:lnTo>
                <a:close/>
              </a:path>
              <a:path w="5807709" h="1384300">
                <a:moveTo>
                  <a:pt x="5753366" y="1308100"/>
                </a:moveTo>
                <a:lnTo>
                  <a:pt x="5736424" y="1308100"/>
                </a:lnTo>
                <a:lnTo>
                  <a:pt x="5743663" y="1295400"/>
                </a:lnTo>
                <a:lnTo>
                  <a:pt x="5743473" y="1295400"/>
                </a:lnTo>
                <a:lnTo>
                  <a:pt x="5750318" y="1282700"/>
                </a:lnTo>
                <a:lnTo>
                  <a:pt x="5756389" y="1282700"/>
                </a:lnTo>
                <a:lnTo>
                  <a:pt x="5762383" y="1270000"/>
                </a:lnTo>
                <a:lnTo>
                  <a:pt x="5773166" y="1270000"/>
                </a:lnTo>
                <a:lnTo>
                  <a:pt x="5767006" y="1282700"/>
                </a:lnTo>
                <a:lnTo>
                  <a:pt x="5760402" y="1295400"/>
                </a:lnTo>
                <a:lnTo>
                  <a:pt x="5753366" y="1308100"/>
                </a:lnTo>
                <a:close/>
              </a:path>
              <a:path w="5807709" h="1384300">
                <a:moveTo>
                  <a:pt x="102869" y="1333500"/>
                </a:moveTo>
                <a:lnTo>
                  <a:pt x="77609" y="1333500"/>
                </a:lnTo>
                <a:lnTo>
                  <a:pt x="69380" y="1320800"/>
                </a:lnTo>
                <a:lnTo>
                  <a:pt x="61544" y="1308100"/>
                </a:lnTo>
                <a:lnTo>
                  <a:pt x="78257" y="1308100"/>
                </a:lnTo>
                <a:lnTo>
                  <a:pt x="86258" y="1320800"/>
                </a:lnTo>
                <a:lnTo>
                  <a:pt x="94157" y="1320800"/>
                </a:lnTo>
                <a:lnTo>
                  <a:pt x="102869" y="1333500"/>
                </a:lnTo>
                <a:close/>
              </a:path>
              <a:path w="5807709" h="1384300">
                <a:moveTo>
                  <a:pt x="5729859" y="1333500"/>
                </a:moveTo>
                <a:lnTo>
                  <a:pt x="5704586" y="1333500"/>
                </a:lnTo>
                <a:lnTo>
                  <a:pt x="5713298" y="1320800"/>
                </a:lnTo>
                <a:lnTo>
                  <a:pt x="5721210" y="1320800"/>
                </a:lnTo>
                <a:lnTo>
                  <a:pt x="5729211" y="1308100"/>
                </a:lnTo>
                <a:lnTo>
                  <a:pt x="5745924" y="1308100"/>
                </a:lnTo>
                <a:lnTo>
                  <a:pt x="5738075" y="1320800"/>
                </a:lnTo>
                <a:lnTo>
                  <a:pt x="5729859" y="1333500"/>
                </a:lnTo>
                <a:close/>
              </a:path>
              <a:path w="5807709" h="1384300">
                <a:moveTo>
                  <a:pt x="120764" y="1346200"/>
                </a:moveTo>
                <a:lnTo>
                  <a:pt x="95148" y="1346200"/>
                </a:lnTo>
                <a:lnTo>
                  <a:pt x="86194" y="1333500"/>
                </a:lnTo>
                <a:lnTo>
                  <a:pt x="111417" y="1333500"/>
                </a:lnTo>
                <a:lnTo>
                  <a:pt x="120764" y="1346200"/>
                </a:lnTo>
                <a:close/>
              </a:path>
              <a:path w="5807709" h="1384300">
                <a:moveTo>
                  <a:pt x="5712320" y="1346200"/>
                </a:moveTo>
                <a:lnTo>
                  <a:pt x="5686691" y="1346200"/>
                </a:lnTo>
                <a:lnTo>
                  <a:pt x="5696051" y="1333500"/>
                </a:lnTo>
                <a:lnTo>
                  <a:pt x="5721261" y="1333500"/>
                </a:lnTo>
                <a:lnTo>
                  <a:pt x="5712320" y="1346200"/>
                </a:lnTo>
                <a:close/>
              </a:path>
              <a:path w="5807709" h="1384300">
                <a:moveTo>
                  <a:pt x="139826" y="1358900"/>
                </a:moveTo>
                <a:lnTo>
                  <a:pt x="114045" y="1358900"/>
                </a:lnTo>
                <a:lnTo>
                  <a:pt x="104432" y="1346200"/>
                </a:lnTo>
                <a:lnTo>
                  <a:pt x="129882" y="1346200"/>
                </a:lnTo>
                <a:lnTo>
                  <a:pt x="139826" y="1358900"/>
                </a:lnTo>
                <a:close/>
              </a:path>
              <a:path w="5807709" h="1384300">
                <a:moveTo>
                  <a:pt x="5693422" y="1358900"/>
                </a:moveTo>
                <a:lnTo>
                  <a:pt x="5667641" y="1358900"/>
                </a:lnTo>
                <a:lnTo>
                  <a:pt x="5677573" y="1346200"/>
                </a:lnTo>
                <a:lnTo>
                  <a:pt x="5703036" y="1346200"/>
                </a:lnTo>
                <a:lnTo>
                  <a:pt x="5693422" y="1358900"/>
                </a:lnTo>
                <a:close/>
              </a:path>
              <a:path w="5807709" h="1384300">
                <a:moveTo>
                  <a:pt x="170357" y="1371600"/>
                </a:moveTo>
                <a:lnTo>
                  <a:pt x="134175" y="1371600"/>
                </a:lnTo>
                <a:lnTo>
                  <a:pt x="123964" y="1358900"/>
                </a:lnTo>
                <a:lnTo>
                  <a:pt x="159638" y="1358900"/>
                </a:lnTo>
                <a:lnTo>
                  <a:pt x="170357" y="1371600"/>
                </a:lnTo>
                <a:close/>
              </a:path>
              <a:path w="5807709" h="1384300">
                <a:moveTo>
                  <a:pt x="5673293" y="1371600"/>
                </a:moveTo>
                <a:lnTo>
                  <a:pt x="5637110" y="1371600"/>
                </a:lnTo>
                <a:lnTo>
                  <a:pt x="5647817" y="1358900"/>
                </a:lnTo>
                <a:lnTo>
                  <a:pt x="5683503" y="1358900"/>
                </a:lnTo>
                <a:lnTo>
                  <a:pt x="5673293" y="1371600"/>
                </a:lnTo>
                <a:close/>
              </a:path>
              <a:path w="5807709" h="1384300">
                <a:moveTo>
                  <a:pt x="5641035" y="1384300"/>
                </a:moveTo>
                <a:lnTo>
                  <a:pt x="166433" y="1384300"/>
                </a:lnTo>
                <a:lnTo>
                  <a:pt x="155422" y="1371600"/>
                </a:lnTo>
                <a:lnTo>
                  <a:pt x="5652033" y="1371600"/>
                </a:lnTo>
                <a:lnTo>
                  <a:pt x="5641035" y="13843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932906" y="4886325"/>
            <a:ext cx="55118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当字符串中存在单引号时，则使用双引号标识字符串； 当字符串中存在双引号时，则使用单引号标识字符串。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26279" y="4873752"/>
            <a:ext cx="548640" cy="952500"/>
          </a:xfrm>
          <a:custGeom>
            <a:avLst/>
            <a:gdLst/>
            <a:ahLst/>
            <a:cxnLst/>
            <a:rect l="l" t="t" r="r" b="b"/>
            <a:pathLst>
              <a:path w="548639" h="952500">
                <a:moveTo>
                  <a:pt x="274320" y="952500"/>
                </a:moveTo>
                <a:lnTo>
                  <a:pt x="274320" y="713232"/>
                </a:lnTo>
                <a:lnTo>
                  <a:pt x="0" y="713232"/>
                </a:lnTo>
                <a:lnTo>
                  <a:pt x="0" y="237744"/>
                </a:lnTo>
                <a:lnTo>
                  <a:pt x="274320" y="237744"/>
                </a:lnTo>
                <a:lnTo>
                  <a:pt x="274320" y="0"/>
                </a:lnTo>
                <a:lnTo>
                  <a:pt x="548640" y="475488"/>
                </a:lnTo>
                <a:lnTo>
                  <a:pt x="274320" y="9525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转义字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43583"/>
            <a:ext cx="10846435" cy="756285"/>
          </a:xfrm>
          <a:custGeom>
            <a:avLst/>
            <a:gdLst/>
            <a:ahLst/>
            <a:cxnLst/>
            <a:rect l="l" t="t" r="r" b="b"/>
            <a:pathLst>
              <a:path w="10846435" h="756285">
                <a:moveTo>
                  <a:pt x="10721340" y="755903"/>
                </a:moveTo>
                <a:lnTo>
                  <a:pt x="124968" y="755903"/>
                </a:lnTo>
                <a:lnTo>
                  <a:pt x="76229" y="746205"/>
                </a:lnTo>
                <a:lnTo>
                  <a:pt x="36390" y="719380"/>
                </a:lnTo>
                <a:lnTo>
                  <a:pt x="9598" y="679574"/>
                </a:lnTo>
                <a:lnTo>
                  <a:pt x="0" y="630935"/>
                </a:lnTo>
                <a:lnTo>
                  <a:pt x="0" y="126491"/>
                </a:lnTo>
                <a:lnTo>
                  <a:pt x="9598" y="77372"/>
                </a:lnTo>
                <a:lnTo>
                  <a:pt x="36390" y="37247"/>
                </a:lnTo>
                <a:lnTo>
                  <a:pt x="76229" y="10122"/>
                </a:lnTo>
                <a:lnTo>
                  <a:pt x="124968" y="0"/>
                </a:lnTo>
                <a:lnTo>
                  <a:pt x="10721340" y="0"/>
                </a:lnTo>
                <a:lnTo>
                  <a:pt x="10769935" y="10122"/>
                </a:lnTo>
                <a:lnTo>
                  <a:pt x="10809727" y="37247"/>
                </a:lnTo>
                <a:lnTo>
                  <a:pt x="10836566" y="77372"/>
                </a:lnTo>
                <a:lnTo>
                  <a:pt x="10846308" y="126491"/>
                </a:lnTo>
                <a:lnTo>
                  <a:pt x="10846308" y="630935"/>
                </a:lnTo>
                <a:lnTo>
                  <a:pt x="10836566" y="679574"/>
                </a:lnTo>
                <a:lnTo>
                  <a:pt x="10809727" y="719380"/>
                </a:lnTo>
                <a:lnTo>
                  <a:pt x="10769935" y="746205"/>
                </a:lnTo>
                <a:lnTo>
                  <a:pt x="10721340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10614" y="1490103"/>
            <a:ext cx="663003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那么，如果字符串内部同时包含单引号'和双引号"怎么办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01675" y="3618229"/>
          <a:ext cx="4519295" cy="2750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/>
                <a:gridCol w="3060065"/>
              </a:tblGrid>
              <a:tr h="391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转义字符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(\)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表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示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\'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单引号'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\"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双引号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”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\t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制表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391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\n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换行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\r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回车符，光标移至本行最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前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\\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反斜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杠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6556247" y="5475732"/>
            <a:ext cx="4398645" cy="972819"/>
          </a:xfrm>
          <a:custGeom>
            <a:avLst/>
            <a:gdLst/>
            <a:ahLst/>
            <a:cxnLst/>
            <a:rect l="l" t="t" r="r" b="b"/>
            <a:pathLst>
              <a:path w="4398645" h="972820">
                <a:moveTo>
                  <a:pt x="4236720" y="972312"/>
                </a:moveTo>
                <a:lnTo>
                  <a:pt x="161544" y="972312"/>
                </a:lnTo>
                <a:lnTo>
                  <a:pt x="118445" y="966423"/>
                </a:lnTo>
                <a:lnTo>
                  <a:pt x="79744" y="950047"/>
                </a:lnTo>
                <a:lnTo>
                  <a:pt x="46996" y="924739"/>
                </a:lnTo>
                <a:lnTo>
                  <a:pt x="21753" y="892053"/>
                </a:lnTo>
                <a:lnTo>
                  <a:pt x="5570" y="853544"/>
                </a:lnTo>
                <a:lnTo>
                  <a:pt x="0" y="810767"/>
                </a:lnTo>
                <a:lnTo>
                  <a:pt x="0" y="163067"/>
                </a:lnTo>
                <a:lnTo>
                  <a:pt x="5570" y="119750"/>
                </a:lnTo>
                <a:lnTo>
                  <a:pt x="21753" y="80873"/>
                </a:lnTo>
                <a:lnTo>
                  <a:pt x="46996" y="47948"/>
                </a:lnTo>
                <a:lnTo>
                  <a:pt x="79744" y="22487"/>
                </a:lnTo>
                <a:lnTo>
                  <a:pt x="118445" y="6000"/>
                </a:lnTo>
                <a:lnTo>
                  <a:pt x="161544" y="0"/>
                </a:lnTo>
                <a:lnTo>
                  <a:pt x="4236720" y="0"/>
                </a:lnTo>
                <a:lnTo>
                  <a:pt x="4279549" y="6000"/>
                </a:lnTo>
                <a:lnTo>
                  <a:pt x="4318090" y="22487"/>
                </a:lnTo>
                <a:lnTo>
                  <a:pt x="4350786" y="47948"/>
                </a:lnTo>
                <a:lnTo>
                  <a:pt x="4376084" y="80873"/>
                </a:lnTo>
                <a:lnTo>
                  <a:pt x="4392428" y="119750"/>
                </a:lnTo>
                <a:lnTo>
                  <a:pt x="4398263" y="163067"/>
                </a:lnTo>
                <a:lnTo>
                  <a:pt x="4398263" y="810767"/>
                </a:lnTo>
                <a:lnTo>
                  <a:pt x="4392428" y="853544"/>
                </a:lnTo>
                <a:lnTo>
                  <a:pt x="4376084" y="892053"/>
                </a:lnTo>
                <a:lnTo>
                  <a:pt x="4350786" y="924739"/>
                </a:lnTo>
                <a:lnTo>
                  <a:pt x="4318090" y="950047"/>
                </a:lnTo>
                <a:lnTo>
                  <a:pt x="4279549" y="966423"/>
                </a:lnTo>
                <a:lnTo>
                  <a:pt x="4236720" y="972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878319" y="5852795"/>
            <a:ext cx="27686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宋体"/>
                <a:cs typeface="宋体"/>
              </a:rPr>
              <a:t>输出结果：打印</a:t>
            </a:r>
            <a:r>
              <a:rPr dirty="0" sz="1600" spc="-5">
                <a:latin typeface="宋体"/>
                <a:cs typeface="宋体"/>
              </a:rPr>
              <a:t>'1</a:t>
            </a:r>
            <a:r>
              <a:rPr dirty="0" sz="1600">
                <a:latin typeface="宋体"/>
                <a:cs typeface="宋体"/>
              </a:rPr>
              <a:t>月份利润表</a:t>
            </a:r>
            <a:r>
              <a:rPr dirty="0" sz="1600" spc="-5">
                <a:latin typeface="宋体"/>
                <a:cs typeface="宋体"/>
              </a:rPr>
              <a:t>'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83880" y="4890515"/>
            <a:ext cx="928369" cy="475615"/>
          </a:xfrm>
          <a:custGeom>
            <a:avLst/>
            <a:gdLst/>
            <a:ahLst/>
            <a:cxnLst/>
            <a:rect l="l" t="t" r="r" b="b"/>
            <a:pathLst>
              <a:path w="928370" h="475614">
                <a:moveTo>
                  <a:pt x="696468" y="237744"/>
                </a:moveTo>
                <a:lnTo>
                  <a:pt x="231648" y="237744"/>
                </a:lnTo>
                <a:lnTo>
                  <a:pt x="231648" y="0"/>
                </a:lnTo>
                <a:lnTo>
                  <a:pt x="696468" y="0"/>
                </a:lnTo>
                <a:lnTo>
                  <a:pt x="696468" y="237744"/>
                </a:lnTo>
                <a:close/>
              </a:path>
              <a:path w="928370" h="475614">
                <a:moveTo>
                  <a:pt x="464820" y="475488"/>
                </a:moveTo>
                <a:lnTo>
                  <a:pt x="0" y="237744"/>
                </a:lnTo>
                <a:lnTo>
                  <a:pt x="928116" y="237744"/>
                </a:lnTo>
                <a:lnTo>
                  <a:pt x="464820" y="475488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08659" y="2217420"/>
            <a:ext cx="10834370" cy="756285"/>
          </a:xfrm>
          <a:custGeom>
            <a:avLst/>
            <a:gdLst/>
            <a:ahLst/>
            <a:cxnLst/>
            <a:rect l="l" t="t" r="r" b="b"/>
            <a:pathLst>
              <a:path w="10834370" h="756285">
                <a:moveTo>
                  <a:pt x="10709148" y="755903"/>
                </a:moveTo>
                <a:lnTo>
                  <a:pt x="124968" y="755903"/>
                </a:lnTo>
                <a:lnTo>
                  <a:pt x="76173" y="746228"/>
                </a:lnTo>
                <a:lnTo>
                  <a:pt x="36309" y="719404"/>
                </a:lnTo>
                <a:lnTo>
                  <a:pt x="9532" y="679587"/>
                </a:lnTo>
                <a:lnTo>
                  <a:pt x="0" y="630935"/>
                </a:lnTo>
                <a:lnTo>
                  <a:pt x="0" y="126491"/>
                </a:lnTo>
                <a:lnTo>
                  <a:pt x="9532" y="77173"/>
                </a:lnTo>
                <a:lnTo>
                  <a:pt x="36309" y="36976"/>
                </a:lnTo>
                <a:lnTo>
                  <a:pt x="76173" y="9913"/>
                </a:lnTo>
                <a:lnTo>
                  <a:pt x="124968" y="0"/>
                </a:lnTo>
                <a:lnTo>
                  <a:pt x="10709148" y="0"/>
                </a:lnTo>
                <a:lnTo>
                  <a:pt x="10757811" y="9913"/>
                </a:lnTo>
                <a:lnTo>
                  <a:pt x="10797630" y="36976"/>
                </a:lnTo>
                <a:lnTo>
                  <a:pt x="10824449" y="77173"/>
                </a:lnTo>
                <a:lnTo>
                  <a:pt x="10834116" y="126491"/>
                </a:lnTo>
                <a:lnTo>
                  <a:pt x="10834116" y="630935"/>
                </a:lnTo>
                <a:lnTo>
                  <a:pt x="10824449" y="679587"/>
                </a:lnTo>
                <a:lnTo>
                  <a:pt x="10797630" y="719404"/>
                </a:lnTo>
                <a:lnTo>
                  <a:pt x="10757811" y="746228"/>
                </a:lnTo>
                <a:lnTo>
                  <a:pt x="10709148" y="7559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01675" y="2211070"/>
            <a:ext cx="10848340" cy="768350"/>
          </a:xfrm>
          <a:custGeom>
            <a:avLst/>
            <a:gdLst/>
            <a:ahLst/>
            <a:cxnLst/>
            <a:rect l="l" t="t" r="r" b="b"/>
            <a:pathLst>
              <a:path w="10848340" h="768350">
                <a:moveTo>
                  <a:pt x="10735602" y="767079"/>
                </a:moveTo>
                <a:lnTo>
                  <a:pt x="112242" y="767079"/>
                </a:lnTo>
                <a:lnTo>
                  <a:pt x="99314" y="764539"/>
                </a:lnTo>
                <a:lnTo>
                  <a:pt x="93027" y="761999"/>
                </a:lnTo>
                <a:lnTo>
                  <a:pt x="86880" y="760729"/>
                </a:lnTo>
                <a:lnTo>
                  <a:pt x="80860" y="758189"/>
                </a:lnTo>
                <a:lnTo>
                  <a:pt x="74993" y="755649"/>
                </a:lnTo>
                <a:lnTo>
                  <a:pt x="69278" y="751839"/>
                </a:lnTo>
                <a:lnTo>
                  <a:pt x="63741" y="749299"/>
                </a:lnTo>
                <a:lnTo>
                  <a:pt x="38773" y="728979"/>
                </a:lnTo>
                <a:lnTo>
                  <a:pt x="34391" y="725169"/>
                </a:lnTo>
                <a:lnTo>
                  <a:pt x="15976" y="698499"/>
                </a:lnTo>
                <a:lnTo>
                  <a:pt x="13055" y="693419"/>
                </a:lnTo>
                <a:lnTo>
                  <a:pt x="10401" y="687069"/>
                </a:lnTo>
                <a:lnTo>
                  <a:pt x="8039" y="681989"/>
                </a:lnTo>
                <a:lnTo>
                  <a:pt x="5956" y="675639"/>
                </a:lnTo>
                <a:lnTo>
                  <a:pt x="0" y="636269"/>
                </a:lnTo>
                <a:lnTo>
                  <a:pt x="0" y="132079"/>
                </a:lnTo>
                <a:lnTo>
                  <a:pt x="5956" y="92709"/>
                </a:lnTo>
                <a:lnTo>
                  <a:pt x="13055" y="74929"/>
                </a:lnTo>
                <a:lnTo>
                  <a:pt x="15976" y="68579"/>
                </a:lnTo>
                <a:lnTo>
                  <a:pt x="19164" y="63499"/>
                </a:lnTo>
                <a:lnTo>
                  <a:pt x="22618" y="57149"/>
                </a:lnTo>
                <a:lnTo>
                  <a:pt x="26301" y="52069"/>
                </a:lnTo>
                <a:lnTo>
                  <a:pt x="30238" y="46989"/>
                </a:lnTo>
                <a:lnTo>
                  <a:pt x="34391" y="43179"/>
                </a:lnTo>
                <a:lnTo>
                  <a:pt x="38773" y="38099"/>
                </a:lnTo>
                <a:lnTo>
                  <a:pt x="43370" y="34289"/>
                </a:lnTo>
                <a:lnTo>
                  <a:pt x="48171" y="29209"/>
                </a:lnTo>
                <a:lnTo>
                  <a:pt x="53174" y="25399"/>
                </a:lnTo>
                <a:lnTo>
                  <a:pt x="58369" y="21589"/>
                </a:lnTo>
                <a:lnTo>
                  <a:pt x="63741" y="19049"/>
                </a:lnTo>
                <a:lnTo>
                  <a:pt x="69278" y="15239"/>
                </a:lnTo>
                <a:lnTo>
                  <a:pt x="74993" y="12699"/>
                </a:lnTo>
                <a:lnTo>
                  <a:pt x="80860" y="10159"/>
                </a:lnTo>
                <a:lnTo>
                  <a:pt x="93027" y="5079"/>
                </a:lnTo>
                <a:lnTo>
                  <a:pt x="118872" y="0"/>
                </a:lnTo>
                <a:lnTo>
                  <a:pt x="10728972" y="0"/>
                </a:lnTo>
                <a:lnTo>
                  <a:pt x="10754817" y="5079"/>
                </a:lnTo>
                <a:lnTo>
                  <a:pt x="10760976" y="7619"/>
                </a:lnTo>
                <a:lnTo>
                  <a:pt x="10766983" y="10159"/>
                </a:lnTo>
                <a:lnTo>
                  <a:pt x="10772851" y="12699"/>
                </a:lnTo>
                <a:lnTo>
                  <a:pt x="120307" y="12699"/>
                </a:lnTo>
                <a:lnTo>
                  <a:pt x="114007" y="13969"/>
                </a:lnTo>
                <a:lnTo>
                  <a:pt x="108419" y="13969"/>
                </a:lnTo>
                <a:lnTo>
                  <a:pt x="105371" y="15239"/>
                </a:lnTo>
                <a:lnTo>
                  <a:pt x="102628" y="15239"/>
                </a:lnTo>
                <a:lnTo>
                  <a:pt x="96647" y="17779"/>
                </a:lnTo>
                <a:lnTo>
                  <a:pt x="96951" y="17779"/>
                </a:lnTo>
                <a:lnTo>
                  <a:pt x="91097" y="19049"/>
                </a:lnTo>
                <a:lnTo>
                  <a:pt x="91389" y="19049"/>
                </a:lnTo>
                <a:lnTo>
                  <a:pt x="85661" y="21589"/>
                </a:lnTo>
                <a:lnTo>
                  <a:pt x="85953" y="21589"/>
                </a:lnTo>
                <a:lnTo>
                  <a:pt x="80365" y="24129"/>
                </a:lnTo>
                <a:lnTo>
                  <a:pt x="80645" y="24129"/>
                </a:lnTo>
                <a:lnTo>
                  <a:pt x="75209" y="26669"/>
                </a:lnTo>
                <a:lnTo>
                  <a:pt x="75476" y="26669"/>
                </a:lnTo>
                <a:lnTo>
                  <a:pt x="70205" y="29209"/>
                </a:lnTo>
                <a:lnTo>
                  <a:pt x="70459" y="29209"/>
                </a:lnTo>
                <a:lnTo>
                  <a:pt x="65354" y="33019"/>
                </a:lnTo>
                <a:lnTo>
                  <a:pt x="65608" y="33019"/>
                </a:lnTo>
                <a:lnTo>
                  <a:pt x="60655" y="35559"/>
                </a:lnTo>
                <a:lnTo>
                  <a:pt x="60909" y="35559"/>
                </a:lnTo>
                <a:lnTo>
                  <a:pt x="56146" y="39369"/>
                </a:lnTo>
                <a:lnTo>
                  <a:pt x="56375" y="39369"/>
                </a:lnTo>
                <a:lnTo>
                  <a:pt x="51803" y="43179"/>
                </a:lnTo>
                <a:lnTo>
                  <a:pt x="52031" y="43179"/>
                </a:lnTo>
                <a:lnTo>
                  <a:pt x="47650" y="46989"/>
                </a:lnTo>
                <a:lnTo>
                  <a:pt x="47866" y="46989"/>
                </a:lnTo>
                <a:lnTo>
                  <a:pt x="43687" y="50799"/>
                </a:lnTo>
                <a:lnTo>
                  <a:pt x="43891" y="50799"/>
                </a:lnTo>
                <a:lnTo>
                  <a:pt x="39928" y="55879"/>
                </a:lnTo>
                <a:lnTo>
                  <a:pt x="40119" y="55879"/>
                </a:lnTo>
                <a:lnTo>
                  <a:pt x="36385" y="59689"/>
                </a:lnTo>
                <a:lnTo>
                  <a:pt x="36563" y="59689"/>
                </a:lnTo>
                <a:lnTo>
                  <a:pt x="33045" y="64769"/>
                </a:lnTo>
                <a:lnTo>
                  <a:pt x="33223" y="64769"/>
                </a:lnTo>
                <a:lnTo>
                  <a:pt x="29946" y="69849"/>
                </a:lnTo>
                <a:lnTo>
                  <a:pt x="30098" y="69849"/>
                </a:lnTo>
                <a:lnTo>
                  <a:pt x="27063" y="74929"/>
                </a:lnTo>
                <a:lnTo>
                  <a:pt x="27216" y="74929"/>
                </a:lnTo>
                <a:lnTo>
                  <a:pt x="24434" y="80009"/>
                </a:lnTo>
                <a:lnTo>
                  <a:pt x="22034" y="85089"/>
                </a:lnTo>
                <a:lnTo>
                  <a:pt x="19900" y="90169"/>
                </a:lnTo>
                <a:lnTo>
                  <a:pt x="18034" y="96519"/>
                </a:lnTo>
                <a:lnTo>
                  <a:pt x="16421" y="101599"/>
                </a:lnTo>
                <a:lnTo>
                  <a:pt x="15100" y="107949"/>
                </a:lnTo>
                <a:lnTo>
                  <a:pt x="14269" y="113029"/>
                </a:lnTo>
                <a:lnTo>
                  <a:pt x="14096" y="113029"/>
                </a:lnTo>
                <a:lnTo>
                  <a:pt x="13296" y="119379"/>
                </a:lnTo>
                <a:lnTo>
                  <a:pt x="12938" y="124459"/>
                </a:lnTo>
                <a:lnTo>
                  <a:pt x="12865" y="125729"/>
                </a:lnTo>
                <a:lnTo>
                  <a:pt x="12700" y="132079"/>
                </a:lnTo>
                <a:lnTo>
                  <a:pt x="12700" y="636269"/>
                </a:lnTo>
                <a:lnTo>
                  <a:pt x="12832" y="641349"/>
                </a:lnTo>
                <a:lnTo>
                  <a:pt x="13334" y="648969"/>
                </a:lnTo>
                <a:lnTo>
                  <a:pt x="14096" y="654049"/>
                </a:lnTo>
                <a:lnTo>
                  <a:pt x="15163" y="660399"/>
                </a:lnTo>
                <a:lnTo>
                  <a:pt x="16509" y="665479"/>
                </a:lnTo>
                <a:lnTo>
                  <a:pt x="18122" y="671829"/>
                </a:lnTo>
                <a:lnTo>
                  <a:pt x="20015" y="676909"/>
                </a:lnTo>
                <a:lnTo>
                  <a:pt x="22161" y="683259"/>
                </a:lnTo>
                <a:lnTo>
                  <a:pt x="22539" y="683259"/>
                </a:lnTo>
                <a:lnTo>
                  <a:pt x="24561" y="688339"/>
                </a:lnTo>
                <a:lnTo>
                  <a:pt x="27216" y="693419"/>
                </a:lnTo>
                <a:lnTo>
                  <a:pt x="27063" y="693419"/>
                </a:lnTo>
                <a:lnTo>
                  <a:pt x="30098" y="698499"/>
                </a:lnTo>
                <a:lnTo>
                  <a:pt x="29946" y="698499"/>
                </a:lnTo>
                <a:lnTo>
                  <a:pt x="33223" y="703579"/>
                </a:lnTo>
                <a:lnTo>
                  <a:pt x="33924" y="703579"/>
                </a:lnTo>
                <a:lnTo>
                  <a:pt x="36563" y="707389"/>
                </a:lnTo>
                <a:lnTo>
                  <a:pt x="36385" y="707389"/>
                </a:lnTo>
                <a:lnTo>
                  <a:pt x="40119" y="712469"/>
                </a:lnTo>
                <a:lnTo>
                  <a:pt x="39928" y="712469"/>
                </a:lnTo>
                <a:lnTo>
                  <a:pt x="43891" y="716279"/>
                </a:lnTo>
                <a:lnTo>
                  <a:pt x="43687" y="716279"/>
                </a:lnTo>
                <a:lnTo>
                  <a:pt x="47866" y="720089"/>
                </a:lnTo>
                <a:lnTo>
                  <a:pt x="47650" y="720089"/>
                </a:lnTo>
                <a:lnTo>
                  <a:pt x="52031" y="725169"/>
                </a:lnTo>
                <a:lnTo>
                  <a:pt x="52946" y="725169"/>
                </a:lnTo>
                <a:lnTo>
                  <a:pt x="56375" y="728979"/>
                </a:lnTo>
                <a:lnTo>
                  <a:pt x="57734" y="728979"/>
                </a:lnTo>
                <a:lnTo>
                  <a:pt x="60909" y="731519"/>
                </a:lnTo>
                <a:lnTo>
                  <a:pt x="60655" y="731519"/>
                </a:lnTo>
                <a:lnTo>
                  <a:pt x="65608" y="735329"/>
                </a:lnTo>
                <a:lnTo>
                  <a:pt x="65354" y="735329"/>
                </a:lnTo>
                <a:lnTo>
                  <a:pt x="70459" y="737869"/>
                </a:lnTo>
                <a:lnTo>
                  <a:pt x="70205" y="737869"/>
                </a:lnTo>
                <a:lnTo>
                  <a:pt x="75476" y="741679"/>
                </a:lnTo>
                <a:lnTo>
                  <a:pt x="75209" y="741679"/>
                </a:lnTo>
                <a:lnTo>
                  <a:pt x="80645" y="744219"/>
                </a:lnTo>
                <a:lnTo>
                  <a:pt x="80365" y="744219"/>
                </a:lnTo>
                <a:lnTo>
                  <a:pt x="85953" y="746759"/>
                </a:lnTo>
                <a:lnTo>
                  <a:pt x="85661" y="746759"/>
                </a:lnTo>
                <a:lnTo>
                  <a:pt x="91389" y="748029"/>
                </a:lnTo>
                <a:lnTo>
                  <a:pt x="91097" y="748029"/>
                </a:lnTo>
                <a:lnTo>
                  <a:pt x="96951" y="750569"/>
                </a:lnTo>
                <a:lnTo>
                  <a:pt x="96647" y="750569"/>
                </a:lnTo>
                <a:lnTo>
                  <a:pt x="102628" y="751839"/>
                </a:lnTo>
                <a:lnTo>
                  <a:pt x="102323" y="751839"/>
                </a:lnTo>
                <a:lnTo>
                  <a:pt x="108419" y="753109"/>
                </a:lnTo>
                <a:lnTo>
                  <a:pt x="108115" y="753109"/>
                </a:lnTo>
                <a:lnTo>
                  <a:pt x="114325" y="754379"/>
                </a:lnTo>
                <a:lnTo>
                  <a:pt x="114007" y="754379"/>
                </a:lnTo>
                <a:lnTo>
                  <a:pt x="120307" y="755649"/>
                </a:lnTo>
                <a:lnTo>
                  <a:pt x="10772851" y="755649"/>
                </a:lnTo>
                <a:lnTo>
                  <a:pt x="10766983" y="758189"/>
                </a:lnTo>
                <a:lnTo>
                  <a:pt x="10760976" y="760729"/>
                </a:lnTo>
                <a:lnTo>
                  <a:pt x="10754817" y="761999"/>
                </a:lnTo>
                <a:lnTo>
                  <a:pt x="10748530" y="764539"/>
                </a:lnTo>
                <a:lnTo>
                  <a:pt x="10735602" y="767079"/>
                </a:lnTo>
                <a:close/>
              </a:path>
              <a:path w="10848340" h="768350">
                <a:moveTo>
                  <a:pt x="10745520" y="16509"/>
                </a:moveTo>
                <a:lnTo>
                  <a:pt x="10739424" y="13969"/>
                </a:lnTo>
                <a:lnTo>
                  <a:pt x="10733849" y="13969"/>
                </a:lnTo>
                <a:lnTo>
                  <a:pt x="10727537" y="12699"/>
                </a:lnTo>
                <a:lnTo>
                  <a:pt x="10772851" y="12699"/>
                </a:lnTo>
                <a:lnTo>
                  <a:pt x="10778566" y="15239"/>
                </a:lnTo>
                <a:lnTo>
                  <a:pt x="10745216" y="15239"/>
                </a:lnTo>
                <a:lnTo>
                  <a:pt x="10745520" y="16509"/>
                </a:lnTo>
                <a:close/>
              </a:path>
              <a:path w="10848340" h="768350">
                <a:moveTo>
                  <a:pt x="102323" y="16509"/>
                </a:moveTo>
                <a:lnTo>
                  <a:pt x="102628" y="15239"/>
                </a:lnTo>
                <a:lnTo>
                  <a:pt x="105371" y="15239"/>
                </a:lnTo>
                <a:lnTo>
                  <a:pt x="102323" y="16509"/>
                </a:lnTo>
                <a:close/>
              </a:path>
              <a:path w="10848340" h="768350">
                <a:moveTo>
                  <a:pt x="10833798" y="114299"/>
                </a:moveTo>
                <a:lnTo>
                  <a:pt x="10832693" y="107949"/>
                </a:lnTo>
                <a:lnTo>
                  <a:pt x="10831347" y="101599"/>
                </a:lnTo>
                <a:lnTo>
                  <a:pt x="10829721" y="96519"/>
                </a:lnTo>
                <a:lnTo>
                  <a:pt x="10827842" y="90169"/>
                </a:lnTo>
                <a:lnTo>
                  <a:pt x="10825683" y="85089"/>
                </a:lnTo>
                <a:lnTo>
                  <a:pt x="10823282" y="80009"/>
                </a:lnTo>
                <a:lnTo>
                  <a:pt x="10823422" y="80009"/>
                </a:lnTo>
                <a:lnTo>
                  <a:pt x="10820628" y="74929"/>
                </a:lnTo>
                <a:lnTo>
                  <a:pt x="10820781" y="74929"/>
                </a:lnTo>
                <a:lnTo>
                  <a:pt x="10817745" y="69849"/>
                </a:lnTo>
                <a:lnTo>
                  <a:pt x="10817910" y="69849"/>
                </a:lnTo>
                <a:lnTo>
                  <a:pt x="10814621" y="64769"/>
                </a:lnTo>
                <a:lnTo>
                  <a:pt x="10814799" y="64769"/>
                </a:lnTo>
                <a:lnTo>
                  <a:pt x="10811281" y="59689"/>
                </a:lnTo>
                <a:lnTo>
                  <a:pt x="10811459" y="59689"/>
                </a:lnTo>
                <a:lnTo>
                  <a:pt x="10807725" y="55879"/>
                </a:lnTo>
                <a:lnTo>
                  <a:pt x="10807915" y="55879"/>
                </a:lnTo>
                <a:lnTo>
                  <a:pt x="10803953" y="50799"/>
                </a:lnTo>
                <a:lnTo>
                  <a:pt x="10804156" y="50799"/>
                </a:lnTo>
                <a:lnTo>
                  <a:pt x="10799978" y="46989"/>
                </a:lnTo>
                <a:lnTo>
                  <a:pt x="10800194" y="46989"/>
                </a:lnTo>
                <a:lnTo>
                  <a:pt x="10795825" y="43179"/>
                </a:lnTo>
                <a:lnTo>
                  <a:pt x="10796041" y="43179"/>
                </a:lnTo>
                <a:lnTo>
                  <a:pt x="10791469" y="39369"/>
                </a:lnTo>
                <a:lnTo>
                  <a:pt x="10791710" y="39369"/>
                </a:lnTo>
                <a:lnTo>
                  <a:pt x="10786948" y="35559"/>
                </a:lnTo>
                <a:lnTo>
                  <a:pt x="10787189" y="35559"/>
                </a:lnTo>
                <a:lnTo>
                  <a:pt x="10782249" y="33019"/>
                </a:lnTo>
                <a:lnTo>
                  <a:pt x="10782503" y="33019"/>
                </a:lnTo>
                <a:lnTo>
                  <a:pt x="10777385" y="29209"/>
                </a:lnTo>
                <a:lnTo>
                  <a:pt x="10777639" y="29209"/>
                </a:lnTo>
                <a:lnTo>
                  <a:pt x="10772368" y="26669"/>
                </a:lnTo>
                <a:lnTo>
                  <a:pt x="10772635" y="26669"/>
                </a:lnTo>
                <a:lnTo>
                  <a:pt x="10767199" y="24129"/>
                </a:lnTo>
                <a:lnTo>
                  <a:pt x="10767479" y="24129"/>
                </a:lnTo>
                <a:lnTo>
                  <a:pt x="10761891" y="21589"/>
                </a:lnTo>
                <a:lnTo>
                  <a:pt x="10762183" y="21589"/>
                </a:lnTo>
                <a:lnTo>
                  <a:pt x="10756455" y="19049"/>
                </a:lnTo>
                <a:lnTo>
                  <a:pt x="10756760" y="19049"/>
                </a:lnTo>
                <a:lnTo>
                  <a:pt x="10750892" y="17779"/>
                </a:lnTo>
                <a:lnTo>
                  <a:pt x="10751197" y="17779"/>
                </a:lnTo>
                <a:lnTo>
                  <a:pt x="10745216" y="15239"/>
                </a:lnTo>
                <a:lnTo>
                  <a:pt x="10778566" y="15239"/>
                </a:lnTo>
                <a:lnTo>
                  <a:pt x="10784103" y="19049"/>
                </a:lnTo>
                <a:lnTo>
                  <a:pt x="10789475" y="21589"/>
                </a:lnTo>
                <a:lnTo>
                  <a:pt x="10794669" y="25399"/>
                </a:lnTo>
                <a:lnTo>
                  <a:pt x="10799673" y="29209"/>
                </a:lnTo>
                <a:lnTo>
                  <a:pt x="10804474" y="34289"/>
                </a:lnTo>
                <a:lnTo>
                  <a:pt x="10809071" y="38099"/>
                </a:lnTo>
                <a:lnTo>
                  <a:pt x="10813453" y="43179"/>
                </a:lnTo>
                <a:lnTo>
                  <a:pt x="10817618" y="46989"/>
                </a:lnTo>
                <a:lnTo>
                  <a:pt x="10821543" y="52069"/>
                </a:lnTo>
                <a:lnTo>
                  <a:pt x="10825238" y="57149"/>
                </a:lnTo>
                <a:lnTo>
                  <a:pt x="10828680" y="63499"/>
                </a:lnTo>
                <a:lnTo>
                  <a:pt x="10831868" y="68579"/>
                </a:lnTo>
                <a:lnTo>
                  <a:pt x="10834789" y="74929"/>
                </a:lnTo>
                <a:lnTo>
                  <a:pt x="10837443" y="80009"/>
                </a:lnTo>
                <a:lnTo>
                  <a:pt x="10839818" y="86359"/>
                </a:lnTo>
                <a:lnTo>
                  <a:pt x="10846490" y="113029"/>
                </a:lnTo>
                <a:lnTo>
                  <a:pt x="10833747" y="113029"/>
                </a:lnTo>
                <a:lnTo>
                  <a:pt x="10833798" y="114299"/>
                </a:lnTo>
                <a:close/>
              </a:path>
              <a:path w="10848340" h="768350">
                <a:moveTo>
                  <a:pt x="14046" y="114299"/>
                </a:moveTo>
                <a:lnTo>
                  <a:pt x="14096" y="113029"/>
                </a:lnTo>
                <a:lnTo>
                  <a:pt x="14269" y="113029"/>
                </a:lnTo>
                <a:lnTo>
                  <a:pt x="14046" y="114299"/>
                </a:lnTo>
                <a:close/>
              </a:path>
              <a:path w="10848340" h="768350">
                <a:moveTo>
                  <a:pt x="10847679" y="642619"/>
                </a:moveTo>
                <a:lnTo>
                  <a:pt x="10834992" y="642619"/>
                </a:lnTo>
                <a:lnTo>
                  <a:pt x="10835022" y="641349"/>
                </a:lnTo>
                <a:lnTo>
                  <a:pt x="10835144" y="132079"/>
                </a:lnTo>
                <a:lnTo>
                  <a:pt x="10834992" y="125729"/>
                </a:lnTo>
                <a:lnTo>
                  <a:pt x="10834522" y="119379"/>
                </a:lnTo>
                <a:lnTo>
                  <a:pt x="10833747" y="113029"/>
                </a:lnTo>
                <a:lnTo>
                  <a:pt x="10846490" y="113029"/>
                </a:lnTo>
                <a:lnTo>
                  <a:pt x="10847171" y="118109"/>
                </a:lnTo>
                <a:lnTo>
                  <a:pt x="10847679" y="124459"/>
                </a:lnTo>
                <a:lnTo>
                  <a:pt x="10847844" y="132079"/>
                </a:lnTo>
                <a:lnTo>
                  <a:pt x="10847844" y="636269"/>
                </a:lnTo>
                <a:lnTo>
                  <a:pt x="10847679" y="642619"/>
                </a:lnTo>
                <a:close/>
              </a:path>
              <a:path w="10848340" h="768350">
                <a:moveTo>
                  <a:pt x="12922" y="642619"/>
                </a:moveTo>
                <a:lnTo>
                  <a:pt x="12839" y="641349"/>
                </a:lnTo>
                <a:lnTo>
                  <a:pt x="12922" y="642619"/>
                </a:lnTo>
                <a:close/>
              </a:path>
              <a:path w="10848340" h="768350">
                <a:moveTo>
                  <a:pt x="10847171" y="648969"/>
                </a:moveTo>
                <a:lnTo>
                  <a:pt x="10834522" y="648969"/>
                </a:lnTo>
                <a:lnTo>
                  <a:pt x="10835005" y="641349"/>
                </a:lnTo>
                <a:lnTo>
                  <a:pt x="10834992" y="642619"/>
                </a:lnTo>
                <a:lnTo>
                  <a:pt x="10847679" y="642619"/>
                </a:lnTo>
                <a:lnTo>
                  <a:pt x="10847171" y="648969"/>
                </a:lnTo>
                <a:close/>
              </a:path>
              <a:path w="10848340" h="768350">
                <a:moveTo>
                  <a:pt x="13456" y="648969"/>
                </a:moveTo>
                <a:lnTo>
                  <a:pt x="13296" y="647699"/>
                </a:lnTo>
                <a:lnTo>
                  <a:pt x="13456" y="648969"/>
                </a:lnTo>
                <a:close/>
              </a:path>
              <a:path w="10848340" h="768350">
                <a:moveTo>
                  <a:pt x="10839224" y="683259"/>
                </a:moveTo>
                <a:lnTo>
                  <a:pt x="10825683" y="683259"/>
                </a:lnTo>
                <a:lnTo>
                  <a:pt x="10827943" y="676909"/>
                </a:lnTo>
                <a:lnTo>
                  <a:pt x="10829823" y="671829"/>
                </a:lnTo>
                <a:lnTo>
                  <a:pt x="10831423" y="665479"/>
                </a:lnTo>
                <a:lnTo>
                  <a:pt x="10832757" y="660399"/>
                </a:lnTo>
                <a:lnTo>
                  <a:pt x="10833798" y="654049"/>
                </a:lnTo>
                <a:lnTo>
                  <a:pt x="10834547" y="647699"/>
                </a:lnTo>
                <a:lnTo>
                  <a:pt x="10834522" y="648969"/>
                </a:lnTo>
                <a:lnTo>
                  <a:pt x="10847171" y="648969"/>
                </a:lnTo>
                <a:lnTo>
                  <a:pt x="10846320" y="656589"/>
                </a:lnTo>
                <a:lnTo>
                  <a:pt x="10845165" y="662939"/>
                </a:lnTo>
                <a:lnTo>
                  <a:pt x="10843679" y="669289"/>
                </a:lnTo>
                <a:lnTo>
                  <a:pt x="10841901" y="675639"/>
                </a:lnTo>
                <a:lnTo>
                  <a:pt x="10839818" y="681989"/>
                </a:lnTo>
                <a:lnTo>
                  <a:pt x="10839224" y="683259"/>
                </a:lnTo>
                <a:close/>
              </a:path>
              <a:path w="10848340" h="768350">
                <a:moveTo>
                  <a:pt x="22539" y="683259"/>
                </a:moveTo>
                <a:lnTo>
                  <a:pt x="22161" y="683259"/>
                </a:lnTo>
                <a:lnTo>
                  <a:pt x="22034" y="681989"/>
                </a:lnTo>
                <a:lnTo>
                  <a:pt x="22539" y="683259"/>
                </a:lnTo>
                <a:close/>
              </a:path>
              <a:path w="10848340" h="768350">
                <a:moveTo>
                  <a:pt x="10829317" y="703579"/>
                </a:moveTo>
                <a:lnTo>
                  <a:pt x="10814621" y="703579"/>
                </a:lnTo>
                <a:lnTo>
                  <a:pt x="10817910" y="698499"/>
                </a:lnTo>
                <a:lnTo>
                  <a:pt x="10817745" y="698499"/>
                </a:lnTo>
                <a:lnTo>
                  <a:pt x="10820781" y="693419"/>
                </a:lnTo>
                <a:lnTo>
                  <a:pt x="10820628" y="693419"/>
                </a:lnTo>
                <a:lnTo>
                  <a:pt x="10823422" y="688339"/>
                </a:lnTo>
                <a:lnTo>
                  <a:pt x="10823282" y="688339"/>
                </a:lnTo>
                <a:lnTo>
                  <a:pt x="10825810" y="681989"/>
                </a:lnTo>
                <a:lnTo>
                  <a:pt x="10825683" y="683259"/>
                </a:lnTo>
                <a:lnTo>
                  <a:pt x="10839224" y="683259"/>
                </a:lnTo>
                <a:lnTo>
                  <a:pt x="10837443" y="687069"/>
                </a:lnTo>
                <a:lnTo>
                  <a:pt x="10834789" y="693419"/>
                </a:lnTo>
                <a:lnTo>
                  <a:pt x="10831868" y="698499"/>
                </a:lnTo>
                <a:lnTo>
                  <a:pt x="10829317" y="703579"/>
                </a:lnTo>
                <a:close/>
              </a:path>
              <a:path w="10848340" h="768350">
                <a:moveTo>
                  <a:pt x="33924" y="703579"/>
                </a:moveTo>
                <a:lnTo>
                  <a:pt x="33223" y="703579"/>
                </a:lnTo>
                <a:lnTo>
                  <a:pt x="33045" y="702309"/>
                </a:lnTo>
                <a:lnTo>
                  <a:pt x="33924" y="703579"/>
                </a:lnTo>
                <a:close/>
              </a:path>
              <a:path w="10848340" h="768350">
                <a:moveTo>
                  <a:pt x="10813453" y="725169"/>
                </a:moveTo>
                <a:lnTo>
                  <a:pt x="10795825" y="725169"/>
                </a:lnTo>
                <a:lnTo>
                  <a:pt x="10800194" y="720089"/>
                </a:lnTo>
                <a:lnTo>
                  <a:pt x="10799978" y="720089"/>
                </a:lnTo>
                <a:lnTo>
                  <a:pt x="10804156" y="716279"/>
                </a:lnTo>
                <a:lnTo>
                  <a:pt x="10803953" y="716279"/>
                </a:lnTo>
                <a:lnTo>
                  <a:pt x="10807915" y="712469"/>
                </a:lnTo>
                <a:lnTo>
                  <a:pt x="10807725" y="712469"/>
                </a:lnTo>
                <a:lnTo>
                  <a:pt x="10811459" y="707389"/>
                </a:lnTo>
                <a:lnTo>
                  <a:pt x="10811281" y="707389"/>
                </a:lnTo>
                <a:lnTo>
                  <a:pt x="10814799" y="702309"/>
                </a:lnTo>
                <a:lnTo>
                  <a:pt x="10814621" y="703579"/>
                </a:lnTo>
                <a:lnTo>
                  <a:pt x="10829317" y="703579"/>
                </a:lnTo>
                <a:lnTo>
                  <a:pt x="10828680" y="704849"/>
                </a:lnTo>
                <a:lnTo>
                  <a:pt x="10825238" y="709929"/>
                </a:lnTo>
                <a:lnTo>
                  <a:pt x="10821543" y="715009"/>
                </a:lnTo>
                <a:lnTo>
                  <a:pt x="10817618" y="720089"/>
                </a:lnTo>
                <a:lnTo>
                  <a:pt x="10813453" y="725169"/>
                </a:lnTo>
                <a:close/>
              </a:path>
              <a:path w="10848340" h="768350">
                <a:moveTo>
                  <a:pt x="52946" y="725169"/>
                </a:moveTo>
                <a:lnTo>
                  <a:pt x="52031" y="725169"/>
                </a:lnTo>
                <a:lnTo>
                  <a:pt x="51803" y="723899"/>
                </a:lnTo>
                <a:lnTo>
                  <a:pt x="52946" y="725169"/>
                </a:lnTo>
                <a:close/>
              </a:path>
              <a:path w="10848340" h="768350">
                <a:moveTo>
                  <a:pt x="10809071" y="728979"/>
                </a:moveTo>
                <a:lnTo>
                  <a:pt x="10791469" y="728979"/>
                </a:lnTo>
                <a:lnTo>
                  <a:pt x="10796041" y="723899"/>
                </a:lnTo>
                <a:lnTo>
                  <a:pt x="10795825" y="725169"/>
                </a:lnTo>
                <a:lnTo>
                  <a:pt x="10813453" y="725169"/>
                </a:lnTo>
                <a:lnTo>
                  <a:pt x="10809071" y="728979"/>
                </a:lnTo>
                <a:close/>
              </a:path>
              <a:path w="10848340" h="768350">
                <a:moveTo>
                  <a:pt x="57734" y="728979"/>
                </a:moveTo>
                <a:lnTo>
                  <a:pt x="56375" y="728979"/>
                </a:lnTo>
                <a:lnTo>
                  <a:pt x="56146" y="727709"/>
                </a:lnTo>
                <a:lnTo>
                  <a:pt x="57734" y="728979"/>
                </a:lnTo>
                <a:close/>
              </a:path>
              <a:path w="10848340" h="768350">
                <a:moveTo>
                  <a:pt x="10772851" y="755649"/>
                </a:moveTo>
                <a:lnTo>
                  <a:pt x="10727537" y="755649"/>
                </a:lnTo>
                <a:lnTo>
                  <a:pt x="10733849" y="754379"/>
                </a:lnTo>
                <a:lnTo>
                  <a:pt x="10733532" y="754379"/>
                </a:lnTo>
                <a:lnTo>
                  <a:pt x="10739729" y="753109"/>
                </a:lnTo>
                <a:lnTo>
                  <a:pt x="10739424" y="753109"/>
                </a:lnTo>
                <a:lnTo>
                  <a:pt x="10745520" y="751839"/>
                </a:lnTo>
                <a:lnTo>
                  <a:pt x="10745216" y="751839"/>
                </a:lnTo>
                <a:lnTo>
                  <a:pt x="10751197" y="750569"/>
                </a:lnTo>
                <a:lnTo>
                  <a:pt x="10750892" y="750569"/>
                </a:lnTo>
                <a:lnTo>
                  <a:pt x="10756760" y="748029"/>
                </a:lnTo>
                <a:lnTo>
                  <a:pt x="10756455" y="748029"/>
                </a:lnTo>
                <a:lnTo>
                  <a:pt x="10762183" y="746759"/>
                </a:lnTo>
                <a:lnTo>
                  <a:pt x="10761891" y="746759"/>
                </a:lnTo>
                <a:lnTo>
                  <a:pt x="10767479" y="744219"/>
                </a:lnTo>
                <a:lnTo>
                  <a:pt x="10767199" y="744219"/>
                </a:lnTo>
                <a:lnTo>
                  <a:pt x="10772635" y="741679"/>
                </a:lnTo>
                <a:lnTo>
                  <a:pt x="10772368" y="741679"/>
                </a:lnTo>
                <a:lnTo>
                  <a:pt x="10777639" y="737869"/>
                </a:lnTo>
                <a:lnTo>
                  <a:pt x="10777385" y="737869"/>
                </a:lnTo>
                <a:lnTo>
                  <a:pt x="10782503" y="735329"/>
                </a:lnTo>
                <a:lnTo>
                  <a:pt x="10782249" y="735329"/>
                </a:lnTo>
                <a:lnTo>
                  <a:pt x="10787189" y="731519"/>
                </a:lnTo>
                <a:lnTo>
                  <a:pt x="10786948" y="731519"/>
                </a:lnTo>
                <a:lnTo>
                  <a:pt x="10791710" y="727709"/>
                </a:lnTo>
                <a:lnTo>
                  <a:pt x="10791469" y="728979"/>
                </a:lnTo>
                <a:lnTo>
                  <a:pt x="10809071" y="728979"/>
                </a:lnTo>
                <a:lnTo>
                  <a:pt x="10804474" y="734059"/>
                </a:lnTo>
                <a:lnTo>
                  <a:pt x="10778566" y="751839"/>
                </a:lnTo>
                <a:lnTo>
                  <a:pt x="10772851" y="755649"/>
                </a:lnTo>
                <a:close/>
              </a:path>
              <a:path w="10848340" h="768350">
                <a:moveTo>
                  <a:pt x="10722254" y="768349"/>
                </a:moveTo>
                <a:lnTo>
                  <a:pt x="125590" y="768349"/>
                </a:lnTo>
                <a:lnTo>
                  <a:pt x="118872" y="767079"/>
                </a:lnTo>
                <a:lnTo>
                  <a:pt x="10728972" y="767079"/>
                </a:lnTo>
                <a:lnTo>
                  <a:pt x="10722254" y="768349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07999" y="2477134"/>
            <a:ext cx="814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宋体"/>
                <a:cs typeface="宋体"/>
              </a:rPr>
              <a:t>转义字符</a:t>
            </a:r>
            <a:r>
              <a:rPr dirty="0" sz="1800">
                <a:latin typeface="宋体"/>
                <a:cs typeface="宋体"/>
              </a:rPr>
              <a:t>：用“\”标识，通过在某些字符前加上转义字符可以表示特别的含义。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68796" y="3290315"/>
            <a:ext cx="4837430" cy="1283335"/>
          </a:xfrm>
          <a:custGeom>
            <a:avLst/>
            <a:gdLst/>
            <a:ahLst/>
            <a:cxnLst/>
            <a:rect l="l" t="t" r="r" b="b"/>
            <a:pathLst>
              <a:path w="4837430" h="1283335">
                <a:moveTo>
                  <a:pt x="4623815" y="1283208"/>
                </a:moveTo>
                <a:lnTo>
                  <a:pt x="214883" y="1283208"/>
                </a:lnTo>
                <a:lnTo>
                  <a:pt x="165581" y="1277698"/>
                </a:lnTo>
                <a:lnTo>
                  <a:pt x="120364" y="1261705"/>
                </a:lnTo>
                <a:lnTo>
                  <a:pt x="80504" y="1236525"/>
                </a:lnTo>
                <a:lnTo>
                  <a:pt x="47268" y="1203454"/>
                </a:lnTo>
                <a:lnTo>
                  <a:pt x="21926" y="1163787"/>
                </a:lnTo>
                <a:lnTo>
                  <a:pt x="5747" y="1118819"/>
                </a:lnTo>
                <a:lnTo>
                  <a:pt x="0" y="1069848"/>
                </a:lnTo>
                <a:lnTo>
                  <a:pt x="0" y="213360"/>
                </a:lnTo>
                <a:lnTo>
                  <a:pt x="5747" y="164388"/>
                </a:lnTo>
                <a:lnTo>
                  <a:pt x="21926" y="119420"/>
                </a:lnTo>
                <a:lnTo>
                  <a:pt x="47268" y="79753"/>
                </a:lnTo>
                <a:lnTo>
                  <a:pt x="80504" y="46682"/>
                </a:lnTo>
                <a:lnTo>
                  <a:pt x="120364" y="21502"/>
                </a:lnTo>
                <a:lnTo>
                  <a:pt x="165581" y="5509"/>
                </a:lnTo>
                <a:lnTo>
                  <a:pt x="214883" y="0"/>
                </a:lnTo>
                <a:lnTo>
                  <a:pt x="4623815" y="0"/>
                </a:lnTo>
                <a:lnTo>
                  <a:pt x="4672834" y="5509"/>
                </a:lnTo>
                <a:lnTo>
                  <a:pt x="4717833" y="21502"/>
                </a:lnTo>
                <a:lnTo>
                  <a:pt x="4757515" y="46682"/>
                </a:lnTo>
                <a:lnTo>
                  <a:pt x="4790586" y="79753"/>
                </a:lnTo>
                <a:lnTo>
                  <a:pt x="4815751" y="119420"/>
                </a:lnTo>
                <a:lnTo>
                  <a:pt x="4831712" y="164388"/>
                </a:lnTo>
                <a:lnTo>
                  <a:pt x="4837176" y="213360"/>
                </a:lnTo>
                <a:lnTo>
                  <a:pt x="4837176" y="1069848"/>
                </a:lnTo>
                <a:lnTo>
                  <a:pt x="4831712" y="1118819"/>
                </a:lnTo>
                <a:lnTo>
                  <a:pt x="4815751" y="1163787"/>
                </a:lnTo>
                <a:lnTo>
                  <a:pt x="4790586" y="1203454"/>
                </a:lnTo>
                <a:lnTo>
                  <a:pt x="4757515" y="1236525"/>
                </a:lnTo>
                <a:lnTo>
                  <a:pt x="4717833" y="1261705"/>
                </a:lnTo>
                <a:lnTo>
                  <a:pt x="4672834" y="1277698"/>
                </a:lnTo>
                <a:lnTo>
                  <a:pt x="4623815" y="1283208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163055" y="3128772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5"/>
                </a:moveTo>
                <a:lnTo>
                  <a:pt x="76200" y="463295"/>
                </a:lnTo>
                <a:lnTo>
                  <a:pt x="46527" y="456930"/>
                </a:lnTo>
                <a:lnTo>
                  <a:pt x="22212" y="440226"/>
                </a:lnTo>
                <a:lnTo>
                  <a:pt x="5841" y="415625"/>
                </a:lnTo>
                <a:lnTo>
                  <a:pt x="0" y="385572"/>
                </a:lnTo>
                <a:lnTo>
                  <a:pt x="0" y="76200"/>
                </a:lnTo>
                <a:lnTo>
                  <a:pt x="5841" y="46312"/>
                </a:lnTo>
                <a:lnTo>
                  <a:pt x="22212" y="21926"/>
                </a:lnTo>
                <a:lnTo>
                  <a:pt x="46527" y="5626"/>
                </a:lnTo>
                <a:lnTo>
                  <a:pt x="76200" y="0"/>
                </a:lnTo>
                <a:lnTo>
                  <a:pt x="1085088" y="0"/>
                </a:lnTo>
                <a:lnTo>
                  <a:pt x="1115141" y="5626"/>
                </a:lnTo>
                <a:lnTo>
                  <a:pt x="1139742" y="21926"/>
                </a:lnTo>
                <a:lnTo>
                  <a:pt x="1156446" y="46312"/>
                </a:lnTo>
                <a:lnTo>
                  <a:pt x="1162812" y="76200"/>
                </a:lnTo>
                <a:lnTo>
                  <a:pt x="1162812" y="385572"/>
                </a:lnTo>
                <a:lnTo>
                  <a:pt x="1156446" y="415625"/>
                </a:lnTo>
                <a:lnTo>
                  <a:pt x="1139742" y="440226"/>
                </a:lnTo>
                <a:lnTo>
                  <a:pt x="1115141" y="456930"/>
                </a:lnTo>
                <a:lnTo>
                  <a:pt x="1085088" y="46329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273571" y="3214141"/>
            <a:ext cx="3481704" cy="9124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421005">
              <a:lnSpc>
                <a:spcPct val="100000"/>
              </a:lnSpc>
              <a:spcBef>
                <a:spcPts val="122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转义字符</a:t>
            </a:r>
            <a:r>
              <a:rPr dirty="0" sz="1600" spc="-5">
                <a:latin typeface="宋体"/>
                <a:cs typeface="宋体"/>
              </a:rPr>
              <a:t>(\)</a:t>
            </a:r>
            <a:endParaRPr sz="1600">
              <a:latin typeface="宋体"/>
              <a:cs typeface="宋体"/>
            </a:endParaRPr>
          </a:p>
          <a:p>
            <a:pPr marL="42100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print('</a:t>
            </a:r>
            <a:r>
              <a:rPr dirty="0" sz="1600">
                <a:latin typeface="宋体"/>
                <a:cs typeface="宋体"/>
              </a:rPr>
              <a:t>打印</a:t>
            </a:r>
            <a:r>
              <a:rPr dirty="0" sz="1600" spc="-5">
                <a:latin typeface="宋体"/>
                <a:cs typeface="宋体"/>
              </a:rPr>
              <a:t>\'1</a:t>
            </a:r>
            <a:r>
              <a:rPr dirty="0" sz="1600">
                <a:latin typeface="宋体"/>
                <a:cs typeface="宋体"/>
              </a:rPr>
              <a:t>月份利润表</a:t>
            </a:r>
            <a:r>
              <a:rPr dirty="0" sz="1600" spc="-5">
                <a:latin typeface="宋体"/>
                <a:cs typeface="宋体"/>
              </a:rPr>
              <a:t>\'')  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转义字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7512" y="1194816"/>
            <a:ext cx="10800715" cy="1152525"/>
          </a:xfrm>
          <a:custGeom>
            <a:avLst/>
            <a:gdLst/>
            <a:ahLst/>
            <a:cxnLst/>
            <a:rect l="l" t="t" r="r" b="b"/>
            <a:pathLst>
              <a:path w="10800715" h="1152525">
                <a:moveTo>
                  <a:pt x="10608564" y="1152144"/>
                </a:moveTo>
                <a:lnTo>
                  <a:pt x="192024" y="1152144"/>
                </a:lnTo>
                <a:lnTo>
                  <a:pt x="148175" y="1147236"/>
                </a:lnTo>
                <a:lnTo>
                  <a:pt x="107879" y="1132901"/>
                </a:lnTo>
                <a:lnTo>
                  <a:pt x="72288" y="1110290"/>
                </a:lnTo>
                <a:lnTo>
                  <a:pt x="42552" y="1080555"/>
                </a:lnTo>
                <a:lnTo>
                  <a:pt x="19825" y="1044847"/>
                </a:lnTo>
                <a:lnTo>
                  <a:pt x="5257" y="1004318"/>
                </a:lnTo>
                <a:lnTo>
                  <a:pt x="0" y="960120"/>
                </a:lnTo>
                <a:lnTo>
                  <a:pt x="0" y="192024"/>
                </a:lnTo>
                <a:lnTo>
                  <a:pt x="5257" y="148264"/>
                </a:lnTo>
                <a:lnTo>
                  <a:pt x="19825" y="108029"/>
                </a:lnTo>
                <a:lnTo>
                  <a:pt x="42552" y="72469"/>
                </a:lnTo>
                <a:lnTo>
                  <a:pt x="72288" y="42735"/>
                </a:lnTo>
                <a:lnTo>
                  <a:pt x="107879" y="19978"/>
                </a:lnTo>
                <a:lnTo>
                  <a:pt x="148175" y="5349"/>
                </a:lnTo>
                <a:lnTo>
                  <a:pt x="192024" y="0"/>
                </a:lnTo>
                <a:lnTo>
                  <a:pt x="10608564" y="0"/>
                </a:lnTo>
                <a:lnTo>
                  <a:pt x="10652599" y="5349"/>
                </a:lnTo>
                <a:lnTo>
                  <a:pt x="10693019" y="19978"/>
                </a:lnTo>
                <a:lnTo>
                  <a:pt x="10728672" y="42735"/>
                </a:lnTo>
                <a:lnTo>
                  <a:pt x="10758408" y="72469"/>
                </a:lnTo>
                <a:lnTo>
                  <a:pt x="10781073" y="108029"/>
                </a:lnTo>
                <a:lnTo>
                  <a:pt x="10795517" y="148264"/>
                </a:lnTo>
                <a:lnTo>
                  <a:pt x="10800588" y="192024"/>
                </a:lnTo>
                <a:lnTo>
                  <a:pt x="10800588" y="960120"/>
                </a:lnTo>
                <a:lnTo>
                  <a:pt x="10795517" y="1004318"/>
                </a:lnTo>
                <a:lnTo>
                  <a:pt x="10781073" y="1044847"/>
                </a:lnTo>
                <a:lnTo>
                  <a:pt x="10758408" y="1080555"/>
                </a:lnTo>
                <a:lnTo>
                  <a:pt x="10728672" y="1110290"/>
                </a:lnTo>
                <a:lnTo>
                  <a:pt x="10693019" y="1132901"/>
                </a:lnTo>
                <a:lnTo>
                  <a:pt x="10652599" y="1147236"/>
                </a:lnTo>
                <a:lnTo>
                  <a:pt x="10608564" y="115214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15060" y="1273149"/>
            <a:ext cx="967803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如果字符串里出现了跟转义字符一样的文本内容，若不加处理的话，计算机会把他当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成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转义字符去理解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2940" y="4262628"/>
            <a:ext cx="10800715" cy="719455"/>
          </a:xfrm>
          <a:custGeom>
            <a:avLst/>
            <a:gdLst/>
            <a:ahLst/>
            <a:cxnLst/>
            <a:rect l="l" t="t" r="r" b="b"/>
            <a:pathLst>
              <a:path w="10800715" h="719454">
                <a:moveTo>
                  <a:pt x="10680191" y="719327"/>
                </a:moveTo>
                <a:lnTo>
                  <a:pt x="120395" y="719327"/>
                </a:lnTo>
                <a:lnTo>
                  <a:pt x="73818" y="710033"/>
                </a:lnTo>
                <a:lnTo>
                  <a:pt x="35675" y="684318"/>
                </a:lnTo>
                <a:lnTo>
                  <a:pt x="9794" y="646009"/>
                </a:lnTo>
                <a:lnTo>
                  <a:pt x="0" y="598932"/>
                </a:lnTo>
                <a:lnTo>
                  <a:pt x="0" y="118872"/>
                </a:lnTo>
                <a:lnTo>
                  <a:pt x="9794" y="72532"/>
                </a:lnTo>
                <a:lnTo>
                  <a:pt x="35675" y="34628"/>
                </a:lnTo>
                <a:lnTo>
                  <a:pt x="73818" y="9127"/>
                </a:lnTo>
                <a:lnTo>
                  <a:pt x="120395" y="0"/>
                </a:lnTo>
                <a:lnTo>
                  <a:pt x="10680191" y="0"/>
                </a:lnTo>
                <a:lnTo>
                  <a:pt x="10726884" y="9127"/>
                </a:lnTo>
                <a:lnTo>
                  <a:pt x="10765064" y="34628"/>
                </a:lnTo>
                <a:lnTo>
                  <a:pt x="10790907" y="72532"/>
                </a:lnTo>
                <a:lnTo>
                  <a:pt x="10800588" y="118872"/>
                </a:lnTo>
                <a:lnTo>
                  <a:pt x="10800588" y="598932"/>
                </a:lnTo>
                <a:lnTo>
                  <a:pt x="10790907" y="646009"/>
                </a:lnTo>
                <a:lnTo>
                  <a:pt x="10765064" y="684318"/>
                </a:lnTo>
                <a:lnTo>
                  <a:pt x="10726884" y="710033"/>
                </a:lnTo>
                <a:lnTo>
                  <a:pt x="10680191" y="7193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7225" y="4255770"/>
            <a:ext cx="10812780" cy="731520"/>
          </a:xfrm>
          <a:custGeom>
            <a:avLst/>
            <a:gdLst/>
            <a:ahLst/>
            <a:cxnLst/>
            <a:rect l="l" t="t" r="r" b="b"/>
            <a:pathLst>
              <a:path w="10812780" h="731520">
                <a:moveTo>
                  <a:pt x="10698759" y="731520"/>
                </a:moveTo>
                <a:lnTo>
                  <a:pt x="113449" y="731520"/>
                </a:lnTo>
                <a:lnTo>
                  <a:pt x="88785" y="726439"/>
                </a:lnTo>
                <a:lnTo>
                  <a:pt x="82918" y="723900"/>
                </a:lnTo>
                <a:lnTo>
                  <a:pt x="77177" y="722629"/>
                </a:lnTo>
                <a:lnTo>
                  <a:pt x="71577" y="720089"/>
                </a:lnTo>
                <a:lnTo>
                  <a:pt x="66128" y="716279"/>
                </a:lnTo>
                <a:lnTo>
                  <a:pt x="60832" y="713739"/>
                </a:lnTo>
                <a:lnTo>
                  <a:pt x="37007" y="694689"/>
                </a:lnTo>
                <a:lnTo>
                  <a:pt x="32829" y="690879"/>
                </a:lnTo>
                <a:lnTo>
                  <a:pt x="28854" y="685800"/>
                </a:lnTo>
                <a:lnTo>
                  <a:pt x="25107" y="681989"/>
                </a:lnTo>
                <a:lnTo>
                  <a:pt x="21577" y="676910"/>
                </a:lnTo>
                <a:lnTo>
                  <a:pt x="18300" y="671829"/>
                </a:lnTo>
                <a:lnTo>
                  <a:pt x="15252" y="665479"/>
                </a:lnTo>
                <a:lnTo>
                  <a:pt x="12458" y="660400"/>
                </a:lnTo>
                <a:lnTo>
                  <a:pt x="9931" y="655320"/>
                </a:lnTo>
                <a:lnTo>
                  <a:pt x="7670" y="648970"/>
                </a:lnTo>
                <a:lnTo>
                  <a:pt x="5676" y="643889"/>
                </a:lnTo>
                <a:lnTo>
                  <a:pt x="0" y="605789"/>
                </a:lnTo>
                <a:lnTo>
                  <a:pt x="0" y="125729"/>
                </a:lnTo>
                <a:lnTo>
                  <a:pt x="5676" y="87629"/>
                </a:lnTo>
                <a:lnTo>
                  <a:pt x="7670" y="82550"/>
                </a:lnTo>
                <a:lnTo>
                  <a:pt x="9931" y="76200"/>
                </a:lnTo>
                <a:lnTo>
                  <a:pt x="12458" y="71120"/>
                </a:lnTo>
                <a:lnTo>
                  <a:pt x="15252" y="66039"/>
                </a:lnTo>
                <a:lnTo>
                  <a:pt x="18300" y="59689"/>
                </a:lnTo>
                <a:lnTo>
                  <a:pt x="21577" y="54610"/>
                </a:lnTo>
                <a:lnTo>
                  <a:pt x="25107" y="49529"/>
                </a:lnTo>
                <a:lnTo>
                  <a:pt x="28854" y="45720"/>
                </a:lnTo>
                <a:lnTo>
                  <a:pt x="32829" y="40639"/>
                </a:lnTo>
                <a:lnTo>
                  <a:pt x="37007" y="36829"/>
                </a:lnTo>
                <a:lnTo>
                  <a:pt x="41401" y="31750"/>
                </a:lnTo>
                <a:lnTo>
                  <a:pt x="45986" y="27939"/>
                </a:lnTo>
                <a:lnTo>
                  <a:pt x="50749" y="24129"/>
                </a:lnTo>
                <a:lnTo>
                  <a:pt x="55714" y="20320"/>
                </a:lnTo>
                <a:lnTo>
                  <a:pt x="60832" y="17779"/>
                </a:lnTo>
                <a:lnTo>
                  <a:pt x="66128" y="15239"/>
                </a:lnTo>
                <a:lnTo>
                  <a:pt x="71577" y="11429"/>
                </a:lnTo>
                <a:lnTo>
                  <a:pt x="77177" y="8889"/>
                </a:lnTo>
                <a:lnTo>
                  <a:pt x="82918" y="7620"/>
                </a:lnTo>
                <a:lnTo>
                  <a:pt x="88785" y="5079"/>
                </a:lnTo>
                <a:lnTo>
                  <a:pt x="113449" y="0"/>
                </a:lnTo>
                <a:lnTo>
                  <a:pt x="10698759" y="0"/>
                </a:lnTo>
                <a:lnTo>
                  <a:pt x="10723435" y="5079"/>
                </a:lnTo>
                <a:lnTo>
                  <a:pt x="10729302" y="7620"/>
                </a:lnTo>
                <a:lnTo>
                  <a:pt x="10735043" y="8889"/>
                </a:lnTo>
                <a:lnTo>
                  <a:pt x="10740644" y="11429"/>
                </a:lnTo>
                <a:lnTo>
                  <a:pt x="10742460" y="12700"/>
                </a:lnTo>
                <a:lnTo>
                  <a:pt x="114896" y="12700"/>
                </a:lnTo>
                <a:lnTo>
                  <a:pt x="108889" y="13970"/>
                </a:lnTo>
                <a:lnTo>
                  <a:pt x="103606" y="13970"/>
                </a:lnTo>
                <a:lnTo>
                  <a:pt x="97802" y="15239"/>
                </a:lnTo>
                <a:lnTo>
                  <a:pt x="98107" y="15239"/>
                </a:lnTo>
                <a:lnTo>
                  <a:pt x="95262" y="16510"/>
                </a:lnTo>
                <a:lnTo>
                  <a:pt x="92709" y="16510"/>
                </a:lnTo>
                <a:lnTo>
                  <a:pt x="87134" y="19050"/>
                </a:lnTo>
                <a:lnTo>
                  <a:pt x="87426" y="19050"/>
                </a:lnTo>
                <a:lnTo>
                  <a:pt x="84702" y="20320"/>
                </a:lnTo>
                <a:lnTo>
                  <a:pt x="82270" y="20320"/>
                </a:lnTo>
                <a:lnTo>
                  <a:pt x="76949" y="22860"/>
                </a:lnTo>
                <a:lnTo>
                  <a:pt x="77228" y="22860"/>
                </a:lnTo>
                <a:lnTo>
                  <a:pt x="72059" y="25400"/>
                </a:lnTo>
                <a:lnTo>
                  <a:pt x="72326" y="25400"/>
                </a:lnTo>
                <a:lnTo>
                  <a:pt x="68973" y="27939"/>
                </a:lnTo>
                <a:lnTo>
                  <a:pt x="67564" y="27939"/>
                </a:lnTo>
                <a:lnTo>
                  <a:pt x="62687" y="31750"/>
                </a:lnTo>
                <a:lnTo>
                  <a:pt x="62941" y="31750"/>
                </a:lnTo>
                <a:lnTo>
                  <a:pt x="58242" y="34289"/>
                </a:lnTo>
                <a:lnTo>
                  <a:pt x="58483" y="34289"/>
                </a:lnTo>
                <a:lnTo>
                  <a:pt x="53949" y="38100"/>
                </a:lnTo>
                <a:lnTo>
                  <a:pt x="54178" y="38100"/>
                </a:lnTo>
                <a:lnTo>
                  <a:pt x="49822" y="41910"/>
                </a:lnTo>
                <a:lnTo>
                  <a:pt x="50050" y="41910"/>
                </a:lnTo>
                <a:lnTo>
                  <a:pt x="45885" y="45720"/>
                </a:lnTo>
                <a:lnTo>
                  <a:pt x="46101" y="45720"/>
                </a:lnTo>
                <a:lnTo>
                  <a:pt x="42125" y="49529"/>
                </a:lnTo>
                <a:lnTo>
                  <a:pt x="42329" y="49529"/>
                </a:lnTo>
                <a:lnTo>
                  <a:pt x="38557" y="53339"/>
                </a:lnTo>
                <a:lnTo>
                  <a:pt x="38747" y="53339"/>
                </a:lnTo>
                <a:lnTo>
                  <a:pt x="36080" y="57150"/>
                </a:lnTo>
                <a:lnTo>
                  <a:pt x="35369" y="57150"/>
                </a:lnTo>
                <a:lnTo>
                  <a:pt x="32016" y="62229"/>
                </a:lnTo>
                <a:lnTo>
                  <a:pt x="32194" y="62229"/>
                </a:lnTo>
                <a:lnTo>
                  <a:pt x="29851" y="66039"/>
                </a:lnTo>
                <a:lnTo>
                  <a:pt x="29235" y="66039"/>
                </a:lnTo>
                <a:lnTo>
                  <a:pt x="26339" y="71120"/>
                </a:lnTo>
                <a:lnTo>
                  <a:pt x="26492" y="71120"/>
                </a:lnTo>
                <a:lnTo>
                  <a:pt x="23837" y="76200"/>
                </a:lnTo>
                <a:lnTo>
                  <a:pt x="21564" y="81279"/>
                </a:lnTo>
                <a:lnTo>
                  <a:pt x="19545" y="86360"/>
                </a:lnTo>
                <a:lnTo>
                  <a:pt x="17754" y="91439"/>
                </a:lnTo>
                <a:lnTo>
                  <a:pt x="16230" y="97789"/>
                </a:lnTo>
                <a:lnTo>
                  <a:pt x="14973" y="102870"/>
                </a:lnTo>
                <a:lnTo>
                  <a:pt x="13982" y="107950"/>
                </a:lnTo>
                <a:lnTo>
                  <a:pt x="13271" y="114300"/>
                </a:lnTo>
                <a:lnTo>
                  <a:pt x="12931" y="119379"/>
                </a:lnTo>
                <a:lnTo>
                  <a:pt x="12821" y="120650"/>
                </a:lnTo>
                <a:lnTo>
                  <a:pt x="12931" y="612139"/>
                </a:lnTo>
                <a:lnTo>
                  <a:pt x="13296" y="617220"/>
                </a:lnTo>
                <a:lnTo>
                  <a:pt x="14033" y="623570"/>
                </a:lnTo>
                <a:lnTo>
                  <a:pt x="15036" y="628650"/>
                </a:lnTo>
                <a:lnTo>
                  <a:pt x="16319" y="633729"/>
                </a:lnTo>
                <a:lnTo>
                  <a:pt x="17856" y="640079"/>
                </a:lnTo>
                <a:lnTo>
                  <a:pt x="18133" y="640079"/>
                </a:lnTo>
                <a:lnTo>
                  <a:pt x="19646" y="645160"/>
                </a:lnTo>
                <a:lnTo>
                  <a:pt x="21691" y="650239"/>
                </a:lnTo>
                <a:lnTo>
                  <a:pt x="23964" y="655320"/>
                </a:lnTo>
                <a:lnTo>
                  <a:pt x="26492" y="660400"/>
                </a:lnTo>
                <a:lnTo>
                  <a:pt x="26339" y="660400"/>
                </a:lnTo>
                <a:lnTo>
                  <a:pt x="29235" y="665479"/>
                </a:lnTo>
                <a:lnTo>
                  <a:pt x="29851" y="665479"/>
                </a:lnTo>
                <a:lnTo>
                  <a:pt x="32194" y="669289"/>
                </a:lnTo>
                <a:lnTo>
                  <a:pt x="32016" y="669289"/>
                </a:lnTo>
                <a:lnTo>
                  <a:pt x="35369" y="674370"/>
                </a:lnTo>
                <a:lnTo>
                  <a:pt x="36080" y="674370"/>
                </a:lnTo>
                <a:lnTo>
                  <a:pt x="38747" y="678179"/>
                </a:lnTo>
                <a:lnTo>
                  <a:pt x="38557" y="678179"/>
                </a:lnTo>
                <a:lnTo>
                  <a:pt x="42329" y="681989"/>
                </a:lnTo>
                <a:lnTo>
                  <a:pt x="42125" y="681989"/>
                </a:lnTo>
                <a:lnTo>
                  <a:pt x="46101" y="685800"/>
                </a:lnTo>
                <a:lnTo>
                  <a:pt x="45885" y="685800"/>
                </a:lnTo>
                <a:lnTo>
                  <a:pt x="50050" y="689610"/>
                </a:lnTo>
                <a:lnTo>
                  <a:pt x="49822" y="689610"/>
                </a:lnTo>
                <a:lnTo>
                  <a:pt x="54178" y="693420"/>
                </a:lnTo>
                <a:lnTo>
                  <a:pt x="53949" y="693420"/>
                </a:lnTo>
                <a:lnTo>
                  <a:pt x="58483" y="697229"/>
                </a:lnTo>
                <a:lnTo>
                  <a:pt x="58242" y="697229"/>
                </a:lnTo>
                <a:lnTo>
                  <a:pt x="62941" y="699770"/>
                </a:lnTo>
                <a:lnTo>
                  <a:pt x="62687" y="699770"/>
                </a:lnTo>
                <a:lnTo>
                  <a:pt x="67564" y="703579"/>
                </a:lnTo>
                <a:lnTo>
                  <a:pt x="68973" y="703579"/>
                </a:lnTo>
                <a:lnTo>
                  <a:pt x="72326" y="706120"/>
                </a:lnTo>
                <a:lnTo>
                  <a:pt x="72059" y="706120"/>
                </a:lnTo>
                <a:lnTo>
                  <a:pt x="77228" y="708660"/>
                </a:lnTo>
                <a:lnTo>
                  <a:pt x="76949" y="708660"/>
                </a:lnTo>
                <a:lnTo>
                  <a:pt x="82270" y="711200"/>
                </a:lnTo>
                <a:lnTo>
                  <a:pt x="84702" y="711200"/>
                </a:lnTo>
                <a:lnTo>
                  <a:pt x="87426" y="712470"/>
                </a:lnTo>
                <a:lnTo>
                  <a:pt x="87134" y="712470"/>
                </a:lnTo>
                <a:lnTo>
                  <a:pt x="92709" y="715010"/>
                </a:lnTo>
                <a:lnTo>
                  <a:pt x="95262" y="715010"/>
                </a:lnTo>
                <a:lnTo>
                  <a:pt x="98107" y="716279"/>
                </a:lnTo>
                <a:lnTo>
                  <a:pt x="97802" y="716279"/>
                </a:lnTo>
                <a:lnTo>
                  <a:pt x="103606" y="717550"/>
                </a:lnTo>
                <a:lnTo>
                  <a:pt x="108889" y="717550"/>
                </a:lnTo>
                <a:lnTo>
                  <a:pt x="114896" y="718820"/>
                </a:lnTo>
                <a:lnTo>
                  <a:pt x="10742460" y="718820"/>
                </a:lnTo>
                <a:lnTo>
                  <a:pt x="10740644" y="720089"/>
                </a:lnTo>
                <a:lnTo>
                  <a:pt x="10735043" y="722629"/>
                </a:lnTo>
                <a:lnTo>
                  <a:pt x="10729302" y="723900"/>
                </a:lnTo>
                <a:lnTo>
                  <a:pt x="10723435" y="726439"/>
                </a:lnTo>
                <a:lnTo>
                  <a:pt x="10698759" y="731520"/>
                </a:lnTo>
                <a:close/>
              </a:path>
              <a:path w="10812780" h="731520">
                <a:moveTo>
                  <a:pt x="10719803" y="17779"/>
                </a:moveTo>
                <a:lnTo>
                  <a:pt x="10714113" y="15239"/>
                </a:lnTo>
                <a:lnTo>
                  <a:pt x="10714418" y="15239"/>
                </a:lnTo>
                <a:lnTo>
                  <a:pt x="10708614" y="13970"/>
                </a:lnTo>
                <a:lnTo>
                  <a:pt x="10703331" y="13970"/>
                </a:lnTo>
                <a:lnTo>
                  <a:pt x="10697324" y="12700"/>
                </a:lnTo>
                <a:lnTo>
                  <a:pt x="10742460" y="12700"/>
                </a:lnTo>
                <a:lnTo>
                  <a:pt x="10746092" y="15239"/>
                </a:lnTo>
                <a:lnTo>
                  <a:pt x="10748740" y="16510"/>
                </a:lnTo>
                <a:lnTo>
                  <a:pt x="10719511" y="16510"/>
                </a:lnTo>
                <a:lnTo>
                  <a:pt x="10719803" y="17779"/>
                </a:lnTo>
                <a:close/>
              </a:path>
              <a:path w="10812780" h="731520">
                <a:moveTo>
                  <a:pt x="92417" y="17779"/>
                </a:moveTo>
                <a:lnTo>
                  <a:pt x="92709" y="16510"/>
                </a:lnTo>
                <a:lnTo>
                  <a:pt x="95262" y="16510"/>
                </a:lnTo>
                <a:lnTo>
                  <a:pt x="92417" y="17779"/>
                </a:lnTo>
                <a:close/>
              </a:path>
              <a:path w="10812780" h="731520">
                <a:moveTo>
                  <a:pt x="10730242" y="21589"/>
                </a:moveTo>
                <a:lnTo>
                  <a:pt x="10724794" y="19050"/>
                </a:lnTo>
                <a:lnTo>
                  <a:pt x="10725086" y="19050"/>
                </a:lnTo>
                <a:lnTo>
                  <a:pt x="10719511" y="16510"/>
                </a:lnTo>
                <a:lnTo>
                  <a:pt x="10748740" y="16510"/>
                </a:lnTo>
                <a:lnTo>
                  <a:pt x="10751388" y="17779"/>
                </a:lnTo>
                <a:lnTo>
                  <a:pt x="10756506" y="20320"/>
                </a:lnTo>
                <a:lnTo>
                  <a:pt x="10729950" y="20320"/>
                </a:lnTo>
                <a:lnTo>
                  <a:pt x="10730242" y="21589"/>
                </a:lnTo>
                <a:close/>
              </a:path>
              <a:path w="10812780" h="731520">
                <a:moveTo>
                  <a:pt x="81978" y="21589"/>
                </a:moveTo>
                <a:lnTo>
                  <a:pt x="82270" y="20320"/>
                </a:lnTo>
                <a:lnTo>
                  <a:pt x="84702" y="20320"/>
                </a:lnTo>
                <a:lnTo>
                  <a:pt x="81978" y="21589"/>
                </a:lnTo>
                <a:close/>
              </a:path>
              <a:path w="10812780" h="731520">
                <a:moveTo>
                  <a:pt x="10744923" y="29210"/>
                </a:moveTo>
                <a:lnTo>
                  <a:pt x="10739894" y="25400"/>
                </a:lnTo>
                <a:lnTo>
                  <a:pt x="10740161" y="25400"/>
                </a:lnTo>
                <a:lnTo>
                  <a:pt x="10734992" y="22860"/>
                </a:lnTo>
                <a:lnTo>
                  <a:pt x="10735271" y="22860"/>
                </a:lnTo>
                <a:lnTo>
                  <a:pt x="10729950" y="20320"/>
                </a:lnTo>
                <a:lnTo>
                  <a:pt x="10756506" y="20320"/>
                </a:lnTo>
                <a:lnTo>
                  <a:pt x="10761459" y="24129"/>
                </a:lnTo>
                <a:lnTo>
                  <a:pt x="10766234" y="27939"/>
                </a:lnTo>
                <a:lnTo>
                  <a:pt x="10744657" y="27939"/>
                </a:lnTo>
                <a:lnTo>
                  <a:pt x="10744923" y="29210"/>
                </a:lnTo>
                <a:close/>
              </a:path>
              <a:path w="10812780" h="731520">
                <a:moveTo>
                  <a:pt x="67297" y="29210"/>
                </a:moveTo>
                <a:lnTo>
                  <a:pt x="67564" y="27939"/>
                </a:lnTo>
                <a:lnTo>
                  <a:pt x="68973" y="27939"/>
                </a:lnTo>
                <a:lnTo>
                  <a:pt x="67297" y="29210"/>
                </a:lnTo>
                <a:close/>
              </a:path>
              <a:path w="10812780" h="731520">
                <a:moveTo>
                  <a:pt x="10777029" y="58420"/>
                </a:moveTo>
                <a:lnTo>
                  <a:pt x="10773473" y="53339"/>
                </a:lnTo>
                <a:lnTo>
                  <a:pt x="10773664" y="53339"/>
                </a:lnTo>
                <a:lnTo>
                  <a:pt x="10769892" y="49529"/>
                </a:lnTo>
                <a:lnTo>
                  <a:pt x="10770095" y="49529"/>
                </a:lnTo>
                <a:lnTo>
                  <a:pt x="10766120" y="45720"/>
                </a:lnTo>
                <a:lnTo>
                  <a:pt x="10766336" y="45720"/>
                </a:lnTo>
                <a:lnTo>
                  <a:pt x="10762170" y="41910"/>
                </a:lnTo>
                <a:lnTo>
                  <a:pt x="10762386" y="41910"/>
                </a:lnTo>
                <a:lnTo>
                  <a:pt x="10758043" y="38100"/>
                </a:lnTo>
                <a:lnTo>
                  <a:pt x="10758271" y="38100"/>
                </a:lnTo>
                <a:lnTo>
                  <a:pt x="10753737" y="34289"/>
                </a:lnTo>
                <a:lnTo>
                  <a:pt x="10753979" y="34289"/>
                </a:lnTo>
                <a:lnTo>
                  <a:pt x="10749280" y="31750"/>
                </a:lnTo>
                <a:lnTo>
                  <a:pt x="10749534" y="31750"/>
                </a:lnTo>
                <a:lnTo>
                  <a:pt x="10744657" y="27939"/>
                </a:lnTo>
                <a:lnTo>
                  <a:pt x="10766234" y="27939"/>
                </a:lnTo>
                <a:lnTo>
                  <a:pt x="10770819" y="31750"/>
                </a:lnTo>
                <a:lnTo>
                  <a:pt x="10775213" y="36829"/>
                </a:lnTo>
                <a:lnTo>
                  <a:pt x="10779391" y="40639"/>
                </a:lnTo>
                <a:lnTo>
                  <a:pt x="10783366" y="45720"/>
                </a:lnTo>
                <a:lnTo>
                  <a:pt x="10787113" y="49529"/>
                </a:lnTo>
                <a:lnTo>
                  <a:pt x="10790631" y="54610"/>
                </a:lnTo>
                <a:lnTo>
                  <a:pt x="10792275" y="57150"/>
                </a:lnTo>
                <a:lnTo>
                  <a:pt x="10776851" y="57150"/>
                </a:lnTo>
                <a:lnTo>
                  <a:pt x="10777029" y="58420"/>
                </a:lnTo>
                <a:close/>
              </a:path>
              <a:path w="10812780" h="731520">
                <a:moveTo>
                  <a:pt x="35191" y="58420"/>
                </a:moveTo>
                <a:lnTo>
                  <a:pt x="35369" y="57150"/>
                </a:lnTo>
                <a:lnTo>
                  <a:pt x="36080" y="57150"/>
                </a:lnTo>
                <a:lnTo>
                  <a:pt x="35191" y="58420"/>
                </a:lnTo>
                <a:close/>
              </a:path>
              <a:path w="10812780" h="731520">
                <a:moveTo>
                  <a:pt x="10783150" y="67310"/>
                </a:moveTo>
                <a:lnTo>
                  <a:pt x="10780026" y="62229"/>
                </a:lnTo>
                <a:lnTo>
                  <a:pt x="10780204" y="62229"/>
                </a:lnTo>
                <a:lnTo>
                  <a:pt x="10776851" y="57150"/>
                </a:lnTo>
                <a:lnTo>
                  <a:pt x="10792275" y="57150"/>
                </a:lnTo>
                <a:lnTo>
                  <a:pt x="10793920" y="59689"/>
                </a:lnTo>
                <a:lnTo>
                  <a:pt x="10796968" y="66039"/>
                </a:lnTo>
                <a:lnTo>
                  <a:pt x="10782985" y="66039"/>
                </a:lnTo>
                <a:lnTo>
                  <a:pt x="10783150" y="67310"/>
                </a:lnTo>
                <a:close/>
              </a:path>
              <a:path w="10812780" h="731520">
                <a:moveTo>
                  <a:pt x="29070" y="67310"/>
                </a:moveTo>
                <a:lnTo>
                  <a:pt x="29235" y="66039"/>
                </a:lnTo>
                <a:lnTo>
                  <a:pt x="29851" y="66039"/>
                </a:lnTo>
                <a:lnTo>
                  <a:pt x="29070" y="67310"/>
                </a:lnTo>
                <a:close/>
              </a:path>
              <a:path w="10812780" h="731520">
                <a:moveTo>
                  <a:pt x="10812056" y="612139"/>
                </a:moveTo>
                <a:lnTo>
                  <a:pt x="10799368" y="612139"/>
                </a:lnTo>
                <a:lnTo>
                  <a:pt x="10799399" y="120650"/>
                </a:lnTo>
                <a:lnTo>
                  <a:pt x="10799368" y="119379"/>
                </a:lnTo>
                <a:lnTo>
                  <a:pt x="10798924" y="114300"/>
                </a:lnTo>
                <a:lnTo>
                  <a:pt x="10798187" y="107950"/>
                </a:lnTo>
                <a:lnTo>
                  <a:pt x="10797184" y="102870"/>
                </a:lnTo>
                <a:lnTo>
                  <a:pt x="10795901" y="97789"/>
                </a:lnTo>
                <a:lnTo>
                  <a:pt x="10794365" y="91439"/>
                </a:lnTo>
                <a:lnTo>
                  <a:pt x="10792574" y="86360"/>
                </a:lnTo>
                <a:lnTo>
                  <a:pt x="10790529" y="81279"/>
                </a:lnTo>
                <a:lnTo>
                  <a:pt x="10788243" y="76200"/>
                </a:lnTo>
                <a:lnTo>
                  <a:pt x="10788383" y="76200"/>
                </a:lnTo>
                <a:lnTo>
                  <a:pt x="10785729" y="71120"/>
                </a:lnTo>
                <a:lnTo>
                  <a:pt x="10785881" y="71120"/>
                </a:lnTo>
                <a:lnTo>
                  <a:pt x="10782985" y="66039"/>
                </a:lnTo>
                <a:lnTo>
                  <a:pt x="10796968" y="66039"/>
                </a:lnTo>
                <a:lnTo>
                  <a:pt x="10799762" y="71120"/>
                </a:lnTo>
                <a:lnTo>
                  <a:pt x="10802289" y="76200"/>
                </a:lnTo>
                <a:lnTo>
                  <a:pt x="10804550" y="82550"/>
                </a:lnTo>
                <a:lnTo>
                  <a:pt x="10806544" y="87629"/>
                </a:lnTo>
                <a:lnTo>
                  <a:pt x="10812221" y="125729"/>
                </a:lnTo>
                <a:lnTo>
                  <a:pt x="10812221" y="605789"/>
                </a:lnTo>
                <a:lnTo>
                  <a:pt x="10812056" y="612139"/>
                </a:lnTo>
                <a:close/>
              </a:path>
              <a:path w="10812780" h="731520">
                <a:moveTo>
                  <a:pt x="12839" y="120650"/>
                </a:moveTo>
                <a:lnTo>
                  <a:pt x="12852" y="119379"/>
                </a:lnTo>
                <a:lnTo>
                  <a:pt x="12839" y="120650"/>
                </a:lnTo>
                <a:close/>
              </a:path>
              <a:path w="10812780" h="731520">
                <a:moveTo>
                  <a:pt x="10799381" y="120650"/>
                </a:moveTo>
                <a:lnTo>
                  <a:pt x="10799290" y="119379"/>
                </a:lnTo>
                <a:lnTo>
                  <a:pt x="10799381" y="120650"/>
                </a:lnTo>
                <a:close/>
              </a:path>
              <a:path w="10812780" h="731520">
                <a:moveTo>
                  <a:pt x="12931" y="612139"/>
                </a:moveTo>
                <a:lnTo>
                  <a:pt x="12839" y="610870"/>
                </a:lnTo>
                <a:lnTo>
                  <a:pt x="12931" y="612139"/>
                </a:lnTo>
                <a:close/>
              </a:path>
              <a:path w="10812780" h="731520">
                <a:moveTo>
                  <a:pt x="10807565" y="640079"/>
                </a:moveTo>
                <a:lnTo>
                  <a:pt x="10794365" y="640079"/>
                </a:lnTo>
                <a:lnTo>
                  <a:pt x="10795977" y="633729"/>
                </a:lnTo>
                <a:lnTo>
                  <a:pt x="10797247" y="628650"/>
                </a:lnTo>
                <a:lnTo>
                  <a:pt x="10798238" y="623570"/>
                </a:lnTo>
                <a:lnTo>
                  <a:pt x="10798949" y="617220"/>
                </a:lnTo>
                <a:lnTo>
                  <a:pt x="10799381" y="610870"/>
                </a:lnTo>
                <a:lnTo>
                  <a:pt x="10799368" y="612139"/>
                </a:lnTo>
                <a:lnTo>
                  <a:pt x="10812056" y="612139"/>
                </a:lnTo>
                <a:lnTo>
                  <a:pt x="10811573" y="618489"/>
                </a:lnTo>
                <a:lnTo>
                  <a:pt x="10810760" y="624839"/>
                </a:lnTo>
                <a:lnTo>
                  <a:pt x="10809655" y="631189"/>
                </a:lnTo>
                <a:lnTo>
                  <a:pt x="10808246" y="637539"/>
                </a:lnTo>
                <a:lnTo>
                  <a:pt x="10807565" y="640079"/>
                </a:lnTo>
                <a:close/>
              </a:path>
              <a:path w="10812780" h="731520">
                <a:moveTo>
                  <a:pt x="18133" y="640079"/>
                </a:moveTo>
                <a:lnTo>
                  <a:pt x="17856" y="640079"/>
                </a:lnTo>
                <a:lnTo>
                  <a:pt x="17754" y="638810"/>
                </a:lnTo>
                <a:lnTo>
                  <a:pt x="18133" y="640079"/>
                </a:lnTo>
                <a:close/>
              </a:path>
              <a:path w="10812780" h="731520">
                <a:moveTo>
                  <a:pt x="10796968" y="665479"/>
                </a:moveTo>
                <a:lnTo>
                  <a:pt x="10782985" y="665479"/>
                </a:lnTo>
                <a:lnTo>
                  <a:pt x="10785881" y="660400"/>
                </a:lnTo>
                <a:lnTo>
                  <a:pt x="10785729" y="660400"/>
                </a:lnTo>
                <a:lnTo>
                  <a:pt x="10788383" y="655320"/>
                </a:lnTo>
                <a:lnTo>
                  <a:pt x="10788243" y="655320"/>
                </a:lnTo>
                <a:lnTo>
                  <a:pt x="10790656" y="650239"/>
                </a:lnTo>
                <a:lnTo>
                  <a:pt x="10792675" y="645160"/>
                </a:lnTo>
                <a:lnTo>
                  <a:pt x="10794453" y="638810"/>
                </a:lnTo>
                <a:lnTo>
                  <a:pt x="10794365" y="640079"/>
                </a:lnTo>
                <a:lnTo>
                  <a:pt x="10807565" y="640079"/>
                </a:lnTo>
                <a:lnTo>
                  <a:pt x="10806544" y="643889"/>
                </a:lnTo>
                <a:lnTo>
                  <a:pt x="10804550" y="648970"/>
                </a:lnTo>
                <a:lnTo>
                  <a:pt x="10802289" y="655320"/>
                </a:lnTo>
                <a:lnTo>
                  <a:pt x="10799762" y="660400"/>
                </a:lnTo>
                <a:lnTo>
                  <a:pt x="10796968" y="665479"/>
                </a:lnTo>
                <a:close/>
              </a:path>
              <a:path w="10812780" h="731520">
                <a:moveTo>
                  <a:pt x="29851" y="665479"/>
                </a:moveTo>
                <a:lnTo>
                  <a:pt x="29235" y="665479"/>
                </a:lnTo>
                <a:lnTo>
                  <a:pt x="29070" y="664210"/>
                </a:lnTo>
                <a:lnTo>
                  <a:pt x="29851" y="665479"/>
                </a:lnTo>
                <a:close/>
              </a:path>
              <a:path w="10812780" h="731520">
                <a:moveTo>
                  <a:pt x="10792275" y="674370"/>
                </a:moveTo>
                <a:lnTo>
                  <a:pt x="10776851" y="674370"/>
                </a:lnTo>
                <a:lnTo>
                  <a:pt x="10780204" y="669289"/>
                </a:lnTo>
                <a:lnTo>
                  <a:pt x="10780026" y="669289"/>
                </a:lnTo>
                <a:lnTo>
                  <a:pt x="10783150" y="664210"/>
                </a:lnTo>
                <a:lnTo>
                  <a:pt x="10782985" y="665479"/>
                </a:lnTo>
                <a:lnTo>
                  <a:pt x="10796968" y="665479"/>
                </a:lnTo>
                <a:lnTo>
                  <a:pt x="10793920" y="671829"/>
                </a:lnTo>
                <a:lnTo>
                  <a:pt x="10792275" y="674370"/>
                </a:lnTo>
                <a:close/>
              </a:path>
              <a:path w="10812780" h="731520">
                <a:moveTo>
                  <a:pt x="36080" y="674370"/>
                </a:moveTo>
                <a:lnTo>
                  <a:pt x="35369" y="674370"/>
                </a:lnTo>
                <a:lnTo>
                  <a:pt x="35191" y="673100"/>
                </a:lnTo>
                <a:lnTo>
                  <a:pt x="36080" y="674370"/>
                </a:lnTo>
                <a:close/>
              </a:path>
              <a:path w="10812780" h="731520">
                <a:moveTo>
                  <a:pt x="10766234" y="703579"/>
                </a:moveTo>
                <a:lnTo>
                  <a:pt x="10744657" y="703579"/>
                </a:lnTo>
                <a:lnTo>
                  <a:pt x="10749534" y="699770"/>
                </a:lnTo>
                <a:lnTo>
                  <a:pt x="10749280" y="699770"/>
                </a:lnTo>
                <a:lnTo>
                  <a:pt x="10753979" y="697229"/>
                </a:lnTo>
                <a:lnTo>
                  <a:pt x="10753737" y="697229"/>
                </a:lnTo>
                <a:lnTo>
                  <a:pt x="10758271" y="693420"/>
                </a:lnTo>
                <a:lnTo>
                  <a:pt x="10758043" y="693420"/>
                </a:lnTo>
                <a:lnTo>
                  <a:pt x="10762386" y="689610"/>
                </a:lnTo>
                <a:lnTo>
                  <a:pt x="10762170" y="689610"/>
                </a:lnTo>
                <a:lnTo>
                  <a:pt x="10766336" y="685800"/>
                </a:lnTo>
                <a:lnTo>
                  <a:pt x="10766120" y="685800"/>
                </a:lnTo>
                <a:lnTo>
                  <a:pt x="10770095" y="681989"/>
                </a:lnTo>
                <a:lnTo>
                  <a:pt x="10769892" y="681989"/>
                </a:lnTo>
                <a:lnTo>
                  <a:pt x="10773664" y="678179"/>
                </a:lnTo>
                <a:lnTo>
                  <a:pt x="10773473" y="678179"/>
                </a:lnTo>
                <a:lnTo>
                  <a:pt x="10777029" y="673100"/>
                </a:lnTo>
                <a:lnTo>
                  <a:pt x="10776851" y="674370"/>
                </a:lnTo>
                <a:lnTo>
                  <a:pt x="10792275" y="674370"/>
                </a:lnTo>
                <a:lnTo>
                  <a:pt x="10790631" y="676910"/>
                </a:lnTo>
                <a:lnTo>
                  <a:pt x="10787113" y="681989"/>
                </a:lnTo>
                <a:lnTo>
                  <a:pt x="10783366" y="685800"/>
                </a:lnTo>
                <a:lnTo>
                  <a:pt x="10779391" y="690879"/>
                </a:lnTo>
                <a:lnTo>
                  <a:pt x="10775213" y="694689"/>
                </a:lnTo>
                <a:lnTo>
                  <a:pt x="10770819" y="699770"/>
                </a:lnTo>
                <a:lnTo>
                  <a:pt x="10766234" y="703579"/>
                </a:lnTo>
                <a:close/>
              </a:path>
              <a:path w="10812780" h="731520">
                <a:moveTo>
                  <a:pt x="68973" y="703579"/>
                </a:moveTo>
                <a:lnTo>
                  <a:pt x="67564" y="703579"/>
                </a:lnTo>
                <a:lnTo>
                  <a:pt x="67297" y="702310"/>
                </a:lnTo>
                <a:lnTo>
                  <a:pt x="68973" y="703579"/>
                </a:lnTo>
                <a:close/>
              </a:path>
              <a:path w="10812780" h="731520">
                <a:moveTo>
                  <a:pt x="10756506" y="711200"/>
                </a:moveTo>
                <a:lnTo>
                  <a:pt x="10729950" y="711200"/>
                </a:lnTo>
                <a:lnTo>
                  <a:pt x="10735271" y="708660"/>
                </a:lnTo>
                <a:lnTo>
                  <a:pt x="10734992" y="708660"/>
                </a:lnTo>
                <a:lnTo>
                  <a:pt x="10740161" y="706120"/>
                </a:lnTo>
                <a:lnTo>
                  <a:pt x="10739894" y="706120"/>
                </a:lnTo>
                <a:lnTo>
                  <a:pt x="10744923" y="702310"/>
                </a:lnTo>
                <a:lnTo>
                  <a:pt x="10744657" y="703579"/>
                </a:lnTo>
                <a:lnTo>
                  <a:pt x="10766234" y="703579"/>
                </a:lnTo>
                <a:lnTo>
                  <a:pt x="10761459" y="707389"/>
                </a:lnTo>
                <a:lnTo>
                  <a:pt x="10756506" y="711200"/>
                </a:lnTo>
                <a:close/>
              </a:path>
              <a:path w="10812780" h="731520">
                <a:moveTo>
                  <a:pt x="84702" y="711200"/>
                </a:moveTo>
                <a:lnTo>
                  <a:pt x="82270" y="711200"/>
                </a:lnTo>
                <a:lnTo>
                  <a:pt x="81978" y="709929"/>
                </a:lnTo>
                <a:lnTo>
                  <a:pt x="84702" y="711200"/>
                </a:lnTo>
                <a:close/>
              </a:path>
              <a:path w="10812780" h="731520">
                <a:moveTo>
                  <a:pt x="10748740" y="715010"/>
                </a:moveTo>
                <a:lnTo>
                  <a:pt x="10719511" y="715010"/>
                </a:lnTo>
                <a:lnTo>
                  <a:pt x="10725086" y="712470"/>
                </a:lnTo>
                <a:lnTo>
                  <a:pt x="10724794" y="712470"/>
                </a:lnTo>
                <a:lnTo>
                  <a:pt x="10730242" y="709929"/>
                </a:lnTo>
                <a:lnTo>
                  <a:pt x="10729950" y="711200"/>
                </a:lnTo>
                <a:lnTo>
                  <a:pt x="10756506" y="711200"/>
                </a:lnTo>
                <a:lnTo>
                  <a:pt x="10751388" y="713739"/>
                </a:lnTo>
                <a:lnTo>
                  <a:pt x="10748740" y="715010"/>
                </a:lnTo>
                <a:close/>
              </a:path>
              <a:path w="10812780" h="731520">
                <a:moveTo>
                  <a:pt x="95262" y="715010"/>
                </a:moveTo>
                <a:lnTo>
                  <a:pt x="92709" y="715010"/>
                </a:lnTo>
                <a:lnTo>
                  <a:pt x="92417" y="713739"/>
                </a:lnTo>
                <a:lnTo>
                  <a:pt x="95262" y="715010"/>
                </a:lnTo>
                <a:close/>
              </a:path>
              <a:path w="10812780" h="731520">
                <a:moveTo>
                  <a:pt x="10742460" y="718820"/>
                </a:moveTo>
                <a:lnTo>
                  <a:pt x="10697324" y="718820"/>
                </a:lnTo>
                <a:lnTo>
                  <a:pt x="10703331" y="717550"/>
                </a:lnTo>
                <a:lnTo>
                  <a:pt x="10708614" y="717550"/>
                </a:lnTo>
                <a:lnTo>
                  <a:pt x="10714418" y="716279"/>
                </a:lnTo>
                <a:lnTo>
                  <a:pt x="10714113" y="716279"/>
                </a:lnTo>
                <a:lnTo>
                  <a:pt x="10719803" y="713739"/>
                </a:lnTo>
                <a:lnTo>
                  <a:pt x="10719511" y="715010"/>
                </a:lnTo>
                <a:lnTo>
                  <a:pt x="10748740" y="715010"/>
                </a:lnTo>
                <a:lnTo>
                  <a:pt x="10746092" y="716279"/>
                </a:lnTo>
                <a:lnTo>
                  <a:pt x="10742460" y="71882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90371" y="4490720"/>
            <a:ext cx="99536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宋体"/>
                <a:cs typeface="宋体"/>
              </a:rPr>
              <a:t>解决方法</a:t>
            </a:r>
            <a:r>
              <a:rPr dirty="0" sz="2000">
                <a:latin typeface="宋体"/>
                <a:cs typeface="宋体"/>
              </a:rPr>
              <a:t>：在字符串前面加</a:t>
            </a:r>
            <a:r>
              <a:rPr dirty="0" sz="2000" spc="-5" b="1">
                <a:latin typeface="宋体"/>
                <a:cs typeface="宋体"/>
              </a:rPr>
              <a:t>r</a:t>
            </a:r>
            <a:r>
              <a:rPr dirty="0" sz="2000" spc="-5">
                <a:latin typeface="宋体"/>
                <a:cs typeface="宋体"/>
              </a:rPr>
              <a:t>，</a:t>
            </a:r>
            <a:r>
              <a:rPr dirty="0" sz="2000">
                <a:latin typeface="宋体"/>
                <a:cs typeface="宋体"/>
              </a:rPr>
              <a:t>告诉</a:t>
            </a:r>
            <a:r>
              <a:rPr dirty="0" sz="2000" spc="-5">
                <a:latin typeface="宋体"/>
                <a:cs typeface="宋体"/>
              </a:rPr>
              <a:t>Python</a:t>
            </a:r>
            <a:r>
              <a:rPr dirty="0" sz="2000">
                <a:latin typeface="宋体"/>
                <a:cs typeface="宋体"/>
              </a:rPr>
              <a:t>程序</a:t>
            </a:r>
            <a:r>
              <a:rPr dirty="0" sz="2000" spc="-5">
                <a:latin typeface="宋体"/>
                <a:cs typeface="宋体"/>
              </a:rPr>
              <a:t>，</a:t>
            </a:r>
            <a:r>
              <a:rPr dirty="0" sz="2000" spc="-5" b="1">
                <a:latin typeface="宋体"/>
                <a:cs typeface="宋体"/>
              </a:rPr>
              <a:t>r</a:t>
            </a:r>
            <a:r>
              <a:rPr dirty="0" sz="2000" b="1">
                <a:latin typeface="宋体"/>
                <a:cs typeface="宋体"/>
              </a:rPr>
              <a:t>后面的字符串是纯字符串</a:t>
            </a:r>
            <a:r>
              <a:rPr dirty="0" sz="2000">
                <a:latin typeface="宋体"/>
                <a:cs typeface="宋体"/>
              </a:rPr>
              <a:t>，不要转义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2480" y="2656332"/>
            <a:ext cx="4399915" cy="1260475"/>
          </a:xfrm>
          <a:custGeom>
            <a:avLst/>
            <a:gdLst/>
            <a:ahLst/>
            <a:cxnLst/>
            <a:rect l="l" t="t" r="r" b="b"/>
            <a:pathLst>
              <a:path w="4399915" h="1260475">
                <a:moveTo>
                  <a:pt x="4189476" y="1260348"/>
                </a:moveTo>
                <a:lnTo>
                  <a:pt x="210311" y="1260348"/>
                </a:lnTo>
                <a:lnTo>
                  <a:pt x="162274" y="1254568"/>
                </a:lnTo>
                <a:lnTo>
                  <a:pt x="118143" y="1238609"/>
                </a:lnTo>
                <a:lnTo>
                  <a:pt x="79174" y="1213726"/>
                </a:lnTo>
                <a:lnTo>
                  <a:pt x="46621" y="1181173"/>
                </a:lnTo>
                <a:lnTo>
                  <a:pt x="21738" y="1142204"/>
                </a:lnTo>
                <a:lnTo>
                  <a:pt x="5779" y="1098073"/>
                </a:lnTo>
                <a:lnTo>
                  <a:pt x="0" y="1050036"/>
                </a:lnTo>
                <a:lnTo>
                  <a:pt x="0" y="210312"/>
                </a:lnTo>
                <a:lnTo>
                  <a:pt x="5779" y="161994"/>
                </a:lnTo>
                <a:lnTo>
                  <a:pt x="21738" y="117676"/>
                </a:lnTo>
                <a:lnTo>
                  <a:pt x="46621" y="78614"/>
                </a:lnTo>
                <a:lnTo>
                  <a:pt x="79174" y="46061"/>
                </a:lnTo>
                <a:lnTo>
                  <a:pt x="118143" y="21271"/>
                </a:lnTo>
                <a:lnTo>
                  <a:pt x="162274" y="5499"/>
                </a:lnTo>
                <a:lnTo>
                  <a:pt x="210311" y="0"/>
                </a:lnTo>
                <a:lnTo>
                  <a:pt x="4189476" y="0"/>
                </a:lnTo>
                <a:lnTo>
                  <a:pt x="4237560" y="5499"/>
                </a:lnTo>
                <a:lnTo>
                  <a:pt x="4281722" y="21271"/>
                </a:lnTo>
                <a:lnTo>
                  <a:pt x="4320707" y="46061"/>
                </a:lnTo>
                <a:lnTo>
                  <a:pt x="4353260" y="78614"/>
                </a:lnTo>
                <a:lnTo>
                  <a:pt x="4378127" y="117676"/>
                </a:lnTo>
                <a:lnTo>
                  <a:pt x="4394055" y="161994"/>
                </a:lnTo>
                <a:lnTo>
                  <a:pt x="4399788" y="210312"/>
                </a:lnTo>
                <a:lnTo>
                  <a:pt x="4399788" y="1050036"/>
                </a:lnTo>
                <a:lnTo>
                  <a:pt x="4394055" y="1098073"/>
                </a:lnTo>
                <a:lnTo>
                  <a:pt x="4378127" y="1142204"/>
                </a:lnTo>
                <a:lnTo>
                  <a:pt x="4353260" y="1181173"/>
                </a:lnTo>
                <a:lnTo>
                  <a:pt x="4320707" y="1213726"/>
                </a:lnTo>
                <a:lnTo>
                  <a:pt x="4281722" y="1238609"/>
                </a:lnTo>
                <a:lnTo>
                  <a:pt x="4237560" y="1254568"/>
                </a:lnTo>
                <a:lnTo>
                  <a:pt x="4189476" y="1260348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5987" y="2595372"/>
            <a:ext cx="731520" cy="378460"/>
          </a:xfrm>
          <a:custGeom>
            <a:avLst/>
            <a:gdLst/>
            <a:ahLst/>
            <a:cxnLst/>
            <a:rect l="l" t="t" r="r" b="b"/>
            <a:pathLst>
              <a:path w="731519" h="378460">
                <a:moveTo>
                  <a:pt x="667512" y="377951"/>
                </a:moveTo>
                <a:lnTo>
                  <a:pt x="62484" y="377951"/>
                </a:lnTo>
                <a:lnTo>
                  <a:pt x="38006" y="373212"/>
                </a:lnTo>
                <a:lnTo>
                  <a:pt x="18035" y="359821"/>
                </a:lnTo>
                <a:lnTo>
                  <a:pt x="4667" y="339874"/>
                </a:lnTo>
                <a:lnTo>
                  <a:pt x="0" y="315467"/>
                </a:lnTo>
                <a:lnTo>
                  <a:pt x="0" y="62483"/>
                </a:lnTo>
                <a:lnTo>
                  <a:pt x="4667" y="37863"/>
                </a:lnTo>
                <a:lnTo>
                  <a:pt x="18035" y="17845"/>
                </a:lnTo>
                <a:lnTo>
                  <a:pt x="38006" y="4524"/>
                </a:lnTo>
                <a:lnTo>
                  <a:pt x="62484" y="0"/>
                </a:lnTo>
                <a:lnTo>
                  <a:pt x="667512" y="0"/>
                </a:lnTo>
                <a:lnTo>
                  <a:pt x="692299" y="4524"/>
                </a:lnTo>
                <a:lnTo>
                  <a:pt x="712531" y="17845"/>
                </a:lnTo>
                <a:lnTo>
                  <a:pt x="726256" y="37863"/>
                </a:lnTo>
                <a:lnTo>
                  <a:pt x="731520" y="62483"/>
                </a:lnTo>
                <a:lnTo>
                  <a:pt x="731520" y="315467"/>
                </a:lnTo>
                <a:lnTo>
                  <a:pt x="726256" y="339874"/>
                </a:lnTo>
                <a:lnTo>
                  <a:pt x="712531" y="359821"/>
                </a:lnTo>
                <a:lnTo>
                  <a:pt x="692299" y="373212"/>
                </a:lnTo>
                <a:lnTo>
                  <a:pt x="667512" y="377951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89393" y="2622003"/>
            <a:ext cx="3500754" cy="936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  <a:p>
            <a:pPr marL="337820" marR="5080">
              <a:lnSpc>
                <a:spcPct val="100000"/>
              </a:lnSpc>
              <a:spcBef>
                <a:spcPts val="117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打印文件路</a:t>
            </a:r>
            <a:r>
              <a:rPr dirty="0" sz="1600" spc="-5">
                <a:latin typeface="宋体"/>
                <a:cs typeface="宋体"/>
              </a:rPr>
              <a:t>径 print('D:\teacher\note\data')  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25995" y="2656332"/>
            <a:ext cx="4398645" cy="1260475"/>
          </a:xfrm>
          <a:custGeom>
            <a:avLst/>
            <a:gdLst/>
            <a:ahLst/>
            <a:cxnLst/>
            <a:rect l="l" t="t" r="r" b="b"/>
            <a:pathLst>
              <a:path w="4398645" h="1260475">
                <a:moveTo>
                  <a:pt x="4187952" y="1260348"/>
                </a:moveTo>
                <a:lnTo>
                  <a:pt x="210311" y="1260348"/>
                </a:lnTo>
                <a:lnTo>
                  <a:pt x="161900" y="1254568"/>
                </a:lnTo>
                <a:lnTo>
                  <a:pt x="117521" y="1238609"/>
                </a:lnTo>
                <a:lnTo>
                  <a:pt x="78427" y="1213726"/>
                </a:lnTo>
                <a:lnTo>
                  <a:pt x="45874" y="1181173"/>
                </a:lnTo>
                <a:lnTo>
                  <a:pt x="21116" y="1142204"/>
                </a:lnTo>
                <a:lnTo>
                  <a:pt x="5406" y="1098073"/>
                </a:lnTo>
                <a:lnTo>
                  <a:pt x="0" y="1050036"/>
                </a:lnTo>
                <a:lnTo>
                  <a:pt x="0" y="210312"/>
                </a:lnTo>
                <a:lnTo>
                  <a:pt x="5406" y="161994"/>
                </a:lnTo>
                <a:lnTo>
                  <a:pt x="21116" y="117676"/>
                </a:lnTo>
                <a:lnTo>
                  <a:pt x="45874" y="78614"/>
                </a:lnTo>
                <a:lnTo>
                  <a:pt x="78427" y="46061"/>
                </a:lnTo>
                <a:lnTo>
                  <a:pt x="117521" y="21271"/>
                </a:lnTo>
                <a:lnTo>
                  <a:pt x="161900" y="5499"/>
                </a:lnTo>
                <a:lnTo>
                  <a:pt x="210311" y="0"/>
                </a:lnTo>
                <a:lnTo>
                  <a:pt x="4187952" y="0"/>
                </a:lnTo>
                <a:lnTo>
                  <a:pt x="4236223" y="5499"/>
                </a:lnTo>
                <a:lnTo>
                  <a:pt x="4280509" y="21271"/>
                </a:lnTo>
                <a:lnTo>
                  <a:pt x="4319556" y="46061"/>
                </a:lnTo>
                <a:lnTo>
                  <a:pt x="4352109" y="78614"/>
                </a:lnTo>
                <a:lnTo>
                  <a:pt x="4376914" y="117676"/>
                </a:lnTo>
                <a:lnTo>
                  <a:pt x="4392717" y="161994"/>
                </a:lnTo>
                <a:lnTo>
                  <a:pt x="4398263" y="210312"/>
                </a:lnTo>
                <a:lnTo>
                  <a:pt x="4398263" y="1050036"/>
                </a:lnTo>
                <a:lnTo>
                  <a:pt x="4392717" y="1098073"/>
                </a:lnTo>
                <a:lnTo>
                  <a:pt x="4376914" y="1142204"/>
                </a:lnTo>
                <a:lnTo>
                  <a:pt x="4352109" y="1181173"/>
                </a:lnTo>
                <a:lnTo>
                  <a:pt x="4319556" y="1213726"/>
                </a:lnTo>
                <a:lnTo>
                  <a:pt x="4280509" y="1238609"/>
                </a:lnTo>
                <a:lnTo>
                  <a:pt x="4236223" y="1254568"/>
                </a:lnTo>
                <a:lnTo>
                  <a:pt x="4187952" y="12603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148194" y="2715767"/>
            <a:ext cx="1546225" cy="1123950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  <a:tabLst>
                <a:tab pos="923290" algn="l"/>
              </a:tabLst>
            </a:pPr>
            <a:r>
              <a:rPr dirty="0" sz="1600" spc="-5">
                <a:latin typeface="宋体"/>
                <a:cs typeface="宋体"/>
              </a:rPr>
              <a:t>    D:</a:t>
            </a:r>
            <a:r>
              <a:rPr dirty="0" sz="1600" spc="-5">
                <a:latin typeface="宋体"/>
                <a:cs typeface="宋体"/>
              </a:rPr>
              <a:t>	</a:t>
            </a:r>
            <a:r>
              <a:rPr dirty="0" sz="1600" spc="-5">
                <a:latin typeface="宋体"/>
                <a:cs typeface="宋体"/>
              </a:rPr>
              <a:t>eacher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ote\data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89676" y="2747772"/>
            <a:ext cx="547370" cy="951230"/>
          </a:xfrm>
          <a:custGeom>
            <a:avLst/>
            <a:gdLst/>
            <a:ahLst/>
            <a:cxnLst/>
            <a:rect l="l" t="t" r="r" b="b"/>
            <a:pathLst>
              <a:path w="547370" h="951229">
                <a:moveTo>
                  <a:pt x="274320" y="950976"/>
                </a:moveTo>
                <a:lnTo>
                  <a:pt x="274320" y="713231"/>
                </a:lnTo>
                <a:lnTo>
                  <a:pt x="0" y="713231"/>
                </a:lnTo>
                <a:lnTo>
                  <a:pt x="0" y="237744"/>
                </a:lnTo>
                <a:lnTo>
                  <a:pt x="274320" y="237744"/>
                </a:lnTo>
                <a:lnTo>
                  <a:pt x="274320" y="0"/>
                </a:lnTo>
                <a:lnTo>
                  <a:pt x="547115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825995" y="5346191"/>
            <a:ext cx="4398645" cy="1224280"/>
          </a:xfrm>
          <a:custGeom>
            <a:avLst/>
            <a:gdLst/>
            <a:ahLst/>
            <a:cxnLst/>
            <a:rect l="l" t="t" r="r" b="b"/>
            <a:pathLst>
              <a:path w="4398645" h="1224279">
                <a:moveTo>
                  <a:pt x="4195572" y="1223772"/>
                </a:moveTo>
                <a:lnTo>
                  <a:pt x="204215" y="1223772"/>
                </a:lnTo>
                <a:lnTo>
                  <a:pt x="157459" y="1218522"/>
                </a:lnTo>
                <a:lnTo>
                  <a:pt x="114527" y="1203262"/>
                </a:lnTo>
                <a:lnTo>
                  <a:pt x="76642" y="1179212"/>
                </a:lnTo>
                <a:lnTo>
                  <a:pt x="45025" y="1147595"/>
                </a:lnTo>
                <a:lnTo>
                  <a:pt x="20898" y="1109633"/>
                </a:lnTo>
                <a:lnTo>
                  <a:pt x="5482" y="1066545"/>
                </a:lnTo>
                <a:lnTo>
                  <a:pt x="0" y="1019556"/>
                </a:lnTo>
                <a:lnTo>
                  <a:pt x="0" y="204216"/>
                </a:lnTo>
                <a:lnTo>
                  <a:pt x="5482" y="157319"/>
                </a:lnTo>
                <a:lnTo>
                  <a:pt x="20898" y="114294"/>
                </a:lnTo>
                <a:lnTo>
                  <a:pt x="45025" y="76362"/>
                </a:lnTo>
                <a:lnTo>
                  <a:pt x="76642" y="44745"/>
                </a:lnTo>
                <a:lnTo>
                  <a:pt x="114527" y="20665"/>
                </a:lnTo>
                <a:lnTo>
                  <a:pt x="157459" y="5342"/>
                </a:lnTo>
                <a:lnTo>
                  <a:pt x="204215" y="0"/>
                </a:lnTo>
                <a:lnTo>
                  <a:pt x="4195572" y="0"/>
                </a:lnTo>
                <a:lnTo>
                  <a:pt x="4242086" y="5342"/>
                </a:lnTo>
                <a:lnTo>
                  <a:pt x="4284830" y="20665"/>
                </a:lnTo>
                <a:lnTo>
                  <a:pt x="4322553" y="44745"/>
                </a:lnTo>
                <a:lnTo>
                  <a:pt x="4354007" y="76362"/>
                </a:lnTo>
                <a:lnTo>
                  <a:pt x="4377943" y="114294"/>
                </a:lnTo>
                <a:lnTo>
                  <a:pt x="4393111" y="157319"/>
                </a:lnTo>
                <a:lnTo>
                  <a:pt x="4398263" y="204216"/>
                </a:lnTo>
                <a:lnTo>
                  <a:pt x="4398263" y="1019556"/>
                </a:lnTo>
                <a:lnTo>
                  <a:pt x="4393111" y="1066545"/>
                </a:lnTo>
                <a:lnTo>
                  <a:pt x="4377943" y="1109633"/>
                </a:lnTo>
                <a:lnTo>
                  <a:pt x="4354007" y="1147595"/>
                </a:lnTo>
                <a:lnTo>
                  <a:pt x="4322553" y="1179212"/>
                </a:lnTo>
                <a:lnTo>
                  <a:pt x="4284830" y="1203262"/>
                </a:lnTo>
                <a:lnTo>
                  <a:pt x="4242086" y="1218522"/>
                </a:lnTo>
                <a:lnTo>
                  <a:pt x="4195572" y="1223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148830" y="5852159"/>
            <a:ext cx="30734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：D:\teacher\note\data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28715" y="5538215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39" h="951229">
                <a:moveTo>
                  <a:pt x="274320" y="950976"/>
                </a:moveTo>
                <a:lnTo>
                  <a:pt x="274320" y="713232"/>
                </a:lnTo>
                <a:lnTo>
                  <a:pt x="0" y="713232"/>
                </a:lnTo>
                <a:lnTo>
                  <a:pt x="0" y="237744"/>
                </a:lnTo>
                <a:lnTo>
                  <a:pt x="274320" y="237744"/>
                </a:lnTo>
                <a:lnTo>
                  <a:pt x="274320" y="0"/>
                </a:lnTo>
                <a:lnTo>
                  <a:pt x="548639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67512" y="5346191"/>
            <a:ext cx="4495800" cy="1224280"/>
          </a:xfrm>
          <a:custGeom>
            <a:avLst/>
            <a:gdLst/>
            <a:ahLst/>
            <a:cxnLst/>
            <a:rect l="l" t="t" r="r" b="b"/>
            <a:pathLst>
              <a:path w="4495800" h="1224279">
                <a:moveTo>
                  <a:pt x="4293108" y="1223772"/>
                </a:moveTo>
                <a:lnTo>
                  <a:pt x="204215" y="1223772"/>
                </a:lnTo>
                <a:lnTo>
                  <a:pt x="157540" y="1218291"/>
                </a:lnTo>
                <a:lnTo>
                  <a:pt x="114666" y="1202880"/>
                </a:lnTo>
                <a:lnTo>
                  <a:pt x="76813" y="1178758"/>
                </a:lnTo>
                <a:lnTo>
                  <a:pt x="45200" y="1147145"/>
                </a:lnTo>
                <a:lnTo>
                  <a:pt x="21047" y="1109260"/>
                </a:lnTo>
                <a:lnTo>
                  <a:pt x="5573" y="1066324"/>
                </a:lnTo>
                <a:lnTo>
                  <a:pt x="0" y="1019556"/>
                </a:lnTo>
                <a:lnTo>
                  <a:pt x="0" y="204216"/>
                </a:lnTo>
                <a:lnTo>
                  <a:pt x="5573" y="157307"/>
                </a:lnTo>
                <a:lnTo>
                  <a:pt x="21047" y="114277"/>
                </a:lnTo>
                <a:lnTo>
                  <a:pt x="45200" y="76346"/>
                </a:lnTo>
                <a:lnTo>
                  <a:pt x="76813" y="44733"/>
                </a:lnTo>
                <a:lnTo>
                  <a:pt x="114666" y="20658"/>
                </a:lnTo>
                <a:lnTo>
                  <a:pt x="157540" y="5340"/>
                </a:lnTo>
                <a:lnTo>
                  <a:pt x="204215" y="0"/>
                </a:lnTo>
                <a:lnTo>
                  <a:pt x="4293108" y="0"/>
                </a:lnTo>
                <a:lnTo>
                  <a:pt x="4339592" y="5340"/>
                </a:lnTo>
                <a:lnTo>
                  <a:pt x="4382310" y="20658"/>
                </a:lnTo>
                <a:lnTo>
                  <a:pt x="4420017" y="44733"/>
                </a:lnTo>
                <a:lnTo>
                  <a:pt x="4451466" y="76346"/>
                </a:lnTo>
                <a:lnTo>
                  <a:pt x="4475410" y="114277"/>
                </a:lnTo>
                <a:lnTo>
                  <a:pt x="4490603" y="157307"/>
                </a:lnTo>
                <a:lnTo>
                  <a:pt x="4495800" y="204216"/>
                </a:lnTo>
                <a:lnTo>
                  <a:pt x="4495800" y="1019556"/>
                </a:lnTo>
                <a:lnTo>
                  <a:pt x="4490603" y="1066324"/>
                </a:lnTo>
                <a:lnTo>
                  <a:pt x="4475410" y="1109260"/>
                </a:lnTo>
                <a:lnTo>
                  <a:pt x="4451466" y="1147145"/>
                </a:lnTo>
                <a:lnTo>
                  <a:pt x="4420017" y="1178758"/>
                </a:lnTo>
                <a:lnTo>
                  <a:pt x="4382310" y="1202880"/>
                </a:lnTo>
                <a:lnTo>
                  <a:pt x="4339592" y="1218291"/>
                </a:lnTo>
                <a:lnTo>
                  <a:pt x="4293108" y="1223772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87680" y="5184647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6"/>
                </a:moveTo>
                <a:lnTo>
                  <a:pt x="76200" y="463296"/>
                </a:lnTo>
                <a:lnTo>
                  <a:pt x="46384" y="457073"/>
                </a:lnTo>
                <a:lnTo>
                  <a:pt x="22021" y="440416"/>
                </a:lnTo>
                <a:lnTo>
                  <a:pt x="5698" y="415768"/>
                </a:lnTo>
                <a:lnTo>
                  <a:pt x="0" y="385572"/>
                </a:lnTo>
                <a:lnTo>
                  <a:pt x="0" y="76200"/>
                </a:lnTo>
                <a:lnTo>
                  <a:pt x="5698" y="46455"/>
                </a:lnTo>
                <a:lnTo>
                  <a:pt x="22021" y="22117"/>
                </a:lnTo>
                <a:lnTo>
                  <a:pt x="46384" y="5769"/>
                </a:lnTo>
                <a:lnTo>
                  <a:pt x="76200" y="0"/>
                </a:lnTo>
                <a:lnTo>
                  <a:pt x="1085088" y="0"/>
                </a:lnTo>
                <a:lnTo>
                  <a:pt x="1114998" y="5769"/>
                </a:lnTo>
                <a:lnTo>
                  <a:pt x="1139551" y="22117"/>
                </a:lnTo>
                <a:lnTo>
                  <a:pt x="1156304" y="46455"/>
                </a:lnTo>
                <a:lnTo>
                  <a:pt x="1162812" y="76200"/>
                </a:lnTo>
                <a:lnTo>
                  <a:pt x="1162812" y="385572"/>
                </a:lnTo>
                <a:lnTo>
                  <a:pt x="1156304" y="415768"/>
                </a:lnTo>
                <a:lnTo>
                  <a:pt x="1139551" y="440416"/>
                </a:lnTo>
                <a:lnTo>
                  <a:pt x="1114998" y="457073"/>
                </a:lnTo>
                <a:lnTo>
                  <a:pt x="1085088" y="46329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97941" y="5270271"/>
            <a:ext cx="939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06475" y="5669915"/>
            <a:ext cx="33782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打印文件路</a:t>
            </a:r>
            <a:r>
              <a:rPr dirty="0" sz="1600" spc="-5">
                <a:latin typeface="宋体"/>
                <a:cs typeface="宋体"/>
              </a:rPr>
              <a:t>径 print(r'D:\teacher\note\data')   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8605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三引号字符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串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43583"/>
            <a:ext cx="10846435" cy="1260475"/>
          </a:xfrm>
          <a:custGeom>
            <a:avLst/>
            <a:gdLst/>
            <a:ahLst/>
            <a:cxnLst/>
            <a:rect l="l" t="t" r="r" b="b"/>
            <a:pathLst>
              <a:path w="10846435" h="1260475">
                <a:moveTo>
                  <a:pt x="10635996" y="1260347"/>
                </a:moveTo>
                <a:lnTo>
                  <a:pt x="208787" y="1260347"/>
                </a:lnTo>
                <a:lnTo>
                  <a:pt x="160906" y="1254906"/>
                </a:lnTo>
                <a:lnTo>
                  <a:pt x="116904" y="1239170"/>
                </a:lnTo>
                <a:lnTo>
                  <a:pt x="78066" y="1214396"/>
                </a:lnTo>
                <a:lnTo>
                  <a:pt x="45673" y="1181838"/>
                </a:lnTo>
                <a:lnTo>
                  <a:pt x="21009" y="1142755"/>
                </a:lnTo>
                <a:lnTo>
                  <a:pt x="5357" y="1098402"/>
                </a:lnTo>
                <a:lnTo>
                  <a:pt x="0" y="1050035"/>
                </a:lnTo>
                <a:lnTo>
                  <a:pt x="0" y="210311"/>
                </a:lnTo>
                <a:lnTo>
                  <a:pt x="5357" y="162192"/>
                </a:lnTo>
                <a:lnTo>
                  <a:pt x="21009" y="118004"/>
                </a:lnTo>
                <a:lnTo>
                  <a:pt x="45673" y="79003"/>
                </a:lnTo>
                <a:lnTo>
                  <a:pt x="78066" y="46446"/>
                </a:lnTo>
                <a:lnTo>
                  <a:pt x="116904" y="21589"/>
                </a:lnTo>
                <a:lnTo>
                  <a:pt x="160906" y="5688"/>
                </a:lnTo>
                <a:lnTo>
                  <a:pt x="208787" y="0"/>
                </a:lnTo>
                <a:lnTo>
                  <a:pt x="10635996" y="0"/>
                </a:lnTo>
                <a:lnTo>
                  <a:pt x="10684348" y="5688"/>
                </a:lnTo>
                <a:lnTo>
                  <a:pt x="10728692" y="21589"/>
                </a:lnTo>
                <a:lnTo>
                  <a:pt x="10767770" y="46446"/>
                </a:lnTo>
                <a:lnTo>
                  <a:pt x="10800328" y="79003"/>
                </a:lnTo>
                <a:lnTo>
                  <a:pt x="10825107" y="118004"/>
                </a:lnTo>
                <a:lnTo>
                  <a:pt x="10840852" y="162192"/>
                </a:lnTo>
                <a:lnTo>
                  <a:pt x="10846308" y="210311"/>
                </a:lnTo>
                <a:lnTo>
                  <a:pt x="10846308" y="1050035"/>
                </a:lnTo>
                <a:lnTo>
                  <a:pt x="10840852" y="1098402"/>
                </a:lnTo>
                <a:lnTo>
                  <a:pt x="10825107" y="1142755"/>
                </a:lnTo>
                <a:lnTo>
                  <a:pt x="10800328" y="1181838"/>
                </a:lnTo>
                <a:lnTo>
                  <a:pt x="10767770" y="1214396"/>
                </a:lnTo>
                <a:lnTo>
                  <a:pt x="10728692" y="1239170"/>
                </a:lnTo>
                <a:lnTo>
                  <a:pt x="10684348" y="1254906"/>
                </a:lnTo>
                <a:lnTo>
                  <a:pt x="10635996" y="1260347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10614" y="1338465"/>
            <a:ext cx="993203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若字符串中有许多需要换行的地方，使用换行符(\n)不便于阅读，这时可以使用三个单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引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号或三个双引号来标识字符串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29867" y="3422903"/>
            <a:ext cx="3749040" cy="2002789"/>
          </a:xfrm>
          <a:custGeom>
            <a:avLst/>
            <a:gdLst/>
            <a:ahLst/>
            <a:cxnLst/>
            <a:rect l="l" t="t" r="r" b="b"/>
            <a:pathLst>
              <a:path w="3749040" h="2002789">
                <a:moveTo>
                  <a:pt x="3415283" y="2002536"/>
                </a:moveTo>
                <a:lnTo>
                  <a:pt x="333756" y="2002536"/>
                </a:lnTo>
                <a:lnTo>
                  <a:pt x="284473" y="1999074"/>
                </a:lnTo>
                <a:lnTo>
                  <a:pt x="237429" y="1988686"/>
                </a:lnTo>
                <a:lnTo>
                  <a:pt x="193139" y="1971889"/>
                </a:lnTo>
                <a:lnTo>
                  <a:pt x="152121" y="1949200"/>
                </a:lnTo>
                <a:lnTo>
                  <a:pt x="114892" y="1921134"/>
                </a:lnTo>
                <a:lnTo>
                  <a:pt x="81967" y="1888210"/>
                </a:lnTo>
                <a:lnTo>
                  <a:pt x="53864" y="1850942"/>
                </a:lnTo>
                <a:lnTo>
                  <a:pt x="31099" y="1809849"/>
                </a:lnTo>
                <a:lnTo>
                  <a:pt x="14189" y="1765447"/>
                </a:lnTo>
                <a:lnTo>
                  <a:pt x="3650" y="1718251"/>
                </a:lnTo>
                <a:lnTo>
                  <a:pt x="0" y="1668780"/>
                </a:lnTo>
                <a:lnTo>
                  <a:pt x="0" y="333756"/>
                </a:lnTo>
                <a:lnTo>
                  <a:pt x="3650" y="284536"/>
                </a:lnTo>
                <a:lnTo>
                  <a:pt x="14189" y="237542"/>
                </a:lnTo>
                <a:lnTo>
                  <a:pt x="31099" y="193290"/>
                </a:lnTo>
                <a:lnTo>
                  <a:pt x="53864" y="152298"/>
                </a:lnTo>
                <a:lnTo>
                  <a:pt x="81967" y="115081"/>
                </a:lnTo>
                <a:lnTo>
                  <a:pt x="114892" y="82156"/>
                </a:lnTo>
                <a:lnTo>
                  <a:pt x="152121" y="54041"/>
                </a:lnTo>
                <a:lnTo>
                  <a:pt x="193139" y="31251"/>
                </a:lnTo>
                <a:lnTo>
                  <a:pt x="237429" y="14303"/>
                </a:lnTo>
                <a:lnTo>
                  <a:pt x="284473" y="3713"/>
                </a:lnTo>
                <a:lnTo>
                  <a:pt x="333756" y="0"/>
                </a:lnTo>
                <a:lnTo>
                  <a:pt x="3415283" y="0"/>
                </a:lnTo>
                <a:lnTo>
                  <a:pt x="3464629" y="3713"/>
                </a:lnTo>
                <a:lnTo>
                  <a:pt x="3511724" y="14303"/>
                </a:lnTo>
                <a:lnTo>
                  <a:pt x="3556051" y="31251"/>
                </a:lnTo>
                <a:lnTo>
                  <a:pt x="3597094" y="54041"/>
                </a:lnTo>
                <a:lnTo>
                  <a:pt x="3634336" y="82156"/>
                </a:lnTo>
                <a:lnTo>
                  <a:pt x="3667260" y="115081"/>
                </a:lnTo>
                <a:lnTo>
                  <a:pt x="3695351" y="152298"/>
                </a:lnTo>
                <a:lnTo>
                  <a:pt x="3718091" y="193290"/>
                </a:lnTo>
                <a:lnTo>
                  <a:pt x="3734963" y="237542"/>
                </a:lnTo>
                <a:lnTo>
                  <a:pt x="3745452" y="284536"/>
                </a:lnTo>
                <a:lnTo>
                  <a:pt x="3749040" y="333756"/>
                </a:lnTo>
                <a:lnTo>
                  <a:pt x="3749040" y="1668780"/>
                </a:lnTo>
                <a:lnTo>
                  <a:pt x="3745452" y="1718251"/>
                </a:lnTo>
                <a:lnTo>
                  <a:pt x="3734963" y="1765447"/>
                </a:lnTo>
                <a:lnTo>
                  <a:pt x="3718091" y="1809849"/>
                </a:lnTo>
                <a:lnTo>
                  <a:pt x="3695351" y="1850942"/>
                </a:lnTo>
                <a:lnTo>
                  <a:pt x="3667260" y="1888210"/>
                </a:lnTo>
                <a:lnTo>
                  <a:pt x="3634336" y="1921134"/>
                </a:lnTo>
                <a:lnTo>
                  <a:pt x="3597094" y="1949200"/>
                </a:lnTo>
                <a:lnTo>
                  <a:pt x="3556051" y="1971889"/>
                </a:lnTo>
                <a:lnTo>
                  <a:pt x="3511724" y="1988686"/>
                </a:lnTo>
                <a:lnTo>
                  <a:pt x="3464629" y="1999074"/>
                </a:lnTo>
                <a:lnTo>
                  <a:pt x="3415283" y="2002536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01852" y="3361944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29">
                <a:moveTo>
                  <a:pt x="669035" y="379475"/>
                </a:moveTo>
                <a:lnTo>
                  <a:pt x="64007" y="379475"/>
                </a:lnTo>
                <a:lnTo>
                  <a:pt x="39220" y="374141"/>
                </a:lnTo>
                <a:lnTo>
                  <a:pt x="18988" y="360392"/>
                </a:lnTo>
                <a:lnTo>
                  <a:pt x="5263" y="340183"/>
                </a:lnTo>
                <a:lnTo>
                  <a:pt x="0" y="315467"/>
                </a:lnTo>
                <a:lnTo>
                  <a:pt x="0" y="62483"/>
                </a:lnTo>
                <a:lnTo>
                  <a:pt x="5263" y="38149"/>
                </a:lnTo>
                <a:lnTo>
                  <a:pt x="18988" y="18226"/>
                </a:lnTo>
                <a:lnTo>
                  <a:pt x="39220" y="4810"/>
                </a:lnTo>
                <a:lnTo>
                  <a:pt x="64007" y="0"/>
                </a:lnTo>
                <a:lnTo>
                  <a:pt x="669035" y="0"/>
                </a:lnTo>
                <a:lnTo>
                  <a:pt x="693513" y="4810"/>
                </a:lnTo>
                <a:lnTo>
                  <a:pt x="713484" y="18226"/>
                </a:lnTo>
                <a:lnTo>
                  <a:pt x="726852" y="38149"/>
                </a:lnTo>
                <a:lnTo>
                  <a:pt x="731520" y="62483"/>
                </a:lnTo>
                <a:lnTo>
                  <a:pt x="731520" y="315467"/>
                </a:lnTo>
                <a:lnTo>
                  <a:pt x="726852" y="340183"/>
                </a:lnTo>
                <a:lnTo>
                  <a:pt x="713484" y="360392"/>
                </a:lnTo>
                <a:lnTo>
                  <a:pt x="693513" y="374141"/>
                </a:lnTo>
                <a:lnTo>
                  <a:pt x="669035" y="37947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26273" y="3389083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2435" y="3874770"/>
            <a:ext cx="1651000" cy="1000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066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打印字符</a:t>
            </a:r>
            <a:r>
              <a:rPr dirty="0" sz="1600" spc="-5">
                <a:latin typeface="宋体"/>
                <a:cs typeface="宋体"/>
              </a:rPr>
              <a:t>串 </a:t>
            </a:r>
            <a:r>
              <a:rPr dirty="0" sz="1600" spc="-5">
                <a:latin typeface="宋体"/>
                <a:cs typeface="宋体"/>
              </a:rPr>
              <a:t>print('''</a:t>
            </a:r>
            <a:r>
              <a:rPr dirty="0" sz="1600">
                <a:latin typeface="宋体"/>
                <a:cs typeface="宋体"/>
              </a:rPr>
              <a:t>利润</a:t>
            </a:r>
            <a:r>
              <a:rPr dirty="0" sz="1600" spc="-5">
                <a:latin typeface="宋体"/>
                <a:cs typeface="宋体"/>
              </a:rPr>
              <a:t>表 </a:t>
            </a:r>
            <a:r>
              <a:rPr dirty="0" sz="1600">
                <a:latin typeface="宋体"/>
                <a:cs typeface="宋体"/>
              </a:rPr>
              <a:t>资产负债</a:t>
            </a:r>
            <a:r>
              <a:rPr dirty="0" sz="1600" spc="-5">
                <a:latin typeface="宋体"/>
                <a:cs typeface="宋体"/>
              </a:rPr>
              <a:t>表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宋体"/>
                <a:cs typeface="宋体"/>
              </a:rPr>
              <a:t>现金流量表</a:t>
            </a:r>
            <a:r>
              <a:rPr dirty="0" sz="1600" spc="-5">
                <a:latin typeface="宋体"/>
                <a:cs typeface="宋体"/>
              </a:rPr>
              <a:t>''')  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053071" y="3424428"/>
            <a:ext cx="3493135" cy="2001520"/>
          </a:xfrm>
          <a:custGeom>
            <a:avLst/>
            <a:gdLst/>
            <a:ahLst/>
            <a:cxnLst/>
            <a:rect l="l" t="t" r="r" b="b"/>
            <a:pathLst>
              <a:path w="3493134" h="2001520">
                <a:moveTo>
                  <a:pt x="3159252" y="2001012"/>
                </a:moveTo>
                <a:lnTo>
                  <a:pt x="332231" y="2001012"/>
                </a:lnTo>
                <a:lnTo>
                  <a:pt x="283096" y="1997551"/>
                </a:lnTo>
                <a:lnTo>
                  <a:pt x="236179" y="1987166"/>
                </a:lnTo>
                <a:lnTo>
                  <a:pt x="192002" y="1970373"/>
                </a:lnTo>
                <a:lnTo>
                  <a:pt x="151089" y="1947688"/>
                </a:lnTo>
                <a:lnTo>
                  <a:pt x="113963" y="1919627"/>
                </a:lnTo>
                <a:lnTo>
                  <a:pt x="81146" y="1886706"/>
                </a:lnTo>
                <a:lnTo>
                  <a:pt x="53161" y="1849441"/>
                </a:lnTo>
                <a:lnTo>
                  <a:pt x="30531" y="1808347"/>
                </a:lnTo>
                <a:lnTo>
                  <a:pt x="13779" y="1763941"/>
                </a:lnTo>
                <a:lnTo>
                  <a:pt x="3428" y="1716739"/>
                </a:lnTo>
                <a:lnTo>
                  <a:pt x="0" y="1667256"/>
                </a:lnTo>
                <a:lnTo>
                  <a:pt x="0" y="333756"/>
                </a:lnTo>
                <a:lnTo>
                  <a:pt x="3428" y="284304"/>
                </a:lnTo>
                <a:lnTo>
                  <a:pt x="13779" y="237127"/>
                </a:lnTo>
                <a:lnTo>
                  <a:pt x="30531" y="192739"/>
                </a:lnTo>
                <a:lnTo>
                  <a:pt x="53161" y="151658"/>
                </a:lnTo>
                <a:lnTo>
                  <a:pt x="81146" y="114399"/>
                </a:lnTo>
                <a:lnTo>
                  <a:pt x="113963" y="81478"/>
                </a:lnTo>
                <a:lnTo>
                  <a:pt x="151089" y="53411"/>
                </a:lnTo>
                <a:lnTo>
                  <a:pt x="192002" y="30713"/>
                </a:lnTo>
                <a:lnTo>
                  <a:pt x="236179" y="13902"/>
                </a:lnTo>
                <a:lnTo>
                  <a:pt x="283096" y="3492"/>
                </a:lnTo>
                <a:lnTo>
                  <a:pt x="332231" y="0"/>
                </a:lnTo>
                <a:lnTo>
                  <a:pt x="3159252" y="0"/>
                </a:lnTo>
                <a:lnTo>
                  <a:pt x="3208420" y="3492"/>
                </a:lnTo>
                <a:lnTo>
                  <a:pt x="3255370" y="13902"/>
                </a:lnTo>
                <a:lnTo>
                  <a:pt x="3299588" y="30713"/>
                </a:lnTo>
                <a:lnTo>
                  <a:pt x="3340555" y="53411"/>
                </a:lnTo>
                <a:lnTo>
                  <a:pt x="3377758" y="81478"/>
                </a:lnTo>
                <a:lnTo>
                  <a:pt x="3410679" y="114399"/>
                </a:lnTo>
                <a:lnTo>
                  <a:pt x="3438803" y="151658"/>
                </a:lnTo>
                <a:lnTo>
                  <a:pt x="3461614" y="192739"/>
                </a:lnTo>
                <a:lnTo>
                  <a:pt x="3478595" y="237127"/>
                </a:lnTo>
                <a:lnTo>
                  <a:pt x="3489232" y="284304"/>
                </a:lnTo>
                <a:lnTo>
                  <a:pt x="3493007" y="333756"/>
                </a:lnTo>
                <a:lnTo>
                  <a:pt x="3493007" y="1667256"/>
                </a:lnTo>
                <a:lnTo>
                  <a:pt x="3489232" y="1716739"/>
                </a:lnTo>
                <a:lnTo>
                  <a:pt x="3478595" y="1763941"/>
                </a:lnTo>
                <a:lnTo>
                  <a:pt x="3461614" y="1808347"/>
                </a:lnTo>
                <a:lnTo>
                  <a:pt x="3438803" y="1849441"/>
                </a:lnTo>
                <a:lnTo>
                  <a:pt x="3410679" y="1886706"/>
                </a:lnTo>
                <a:lnTo>
                  <a:pt x="3377758" y="1919627"/>
                </a:lnTo>
                <a:lnTo>
                  <a:pt x="3340555" y="1947688"/>
                </a:lnTo>
                <a:lnTo>
                  <a:pt x="3299588" y="1970373"/>
                </a:lnTo>
                <a:lnTo>
                  <a:pt x="3255370" y="1987166"/>
                </a:lnTo>
                <a:lnTo>
                  <a:pt x="3208420" y="1997551"/>
                </a:lnTo>
                <a:lnTo>
                  <a:pt x="3159252" y="2001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155940" y="3642232"/>
            <a:ext cx="104076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 </a:t>
            </a:r>
            <a:r>
              <a:rPr dirty="0" sz="1600">
                <a:latin typeface="宋体"/>
                <a:cs typeface="宋体"/>
              </a:rPr>
              <a:t>利润</a:t>
            </a:r>
            <a:r>
              <a:rPr dirty="0" sz="1600" spc="-5">
                <a:latin typeface="宋体"/>
                <a:cs typeface="宋体"/>
              </a:rPr>
              <a:t>表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</a:pPr>
            <a:r>
              <a:rPr dirty="0" sz="1600">
                <a:latin typeface="宋体"/>
                <a:cs typeface="宋体"/>
              </a:rPr>
              <a:t>资产负债</a:t>
            </a:r>
            <a:r>
              <a:rPr dirty="0" sz="1600" spc="-5">
                <a:latin typeface="宋体"/>
                <a:cs typeface="宋体"/>
              </a:rPr>
              <a:t>表 </a:t>
            </a:r>
            <a:r>
              <a:rPr dirty="0" sz="1600">
                <a:latin typeface="宋体"/>
                <a:cs typeface="宋体"/>
              </a:rPr>
              <a:t>现金流量</a:t>
            </a:r>
            <a:r>
              <a:rPr dirty="0" sz="1600" spc="-5">
                <a:latin typeface="宋体"/>
                <a:cs typeface="宋体"/>
              </a:rPr>
              <a:t>表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692140" y="3948684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39" h="951229">
                <a:moveTo>
                  <a:pt x="274320" y="950976"/>
                </a:moveTo>
                <a:lnTo>
                  <a:pt x="274320" y="713231"/>
                </a:lnTo>
                <a:lnTo>
                  <a:pt x="0" y="713231"/>
                </a:lnTo>
                <a:lnTo>
                  <a:pt x="0" y="237743"/>
                </a:lnTo>
                <a:lnTo>
                  <a:pt x="274320" y="237743"/>
                </a:lnTo>
                <a:lnTo>
                  <a:pt x="274320" y="0"/>
                </a:lnTo>
                <a:lnTo>
                  <a:pt x="548639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02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3313" y="2909912"/>
            <a:ext cx="461327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solidFill>
                  <a:srgbClr val="2E5B50"/>
                </a:solidFill>
                <a:latin typeface="宋体"/>
                <a:cs typeface="宋体"/>
              </a:rPr>
              <a:t>字符串的操</a:t>
            </a:r>
            <a:r>
              <a:rPr dirty="0" sz="6000" spc="-25" b="1">
                <a:solidFill>
                  <a:srgbClr val="2E5B50"/>
                </a:solidFill>
                <a:latin typeface="宋体"/>
                <a:cs typeface="宋体"/>
              </a:rPr>
              <a:t>作</a:t>
            </a:r>
            <a:endParaRPr sz="6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81940" y="217411"/>
            <a:ext cx="636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索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引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0183" y="1258824"/>
            <a:ext cx="10800715" cy="1259205"/>
          </a:xfrm>
          <a:custGeom>
            <a:avLst/>
            <a:gdLst/>
            <a:ahLst/>
            <a:cxnLst/>
            <a:rect l="l" t="t" r="r" b="b"/>
            <a:pathLst>
              <a:path w="10800715" h="1259205">
                <a:moveTo>
                  <a:pt x="10590276" y="1258824"/>
                </a:moveTo>
                <a:lnTo>
                  <a:pt x="210312" y="1258824"/>
                </a:lnTo>
                <a:lnTo>
                  <a:pt x="161947" y="1253552"/>
                </a:lnTo>
                <a:lnTo>
                  <a:pt x="117599" y="1237961"/>
                </a:lnTo>
                <a:lnTo>
                  <a:pt x="78521" y="1213330"/>
                </a:lnTo>
                <a:lnTo>
                  <a:pt x="45967" y="1180941"/>
                </a:lnTo>
                <a:lnTo>
                  <a:pt x="21193" y="1142075"/>
                </a:lnTo>
                <a:lnTo>
                  <a:pt x="5453" y="1098013"/>
                </a:lnTo>
                <a:lnTo>
                  <a:pt x="0" y="1050036"/>
                </a:lnTo>
                <a:lnTo>
                  <a:pt x="0" y="210312"/>
                </a:lnTo>
                <a:lnTo>
                  <a:pt x="5453" y="161947"/>
                </a:lnTo>
                <a:lnTo>
                  <a:pt x="21193" y="117599"/>
                </a:lnTo>
                <a:lnTo>
                  <a:pt x="45967" y="78521"/>
                </a:lnTo>
                <a:lnTo>
                  <a:pt x="78521" y="45967"/>
                </a:lnTo>
                <a:lnTo>
                  <a:pt x="117599" y="21193"/>
                </a:lnTo>
                <a:lnTo>
                  <a:pt x="161947" y="5453"/>
                </a:lnTo>
                <a:lnTo>
                  <a:pt x="210312" y="0"/>
                </a:lnTo>
                <a:lnTo>
                  <a:pt x="10590276" y="0"/>
                </a:lnTo>
                <a:lnTo>
                  <a:pt x="10638262" y="5453"/>
                </a:lnTo>
                <a:lnTo>
                  <a:pt x="10682331" y="21193"/>
                </a:lnTo>
                <a:lnTo>
                  <a:pt x="10721200" y="45967"/>
                </a:lnTo>
                <a:lnTo>
                  <a:pt x="10753589" y="78521"/>
                </a:lnTo>
                <a:lnTo>
                  <a:pt x="10778216" y="117599"/>
                </a:lnTo>
                <a:lnTo>
                  <a:pt x="10793801" y="161947"/>
                </a:lnTo>
                <a:lnTo>
                  <a:pt x="10799064" y="210312"/>
                </a:lnTo>
                <a:lnTo>
                  <a:pt x="10800588" y="1050036"/>
                </a:lnTo>
                <a:lnTo>
                  <a:pt x="10794761" y="1098013"/>
                </a:lnTo>
                <a:lnTo>
                  <a:pt x="10778772" y="1142075"/>
                </a:lnTo>
                <a:lnTo>
                  <a:pt x="10753873" y="1180941"/>
                </a:lnTo>
                <a:lnTo>
                  <a:pt x="10721320" y="1213330"/>
                </a:lnTo>
                <a:lnTo>
                  <a:pt x="10682366" y="1237961"/>
                </a:lnTo>
                <a:lnTo>
                  <a:pt x="10638267" y="1253552"/>
                </a:lnTo>
                <a:lnTo>
                  <a:pt x="10590276" y="125882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39825" y="1335671"/>
            <a:ext cx="891603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</a:rPr>
              <a:t>字符串是一种序列，序列中每个元素都有自己特定的序号，这种序号称为索引</a:t>
            </a:r>
            <a:r>
              <a:rPr dirty="0" sz="2000">
                <a:solidFill>
                  <a:srgbClr val="FFFFFF"/>
                </a:solidFill>
              </a:rPr>
              <a:t>； </a:t>
            </a:r>
            <a:r>
              <a:rPr dirty="0" sz="2000">
                <a:solidFill>
                  <a:srgbClr val="FFFFFF"/>
                </a:solidFill>
              </a:rPr>
              <a:t>在</a:t>
            </a:r>
            <a:r>
              <a:rPr dirty="0" sz="2000" spc="-5">
                <a:solidFill>
                  <a:srgbClr val="FFFFFF"/>
                </a:solidFill>
              </a:rPr>
              <a:t>Python</a:t>
            </a:r>
            <a:r>
              <a:rPr dirty="0" sz="2000">
                <a:solidFill>
                  <a:srgbClr val="FFFFFF"/>
                </a:solidFill>
              </a:rPr>
              <a:t>中字符串有两种索引方式：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正索引</a:t>
            </a:r>
            <a:r>
              <a:rPr dirty="0" sz="2000">
                <a:solidFill>
                  <a:srgbClr val="FFFFFF"/>
                </a:solidFill>
              </a:rPr>
              <a:t>和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负索引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6468" y="2781300"/>
            <a:ext cx="10799445" cy="1224280"/>
          </a:xfrm>
          <a:custGeom>
            <a:avLst/>
            <a:gdLst/>
            <a:ahLst/>
            <a:cxnLst/>
            <a:rect l="l" t="t" r="r" b="b"/>
            <a:pathLst>
              <a:path w="10799445" h="1224279">
                <a:moveTo>
                  <a:pt x="10594848" y="1223772"/>
                </a:moveTo>
                <a:lnTo>
                  <a:pt x="204215" y="1223772"/>
                </a:lnTo>
                <a:lnTo>
                  <a:pt x="157179" y="1218569"/>
                </a:lnTo>
                <a:lnTo>
                  <a:pt x="114061" y="1203340"/>
                </a:lnTo>
                <a:lnTo>
                  <a:pt x="76082" y="1179306"/>
                </a:lnTo>
                <a:lnTo>
                  <a:pt x="44465" y="1147689"/>
                </a:lnTo>
                <a:lnTo>
                  <a:pt x="20431" y="1109710"/>
                </a:lnTo>
                <a:lnTo>
                  <a:pt x="5202" y="1066592"/>
                </a:lnTo>
                <a:lnTo>
                  <a:pt x="0" y="1019555"/>
                </a:lnTo>
                <a:lnTo>
                  <a:pt x="0" y="204216"/>
                </a:lnTo>
                <a:lnTo>
                  <a:pt x="5202" y="157366"/>
                </a:lnTo>
                <a:lnTo>
                  <a:pt x="20431" y="114372"/>
                </a:lnTo>
                <a:lnTo>
                  <a:pt x="44465" y="76455"/>
                </a:lnTo>
                <a:lnTo>
                  <a:pt x="76082" y="44838"/>
                </a:lnTo>
                <a:lnTo>
                  <a:pt x="114061" y="20742"/>
                </a:lnTo>
                <a:lnTo>
                  <a:pt x="157179" y="5389"/>
                </a:lnTo>
                <a:lnTo>
                  <a:pt x="204215" y="0"/>
                </a:lnTo>
                <a:lnTo>
                  <a:pt x="10594848" y="0"/>
                </a:lnTo>
                <a:lnTo>
                  <a:pt x="10641880" y="5389"/>
                </a:lnTo>
                <a:lnTo>
                  <a:pt x="10684997" y="20742"/>
                </a:lnTo>
                <a:lnTo>
                  <a:pt x="10722975" y="44838"/>
                </a:lnTo>
                <a:lnTo>
                  <a:pt x="10754594" y="76455"/>
                </a:lnTo>
                <a:lnTo>
                  <a:pt x="10778629" y="114372"/>
                </a:lnTo>
                <a:lnTo>
                  <a:pt x="10793860" y="157366"/>
                </a:lnTo>
                <a:lnTo>
                  <a:pt x="10799064" y="204216"/>
                </a:lnTo>
                <a:lnTo>
                  <a:pt x="10799064" y="1019555"/>
                </a:lnTo>
                <a:lnTo>
                  <a:pt x="10793860" y="1066592"/>
                </a:lnTo>
                <a:lnTo>
                  <a:pt x="10778629" y="1109710"/>
                </a:lnTo>
                <a:lnTo>
                  <a:pt x="10754594" y="1147689"/>
                </a:lnTo>
                <a:lnTo>
                  <a:pt x="10722975" y="1179306"/>
                </a:lnTo>
                <a:lnTo>
                  <a:pt x="10684997" y="1203340"/>
                </a:lnTo>
                <a:lnTo>
                  <a:pt x="10641880" y="1218569"/>
                </a:lnTo>
                <a:lnTo>
                  <a:pt x="10594848" y="1223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9673" y="2774950"/>
            <a:ext cx="10812780" cy="1235710"/>
          </a:xfrm>
          <a:custGeom>
            <a:avLst/>
            <a:gdLst/>
            <a:ahLst/>
            <a:cxnLst/>
            <a:rect l="l" t="t" r="r" b="b"/>
            <a:pathLst>
              <a:path w="10812780" h="1235710">
                <a:moveTo>
                  <a:pt x="10623854" y="1235710"/>
                </a:moveTo>
                <a:lnTo>
                  <a:pt x="188798" y="1235710"/>
                </a:lnTo>
                <a:lnTo>
                  <a:pt x="178308" y="1234439"/>
                </a:lnTo>
                <a:lnTo>
                  <a:pt x="147777" y="1226820"/>
                </a:lnTo>
                <a:lnTo>
                  <a:pt x="128435" y="1219200"/>
                </a:lnTo>
                <a:lnTo>
                  <a:pt x="119113" y="1215389"/>
                </a:lnTo>
                <a:lnTo>
                  <a:pt x="110045" y="1210310"/>
                </a:lnTo>
                <a:lnTo>
                  <a:pt x="101231" y="1206500"/>
                </a:lnTo>
                <a:lnTo>
                  <a:pt x="92697" y="1200150"/>
                </a:lnTo>
                <a:lnTo>
                  <a:pt x="84442" y="1195070"/>
                </a:lnTo>
                <a:lnTo>
                  <a:pt x="76504" y="1188720"/>
                </a:lnTo>
                <a:lnTo>
                  <a:pt x="68872" y="1181100"/>
                </a:lnTo>
                <a:lnTo>
                  <a:pt x="61556" y="1174750"/>
                </a:lnTo>
                <a:lnTo>
                  <a:pt x="54597" y="1167129"/>
                </a:lnTo>
                <a:lnTo>
                  <a:pt x="47980" y="1159510"/>
                </a:lnTo>
                <a:lnTo>
                  <a:pt x="41732" y="1151889"/>
                </a:lnTo>
                <a:lnTo>
                  <a:pt x="35877" y="1143000"/>
                </a:lnTo>
                <a:lnTo>
                  <a:pt x="30403" y="1135379"/>
                </a:lnTo>
                <a:lnTo>
                  <a:pt x="25336" y="1126489"/>
                </a:lnTo>
                <a:lnTo>
                  <a:pt x="20688" y="1117600"/>
                </a:lnTo>
                <a:lnTo>
                  <a:pt x="16471" y="1107439"/>
                </a:lnTo>
                <a:lnTo>
                  <a:pt x="12700" y="1098550"/>
                </a:lnTo>
                <a:lnTo>
                  <a:pt x="2362" y="1057910"/>
                </a:lnTo>
                <a:lnTo>
                  <a:pt x="0" y="1031239"/>
                </a:lnTo>
                <a:lnTo>
                  <a:pt x="0" y="204469"/>
                </a:lnTo>
                <a:lnTo>
                  <a:pt x="6553" y="157480"/>
                </a:lnTo>
                <a:lnTo>
                  <a:pt x="16471" y="128269"/>
                </a:lnTo>
                <a:lnTo>
                  <a:pt x="20688" y="118110"/>
                </a:lnTo>
                <a:lnTo>
                  <a:pt x="25336" y="109219"/>
                </a:lnTo>
                <a:lnTo>
                  <a:pt x="30403" y="100330"/>
                </a:lnTo>
                <a:lnTo>
                  <a:pt x="35877" y="92710"/>
                </a:lnTo>
                <a:lnTo>
                  <a:pt x="41732" y="83819"/>
                </a:lnTo>
                <a:lnTo>
                  <a:pt x="47980" y="76200"/>
                </a:lnTo>
                <a:lnTo>
                  <a:pt x="54597" y="68580"/>
                </a:lnTo>
                <a:lnTo>
                  <a:pt x="61556" y="60960"/>
                </a:lnTo>
                <a:lnTo>
                  <a:pt x="68872" y="54610"/>
                </a:lnTo>
                <a:lnTo>
                  <a:pt x="76504" y="46989"/>
                </a:lnTo>
                <a:lnTo>
                  <a:pt x="84442" y="40639"/>
                </a:lnTo>
                <a:lnTo>
                  <a:pt x="92697" y="35560"/>
                </a:lnTo>
                <a:lnTo>
                  <a:pt x="101231" y="29210"/>
                </a:lnTo>
                <a:lnTo>
                  <a:pt x="110045" y="25400"/>
                </a:lnTo>
                <a:lnTo>
                  <a:pt x="119113" y="20319"/>
                </a:lnTo>
                <a:lnTo>
                  <a:pt x="128435" y="16510"/>
                </a:lnTo>
                <a:lnTo>
                  <a:pt x="147777" y="8889"/>
                </a:lnTo>
                <a:lnTo>
                  <a:pt x="178308" y="1269"/>
                </a:lnTo>
                <a:lnTo>
                  <a:pt x="188798" y="0"/>
                </a:lnTo>
                <a:lnTo>
                  <a:pt x="10623854" y="0"/>
                </a:lnTo>
                <a:lnTo>
                  <a:pt x="10634345" y="1269"/>
                </a:lnTo>
                <a:lnTo>
                  <a:pt x="10664875" y="8889"/>
                </a:lnTo>
                <a:lnTo>
                  <a:pt x="10674654" y="12700"/>
                </a:lnTo>
                <a:lnTo>
                  <a:pt x="190271" y="12700"/>
                </a:lnTo>
                <a:lnTo>
                  <a:pt x="180060" y="13969"/>
                </a:lnTo>
                <a:lnTo>
                  <a:pt x="180378" y="13969"/>
                </a:lnTo>
                <a:lnTo>
                  <a:pt x="170332" y="16510"/>
                </a:lnTo>
                <a:lnTo>
                  <a:pt x="170637" y="16510"/>
                </a:lnTo>
                <a:lnTo>
                  <a:pt x="160769" y="17780"/>
                </a:lnTo>
                <a:lnTo>
                  <a:pt x="161074" y="17780"/>
                </a:lnTo>
                <a:lnTo>
                  <a:pt x="154622" y="20319"/>
                </a:lnTo>
                <a:lnTo>
                  <a:pt x="151688" y="20319"/>
                </a:lnTo>
                <a:lnTo>
                  <a:pt x="142214" y="24130"/>
                </a:lnTo>
                <a:lnTo>
                  <a:pt x="142506" y="24130"/>
                </a:lnTo>
                <a:lnTo>
                  <a:pt x="133235" y="27939"/>
                </a:lnTo>
                <a:lnTo>
                  <a:pt x="133527" y="27939"/>
                </a:lnTo>
                <a:lnTo>
                  <a:pt x="124485" y="31750"/>
                </a:lnTo>
                <a:lnTo>
                  <a:pt x="124764" y="31750"/>
                </a:lnTo>
                <a:lnTo>
                  <a:pt x="115963" y="35560"/>
                </a:lnTo>
                <a:lnTo>
                  <a:pt x="116243" y="35560"/>
                </a:lnTo>
                <a:lnTo>
                  <a:pt x="107695" y="40639"/>
                </a:lnTo>
                <a:lnTo>
                  <a:pt x="107962" y="40639"/>
                </a:lnTo>
                <a:lnTo>
                  <a:pt x="99682" y="45719"/>
                </a:lnTo>
                <a:lnTo>
                  <a:pt x="99936" y="45719"/>
                </a:lnTo>
                <a:lnTo>
                  <a:pt x="91935" y="50800"/>
                </a:lnTo>
                <a:lnTo>
                  <a:pt x="92176" y="50800"/>
                </a:lnTo>
                <a:lnTo>
                  <a:pt x="84467" y="57150"/>
                </a:lnTo>
                <a:lnTo>
                  <a:pt x="84696" y="57150"/>
                </a:lnTo>
                <a:lnTo>
                  <a:pt x="77292" y="63500"/>
                </a:lnTo>
                <a:lnTo>
                  <a:pt x="77520" y="63500"/>
                </a:lnTo>
                <a:lnTo>
                  <a:pt x="70434" y="69850"/>
                </a:lnTo>
                <a:lnTo>
                  <a:pt x="70650" y="69850"/>
                </a:lnTo>
                <a:lnTo>
                  <a:pt x="65019" y="76200"/>
                </a:lnTo>
                <a:lnTo>
                  <a:pt x="64096" y="76200"/>
                </a:lnTo>
                <a:lnTo>
                  <a:pt x="57683" y="83819"/>
                </a:lnTo>
                <a:lnTo>
                  <a:pt x="57873" y="83819"/>
                </a:lnTo>
                <a:lnTo>
                  <a:pt x="51815" y="91439"/>
                </a:lnTo>
                <a:lnTo>
                  <a:pt x="51993" y="91439"/>
                </a:lnTo>
                <a:lnTo>
                  <a:pt x="46304" y="99060"/>
                </a:lnTo>
                <a:lnTo>
                  <a:pt x="46482" y="99060"/>
                </a:lnTo>
                <a:lnTo>
                  <a:pt x="41931" y="106680"/>
                </a:lnTo>
                <a:lnTo>
                  <a:pt x="41338" y="106680"/>
                </a:lnTo>
                <a:lnTo>
                  <a:pt x="36423" y="115569"/>
                </a:lnTo>
                <a:lnTo>
                  <a:pt x="36563" y="115569"/>
                </a:lnTo>
                <a:lnTo>
                  <a:pt x="32054" y="124460"/>
                </a:lnTo>
                <a:lnTo>
                  <a:pt x="32194" y="124460"/>
                </a:lnTo>
                <a:lnTo>
                  <a:pt x="28689" y="132080"/>
                </a:lnTo>
                <a:lnTo>
                  <a:pt x="28232" y="132080"/>
                </a:lnTo>
                <a:lnTo>
                  <a:pt x="24574" y="142239"/>
                </a:lnTo>
                <a:lnTo>
                  <a:pt x="21475" y="151130"/>
                </a:lnTo>
                <a:lnTo>
                  <a:pt x="18821" y="160019"/>
                </a:lnTo>
                <a:lnTo>
                  <a:pt x="16624" y="170180"/>
                </a:lnTo>
                <a:lnTo>
                  <a:pt x="15109" y="179069"/>
                </a:lnTo>
                <a:lnTo>
                  <a:pt x="14935" y="179069"/>
                </a:lnTo>
                <a:lnTo>
                  <a:pt x="13639" y="189230"/>
                </a:lnTo>
                <a:lnTo>
                  <a:pt x="13220" y="194310"/>
                </a:lnTo>
                <a:lnTo>
                  <a:pt x="12890" y="199389"/>
                </a:lnTo>
                <a:lnTo>
                  <a:pt x="12700" y="204469"/>
                </a:lnTo>
                <a:lnTo>
                  <a:pt x="12700" y="1031239"/>
                </a:lnTo>
                <a:lnTo>
                  <a:pt x="12903" y="1036320"/>
                </a:lnTo>
                <a:lnTo>
                  <a:pt x="13220" y="1041400"/>
                </a:lnTo>
                <a:lnTo>
                  <a:pt x="13665" y="1046479"/>
                </a:lnTo>
                <a:lnTo>
                  <a:pt x="14935" y="1056639"/>
                </a:lnTo>
                <a:lnTo>
                  <a:pt x="15109" y="1056639"/>
                </a:lnTo>
                <a:lnTo>
                  <a:pt x="16687" y="1065529"/>
                </a:lnTo>
                <a:lnTo>
                  <a:pt x="18897" y="1075689"/>
                </a:lnTo>
                <a:lnTo>
                  <a:pt x="21564" y="1084579"/>
                </a:lnTo>
                <a:lnTo>
                  <a:pt x="24688" y="1093470"/>
                </a:lnTo>
                <a:lnTo>
                  <a:pt x="28232" y="1103629"/>
                </a:lnTo>
                <a:lnTo>
                  <a:pt x="28689" y="1103629"/>
                </a:lnTo>
                <a:lnTo>
                  <a:pt x="32194" y="1111250"/>
                </a:lnTo>
                <a:lnTo>
                  <a:pt x="32054" y="1111250"/>
                </a:lnTo>
                <a:lnTo>
                  <a:pt x="36563" y="1120139"/>
                </a:lnTo>
                <a:lnTo>
                  <a:pt x="36423" y="1120139"/>
                </a:lnTo>
                <a:lnTo>
                  <a:pt x="41338" y="1129029"/>
                </a:lnTo>
                <a:lnTo>
                  <a:pt x="41931" y="1129029"/>
                </a:lnTo>
                <a:lnTo>
                  <a:pt x="46482" y="1136650"/>
                </a:lnTo>
                <a:lnTo>
                  <a:pt x="46304" y="1136650"/>
                </a:lnTo>
                <a:lnTo>
                  <a:pt x="51993" y="1144270"/>
                </a:lnTo>
                <a:lnTo>
                  <a:pt x="51815" y="1144270"/>
                </a:lnTo>
                <a:lnTo>
                  <a:pt x="57873" y="1151889"/>
                </a:lnTo>
                <a:lnTo>
                  <a:pt x="57683" y="1151889"/>
                </a:lnTo>
                <a:lnTo>
                  <a:pt x="64096" y="1159510"/>
                </a:lnTo>
                <a:lnTo>
                  <a:pt x="65019" y="1159510"/>
                </a:lnTo>
                <a:lnTo>
                  <a:pt x="70650" y="1165860"/>
                </a:lnTo>
                <a:lnTo>
                  <a:pt x="70434" y="1165860"/>
                </a:lnTo>
                <a:lnTo>
                  <a:pt x="77520" y="1172210"/>
                </a:lnTo>
                <a:lnTo>
                  <a:pt x="77292" y="1172210"/>
                </a:lnTo>
                <a:lnTo>
                  <a:pt x="84696" y="1178560"/>
                </a:lnTo>
                <a:lnTo>
                  <a:pt x="84467" y="1178560"/>
                </a:lnTo>
                <a:lnTo>
                  <a:pt x="92176" y="1184910"/>
                </a:lnTo>
                <a:lnTo>
                  <a:pt x="91935" y="1184910"/>
                </a:lnTo>
                <a:lnTo>
                  <a:pt x="99936" y="1189989"/>
                </a:lnTo>
                <a:lnTo>
                  <a:pt x="99682" y="1189989"/>
                </a:lnTo>
                <a:lnTo>
                  <a:pt x="107962" y="1195070"/>
                </a:lnTo>
                <a:lnTo>
                  <a:pt x="107695" y="1195070"/>
                </a:lnTo>
                <a:lnTo>
                  <a:pt x="116243" y="1200150"/>
                </a:lnTo>
                <a:lnTo>
                  <a:pt x="115963" y="1200150"/>
                </a:lnTo>
                <a:lnTo>
                  <a:pt x="124764" y="1203960"/>
                </a:lnTo>
                <a:lnTo>
                  <a:pt x="124485" y="1203960"/>
                </a:lnTo>
                <a:lnTo>
                  <a:pt x="133527" y="1207770"/>
                </a:lnTo>
                <a:lnTo>
                  <a:pt x="133235" y="1207770"/>
                </a:lnTo>
                <a:lnTo>
                  <a:pt x="142506" y="1211579"/>
                </a:lnTo>
                <a:lnTo>
                  <a:pt x="142214" y="1211579"/>
                </a:lnTo>
                <a:lnTo>
                  <a:pt x="151688" y="1215389"/>
                </a:lnTo>
                <a:lnTo>
                  <a:pt x="154622" y="1215389"/>
                </a:lnTo>
                <a:lnTo>
                  <a:pt x="161074" y="1217929"/>
                </a:lnTo>
                <a:lnTo>
                  <a:pt x="160769" y="1217929"/>
                </a:lnTo>
                <a:lnTo>
                  <a:pt x="170637" y="1219200"/>
                </a:lnTo>
                <a:lnTo>
                  <a:pt x="170332" y="1219200"/>
                </a:lnTo>
                <a:lnTo>
                  <a:pt x="180378" y="1221739"/>
                </a:lnTo>
                <a:lnTo>
                  <a:pt x="180060" y="1221739"/>
                </a:lnTo>
                <a:lnTo>
                  <a:pt x="190271" y="1223010"/>
                </a:lnTo>
                <a:lnTo>
                  <a:pt x="10674654" y="1223010"/>
                </a:lnTo>
                <a:lnTo>
                  <a:pt x="10664875" y="1226820"/>
                </a:lnTo>
                <a:lnTo>
                  <a:pt x="10634345" y="1234439"/>
                </a:lnTo>
                <a:lnTo>
                  <a:pt x="10623854" y="1235710"/>
                </a:lnTo>
                <a:close/>
              </a:path>
              <a:path w="10812780" h="1235710">
                <a:moveTo>
                  <a:pt x="10661256" y="21589"/>
                </a:moveTo>
                <a:lnTo>
                  <a:pt x="10651578" y="17780"/>
                </a:lnTo>
                <a:lnTo>
                  <a:pt x="10651883" y="17780"/>
                </a:lnTo>
                <a:lnTo>
                  <a:pt x="10642015" y="16510"/>
                </a:lnTo>
                <a:lnTo>
                  <a:pt x="10642320" y="16510"/>
                </a:lnTo>
                <a:lnTo>
                  <a:pt x="10632274" y="13969"/>
                </a:lnTo>
                <a:lnTo>
                  <a:pt x="10632592" y="13969"/>
                </a:lnTo>
                <a:lnTo>
                  <a:pt x="10622381" y="12700"/>
                </a:lnTo>
                <a:lnTo>
                  <a:pt x="10674654" y="12700"/>
                </a:lnTo>
                <a:lnTo>
                  <a:pt x="10684217" y="16510"/>
                </a:lnTo>
                <a:lnTo>
                  <a:pt x="10693539" y="20319"/>
                </a:lnTo>
                <a:lnTo>
                  <a:pt x="10660964" y="20319"/>
                </a:lnTo>
                <a:lnTo>
                  <a:pt x="10661256" y="21589"/>
                </a:lnTo>
                <a:close/>
              </a:path>
              <a:path w="10812780" h="1235710">
                <a:moveTo>
                  <a:pt x="151396" y="21589"/>
                </a:moveTo>
                <a:lnTo>
                  <a:pt x="151688" y="20319"/>
                </a:lnTo>
                <a:lnTo>
                  <a:pt x="154622" y="20319"/>
                </a:lnTo>
                <a:lnTo>
                  <a:pt x="151396" y="21589"/>
                </a:lnTo>
                <a:close/>
              </a:path>
              <a:path w="10812780" h="1235710">
                <a:moveTo>
                  <a:pt x="10748759" y="77469"/>
                </a:moveTo>
                <a:lnTo>
                  <a:pt x="10742002" y="69850"/>
                </a:lnTo>
                <a:lnTo>
                  <a:pt x="10742218" y="69850"/>
                </a:lnTo>
                <a:lnTo>
                  <a:pt x="10735132" y="63500"/>
                </a:lnTo>
                <a:lnTo>
                  <a:pt x="10735360" y="63500"/>
                </a:lnTo>
                <a:lnTo>
                  <a:pt x="10727956" y="57150"/>
                </a:lnTo>
                <a:lnTo>
                  <a:pt x="10728185" y="57150"/>
                </a:lnTo>
                <a:lnTo>
                  <a:pt x="10720476" y="50800"/>
                </a:lnTo>
                <a:lnTo>
                  <a:pt x="10720717" y="50800"/>
                </a:lnTo>
                <a:lnTo>
                  <a:pt x="10712716" y="45719"/>
                </a:lnTo>
                <a:lnTo>
                  <a:pt x="10712970" y="45719"/>
                </a:lnTo>
                <a:lnTo>
                  <a:pt x="10704690" y="40639"/>
                </a:lnTo>
                <a:lnTo>
                  <a:pt x="10704957" y="40639"/>
                </a:lnTo>
                <a:lnTo>
                  <a:pt x="10696409" y="35560"/>
                </a:lnTo>
                <a:lnTo>
                  <a:pt x="10696689" y="35560"/>
                </a:lnTo>
                <a:lnTo>
                  <a:pt x="10687888" y="31750"/>
                </a:lnTo>
                <a:lnTo>
                  <a:pt x="10688167" y="31750"/>
                </a:lnTo>
                <a:lnTo>
                  <a:pt x="10679125" y="27939"/>
                </a:lnTo>
                <a:lnTo>
                  <a:pt x="10679417" y="27939"/>
                </a:lnTo>
                <a:lnTo>
                  <a:pt x="10670146" y="24130"/>
                </a:lnTo>
                <a:lnTo>
                  <a:pt x="10670438" y="24130"/>
                </a:lnTo>
                <a:lnTo>
                  <a:pt x="10660964" y="20319"/>
                </a:lnTo>
                <a:lnTo>
                  <a:pt x="10693539" y="20319"/>
                </a:lnTo>
                <a:lnTo>
                  <a:pt x="10702607" y="25400"/>
                </a:lnTo>
                <a:lnTo>
                  <a:pt x="10711421" y="29210"/>
                </a:lnTo>
                <a:lnTo>
                  <a:pt x="10719955" y="35560"/>
                </a:lnTo>
                <a:lnTo>
                  <a:pt x="10728210" y="40639"/>
                </a:lnTo>
                <a:lnTo>
                  <a:pt x="10736148" y="46989"/>
                </a:lnTo>
                <a:lnTo>
                  <a:pt x="10743780" y="54610"/>
                </a:lnTo>
                <a:lnTo>
                  <a:pt x="10751096" y="60960"/>
                </a:lnTo>
                <a:lnTo>
                  <a:pt x="10758055" y="68580"/>
                </a:lnTo>
                <a:lnTo>
                  <a:pt x="10764672" y="76200"/>
                </a:lnTo>
                <a:lnTo>
                  <a:pt x="10748556" y="76200"/>
                </a:lnTo>
                <a:lnTo>
                  <a:pt x="10748759" y="77469"/>
                </a:lnTo>
                <a:close/>
              </a:path>
              <a:path w="10812780" h="1235710">
                <a:moveTo>
                  <a:pt x="63893" y="77469"/>
                </a:moveTo>
                <a:lnTo>
                  <a:pt x="64096" y="76200"/>
                </a:lnTo>
                <a:lnTo>
                  <a:pt x="65019" y="76200"/>
                </a:lnTo>
                <a:lnTo>
                  <a:pt x="63893" y="77469"/>
                </a:lnTo>
                <a:close/>
              </a:path>
              <a:path w="10812780" h="1235710">
                <a:moveTo>
                  <a:pt x="10771479" y="107950"/>
                </a:moveTo>
                <a:lnTo>
                  <a:pt x="10766171" y="99060"/>
                </a:lnTo>
                <a:lnTo>
                  <a:pt x="10766336" y="99060"/>
                </a:lnTo>
                <a:lnTo>
                  <a:pt x="10760659" y="91439"/>
                </a:lnTo>
                <a:lnTo>
                  <a:pt x="10760837" y="91439"/>
                </a:lnTo>
                <a:lnTo>
                  <a:pt x="10754779" y="83819"/>
                </a:lnTo>
                <a:lnTo>
                  <a:pt x="10754969" y="83819"/>
                </a:lnTo>
                <a:lnTo>
                  <a:pt x="10748556" y="76200"/>
                </a:lnTo>
                <a:lnTo>
                  <a:pt x="10764672" y="76200"/>
                </a:lnTo>
                <a:lnTo>
                  <a:pt x="10770920" y="83819"/>
                </a:lnTo>
                <a:lnTo>
                  <a:pt x="10776775" y="92710"/>
                </a:lnTo>
                <a:lnTo>
                  <a:pt x="10782249" y="100330"/>
                </a:lnTo>
                <a:lnTo>
                  <a:pt x="10785868" y="106680"/>
                </a:lnTo>
                <a:lnTo>
                  <a:pt x="10771314" y="106680"/>
                </a:lnTo>
                <a:lnTo>
                  <a:pt x="10771479" y="107950"/>
                </a:lnTo>
                <a:close/>
              </a:path>
              <a:path w="10812780" h="1235710">
                <a:moveTo>
                  <a:pt x="41173" y="107950"/>
                </a:moveTo>
                <a:lnTo>
                  <a:pt x="41338" y="106680"/>
                </a:lnTo>
                <a:lnTo>
                  <a:pt x="41931" y="106680"/>
                </a:lnTo>
                <a:lnTo>
                  <a:pt x="41173" y="107950"/>
                </a:lnTo>
                <a:close/>
              </a:path>
              <a:path w="10812780" h="1235710">
                <a:moveTo>
                  <a:pt x="10784547" y="133350"/>
                </a:moveTo>
                <a:lnTo>
                  <a:pt x="10780458" y="124460"/>
                </a:lnTo>
                <a:lnTo>
                  <a:pt x="10780598" y="124460"/>
                </a:lnTo>
                <a:lnTo>
                  <a:pt x="10776089" y="115569"/>
                </a:lnTo>
                <a:lnTo>
                  <a:pt x="10776229" y="115569"/>
                </a:lnTo>
                <a:lnTo>
                  <a:pt x="10771314" y="106680"/>
                </a:lnTo>
                <a:lnTo>
                  <a:pt x="10785868" y="106680"/>
                </a:lnTo>
                <a:lnTo>
                  <a:pt x="10787316" y="109219"/>
                </a:lnTo>
                <a:lnTo>
                  <a:pt x="10791964" y="118110"/>
                </a:lnTo>
                <a:lnTo>
                  <a:pt x="10796181" y="128269"/>
                </a:lnTo>
                <a:lnTo>
                  <a:pt x="10797797" y="132080"/>
                </a:lnTo>
                <a:lnTo>
                  <a:pt x="10784420" y="132080"/>
                </a:lnTo>
                <a:lnTo>
                  <a:pt x="10784547" y="133350"/>
                </a:lnTo>
                <a:close/>
              </a:path>
              <a:path w="10812780" h="1235710">
                <a:moveTo>
                  <a:pt x="28105" y="133350"/>
                </a:moveTo>
                <a:lnTo>
                  <a:pt x="28232" y="132080"/>
                </a:lnTo>
                <a:lnTo>
                  <a:pt x="28689" y="132080"/>
                </a:lnTo>
                <a:lnTo>
                  <a:pt x="28105" y="133350"/>
                </a:lnTo>
                <a:close/>
              </a:path>
              <a:path w="10812780" h="1235710">
                <a:moveTo>
                  <a:pt x="10797768" y="180339"/>
                </a:moveTo>
                <a:lnTo>
                  <a:pt x="10795965" y="170180"/>
                </a:lnTo>
                <a:lnTo>
                  <a:pt x="10793755" y="160019"/>
                </a:lnTo>
                <a:lnTo>
                  <a:pt x="10791088" y="151130"/>
                </a:lnTo>
                <a:lnTo>
                  <a:pt x="10787964" y="142239"/>
                </a:lnTo>
                <a:lnTo>
                  <a:pt x="10784420" y="132080"/>
                </a:lnTo>
                <a:lnTo>
                  <a:pt x="10797797" y="132080"/>
                </a:lnTo>
                <a:lnTo>
                  <a:pt x="10799953" y="137160"/>
                </a:lnTo>
                <a:lnTo>
                  <a:pt x="10810290" y="177800"/>
                </a:lnTo>
                <a:lnTo>
                  <a:pt x="10810457" y="179069"/>
                </a:lnTo>
                <a:lnTo>
                  <a:pt x="10797717" y="179069"/>
                </a:lnTo>
                <a:lnTo>
                  <a:pt x="10797768" y="180339"/>
                </a:lnTo>
                <a:close/>
              </a:path>
              <a:path w="10812780" h="1235710">
                <a:moveTo>
                  <a:pt x="14884" y="180339"/>
                </a:moveTo>
                <a:lnTo>
                  <a:pt x="14935" y="179069"/>
                </a:lnTo>
                <a:lnTo>
                  <a:pt x="15109" y="179069"/>
                </a:lnTo>
                <a:lnTo>
                  <a:pt x="14884" y="180339"/>
                </a:lnTo>
                <a:close/>
              </a:path>
              <a:path w="10812780" h="1235710">
                <a:moveTo>
                  <a:pt x="10810457" y="1056639"/>
                </a:moveTo>
                <a:lnTo>
                  <a:pt x="10797717" y="1056639"/>
                </a:lnTo>
                <a:lnTo>
                  <a:pt x="10799013" y="1046479"/>
                </a:lnTo>
                <a:lnTo>
                  <a:pt x="10799445" y="1041400"/>
                </a:lnTo>
                <a:lnTo>
                  <a:pt x="10799762" y="1036320"/>
                </a:lnTo>
                <a:lnTo>
                  <a:pt x="10799953" y="1031239"/>
                </a:lnTo>
                <a:lnTo>
                  <a:pt x="10799953" y="204469"/>
                </a:lnTo>
                <a:lnTo>
                  <a:pt x="10799749" y="199389"/>
                </a:lnTo>
                <a:lnTo>
                  <a:pt x="10799432" y="194310"/>
                </a:lnTo>
                <a:lnTo>
                  <a:pt x="10798987" y="189230"/>
                </a:lnTo>
                <a:lnTo>
                  <a:pt x="10797717" y="179069"/>
                </a:lnTo>
                <a:lnTo>
                  <a:pt x="10810457" y="179069"/>
                </a:lnTo>
                <a:lnTo>
                  <a:pt x="10811624" y="187960"/>
                </a:lnTo>
                <a:lnTo>
                  <a:pt x="10812106" y="193039"/>
                </a:lnTo>
                <a:lnTo>
                  <a:pt x="10812437" y="199389"/>
                </a:lnTo>
                <a:lnTo>
                  <a:pt x="10812653" y="204469"/>
                </a:lnTo>
                <a:lnTo>
                  <a:pt x="10812653" y="1031239"/>
                </a:lnTo>
                <a:lnTo>
                  <a:pt x="10812437" y="1036320"/>
                </a:lnTo>
                <a:lnTo>
                  <a:pt x="10812106" y="1042670"/>
                </a:lnTo>
                <a:lnTo>
                  <a:pt x="10811624" y="1047750"/>
                </a:lnTo>
                <a:lnTo>
                  <a:pt x="10810457" y="1056639"/>
                </a:lnTo>
                <a:close/>
              </a:path>
              <a:path w="10812780" h="1235710">
                <a:moveTo>
                  <a:pt x="15109" y="1056639"/>
                </a:moveTo>
                <a:lnTo>
                  <a:pt x="14935" y="1056639"/>
                </a:lnTo>
                <a:lnTo>
                  <a:pt x="14884" y="1055370"/>
                </a:lnTo>
                <a:lnTo>
                  <a:pt x="15109" y="1056639"/>
                </a:lnTo>
                <a:close/>
              </a:path>
              <a:path w="10812780" h="1235710">
                <a:moveTo>
                  <a:pt x="10797797" y="1103629"/>
                </a:moveTo>
                <a:lnTo>
                  <a:pt x="10784420" y="1103629"/>
                </a:lnTo>
                <a:lnTo>
                  <a:pt x="10788078" y="1093470"/>
                </a:lnTo>
                <a:lnTo>
                  <a:pt x="10791177" y="1084579"/>
                </a:lnTo>
                <a:lnTo>
                  <a:pt x="10793831" y="1075689"/>
                </a:lnTo>
                <a:lnTo>
                  <a:pt x="10796028" y="1065529"/>
                </a:lnTo>
                <a:lnTo>
                  <a:pt x="10797768" y="1055370"/>
                </a:lnTo>
                <a:lnTo>
                  <a:pt x="10797717" y="1056639"/>
                </a:lnTo>
                <a:lnTo>
                  <a:pt x="10810457" y="1056639"/>
                </a:lnTo>
                <a:lnTo>
                  <a:pt x="10799953" y="1098550"/>
                </a:lnTo>
                <a:lnTo>
                  <a:pt x="10797797" y="1103629"/>
                </a:lnTo>
                <a:close/>
              </a:path>
              <a:path w="10812780" h="1235710">
                <a:moveTo>
                  <a:pt x="28689" y="1103629"/>
                </a:moveTo>
                <a:lnTo>
                  <a:pt x="28232" y="1103629"/>
                </a:lnTo>
                <a:lnTo>
                  <a:pt x="28105" y="1102360"/>
                </a:lnTo>
                <a:lnTo>
                  <a:pt x="28689" y="1103629"/>
                </a:lnTo>
                <a:close/>
              </a:path>
              <a:path w="10812780" h="1235710">
                <a:moveTo>
                  <a:pt x="10785868" y="1129029"/>
                </a:moveTo>
                <a:lnTo>
                  <a:pt x="10771314" y="1129029"/>
                </a:lnTo>
                <a:lnTo>
                  <a:pt x="10776229" y="1120139"/>
                </a:lnTo>
                <a:lnTo>
                  <a:pt x="10776089" y="1120139"/>
                </a:lnTo>
                <a:lnTo>
                  <a:pt x="10780598" y="1111250"/>
                </a:lnTo>
                <a:lnTo>
                  <a:pt x="10780458" y="1111250"/>
                </a:lnTo>
                <a:lnTo>
                  <a:pt x="10784547" y="1102360"/>
                </a:lnTo>
                <a:lnTo>
                  <a:pt x="10784420" y="1103629"/>
                </a:lnTo>
                <a:lnTo>
                  <a:pt x="10797797" y="1103629"/>
                </a:lnTo>
                <a:lnTo>
                  <a:pt x="10796181" y="1107439"/>
                </a:lnTo>
                <a:lnTo>
                  <a:pt x="10791964" y="1117600"/>
                </a:lnTo>
                <a:lnTo>
                  <a:pt x="10787316" y="1126489"/>
                </a:lnTo>
                <a:lnTo>
                  <a:pt x="10785868" y="1129029"/>
                </a:lnTo>
                <a:close/>
              </a:path>
              <a:path w="10812780" h="1235710">
                <a:moveTo>
                  <a:pt x="41931" y="1129029"/>
                </a:moveTo>
                <a:lnTo>
                  <a:pt x="41338" y="1129029"/>
                </a:lnTo>
                <a:lnTo>
                  <a:pt x="41173" y="1127760"/>
                </a:lnTo>
                <a:lnTo>
                  <a:pt x="41931" y="1129029"/>
                </a:lnTo>
                <a:close/>
              </a:path>
              <a:path w="10812780" h="1235710">
                <a:moveTo>
                  <a:pt x="10764672" y="1159510"/>
                </a:moveTo>
                <a:lnTo>
                  <a:pt x="10748556" y="1159510"/>
                </a:lnTo>
                <a:lnTo>
                  <a:pt x="10754969" y="1151889"/>
                </a:lnTo>
                <a:lnTo>
                  <a:pt x="10754779" y="1151889"/>
                </a:lnTo>
                <a:lnTo>
                  <a:pt x="10760837" y="1144270"/>
                </a:lnTo>
                <a:lnTo>
                  <a:pt x="10760659" y="1144270"/>
                </a:lnTo>
                <a:lnTo>
                  <a:pt x="10766336" y="1136650"/>
                </a:lnTo>
                <a:lnTo>
                  <a:pt x="10766171" y="1136650"/>
                </a:lnTo>
                <a:lnTo>
                  <a:pt x="10771479" y="1127760"/>
                </a:lnTo>
                <a:lnTo>
                  <a:pt x="10771314" y="1129029"/>
                </a:lnTo>
                <a:lnTo>
                  <a:pt x="10785868" y="1129029"/>
                </a:lnTo>
                <a:lnTo>
                  <a:pt x="10782249" y="1135379"/>
                </a:lnTo>
                <a:lnTo>
                  <a:pt x="10776775" y="1143000"/>
                </a:lnTo>
                <a:lnTo>
                  <a:pt x="10770920" y="1151889"/>
                </a:lnTo>
                <a:lnTo>
                  <a:pt x="10764672" y="1159510"/>
                </a:lnTo>
                <a:close/>
              </a:path>
              <a:path w="10812780" h="1235710">
                <a:moveTo>
                  <a:pt x="65019" y="1159510"/>
                </a:moveTo>
                <a:lnTo>
                  <a:pt x="64096" y="1159510"/>
                </a:lnTo>
                <a:lnTo>
                  <a:pt x="63893" y="1158239"/>
                </a:lnTo>
                <a:lnTo>
                  <a:pt x="65019" y="1159510"/>
                </a:lnTo>
                <a:close/>
              </a:path>
              <a:path w="10812780" h="1235710">
                <a:moveTo>
                  <a:pt x="10693539" y="1215389"/>
                </a:moveTo>
                <a:lnTo>
                  <a:pt x="10660964" y="1215389"/>
                </a:lnTo>
                <a:lnTo>
                  <a:pt x="10670438" y="1211579"/>
                </a:lnTo>
                <a:lnTo>
                  <a:pt x="10670146" y="1211579"/>
                </a:lnTo>
                <a:lnTo>
                  <a:pt x="10679417" y="1207770"/>
                </a:lnTo>
                <a:lnTo>
                  <a:pt x="10679125" y="1207770"/>
                </a:lnTo>
                <a:lnTo>
                  <a:pt x="10688167" y="1203960"/>
                </a:lnTo>
                <a:lnTo>
                  <a:pt x="10687888" y="1203960"/>
                </a:lnTo>
                <a:lnTo>
                  <a:pt x="10696689" y="1200150"/>
                </a:lnTo>
                <a:lnTo>
                  <a:pt x="10696409" y="1200150"/>
                </a:lnTo>
                <a:lnTo>
                  <a:pt x="10704957" y="1195070"/>
                </a:lnTo>
                <a:lnTo>
                  <a:pt x="10704690" y="1195070"/>
                </a:lnTo>
                <a:lnTo>
                  <a:pt x="10712970" y="1189989"/>
                </a:lnTo>
                <a:lnTo>
                  <a:pt x="10712716" y="1189989"/>
                </a:lnTo>
                <a:lnTo>
                  <a:pt x="10720717" y="1184910"/>
                </a:lnTo>
                <a:lnTo>
                  <a:pt x="10720476" y="1184910"/>
                </a:lnTo>
                <a:lnTo>
                  <a:pt x="10728185" y="1178560"/>
                </a:lnTo>
                <a:lnTo>
                  <a:pt x="10727956" y="1178560"/>
                </a:lnTo>
                <a:lnTo>
                  <a:pt x="10735360" y="1172210"/>
                </a:lnTo>
                <a:lnTo>
                  <a:pt x="10735132" y="1172210"/>
                </a:lnTo>
                <a:lnTo>
                  <a:pt x="10742218" y="1165860"/>
                </a:lnTo>
                <a:lnTo>
                  <a:pt x="10742002" y="1165860"/>
                </a:lnTo>
                <a:lnTo>
                  <a:pt x="10748759" y="1158239"/>
                </a:lnTo>
                <a:lnTo>
                  <a:pt x="10748556" y="1159510"/>
                </a:lnTo>
                <a:lnTo>
                  <a:pt x="10764672" y="1159510"/>
                </a:lnTo>
                <a:lnTo>
                  <a:pt x="10758055" y="1167129"/>
                </a:lnTo>
                <a:lnTo>
                  <a:pt x="10751096" y="1174750"/>
                </a:lnTo>
                <a:lnTo>
                  <a:pt x="10743780" y="1181100"/>
                </a:lnTo>
                <a:lnTo>
                  <a:pt x="10736148" y="1188720"/>
                </a:lnTo>
                <a:lnTo>
                  <a:pt x="10728210" y="1195070"/>
                </a:lnTo>
                <a:lnTo>
                  <a:pt x="10719955" y="1200150"/>
                </a:lnTo>
                <a:lnTo>
                  <a:pt x="10711421" y="1206500"/>
                </a:lnTo>
                <a:lnTo>
                  <a:pt x="10702607" y="1210310"/>
                </a:lnTo>
                <a:lnTo>
                  <a:pt x="10693539" y="1215389"/>
                </a:lnTo>
                <a:close/>
              </a:path>
              <a:path w="10812780" h="1235710">
                <a:moveTo>
                  <a:pt x="154622" y="1215389"/>
                </a:moveTo>
                <a:lnTo>
                  <a:pt x="151688" y="1215389"/>
                </a:lnTo>
                <a:lnTo>
                  <a:pt x="151396" y="1214120"/>
                </a:lnTo>
                <a:lnTo>
                  <a:pt x="154622" y="1215389"/>
                </a:lnTo>
                <a:close/>
              </a:path>
              <a:path w="10812780" h="1235710">
                <a:moveTo>
                  <a:pt x="10674654" y="1223010"/>
                </a:moveTo>
                <a:lnTo>
                  <a:pt x="10622381" y="1223010"/>
                </a:lnTo>
                <a:lnTo>
                  <a:pt x="10632592" y="1221739"/>
                </a:lnTo>
                <a:lnTo>
                  <a:pt x="10632274" y="1221739"/>
                </a:lnTo>
                <a:lnTo>
                  <a:pt x="10642320" y="1219200"/>
                </a:lnTo>
                <a:lnTo>
                  <a:pt x="10642015" y="1219200"/>
                </a:lnTo>
                <a:lnTo>
                  <a:pt x="10651883" y="1217929"/>
                </a:lnTo>
                <a:lnTo>
                  <a:pt x="10651578" y="1217929"/>
                </a:lnTo>
                <a:lnTo>
                  <a:pt x="10661256" y="1214120"/>
                </a:lnTo>
                <a:lnTo>
                  <a:pt x="10660964" y="1215389"/>
                </a:lnTo>
                <a:lnTo>
                  <a:pt x="10693539" y="1215389"/>
                </a:lnTo>
                <a:lnTo>
                  <a:pt x="10684217" y="1219200"/>
                </a:lnTo>
                <a:lnTo>
                  <a:pt x="10674654" y="122301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39901" y="2929890"/>
            <a:ext cx="6487160" cy="84836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b="1">
                <a:latin typeface="宋体"/>
                <a:cs typeface="宋体"/>
              </a:rPr>
              <a:t>正索引</a:t>
            </a:r>
            <a:r>
              <a:rPr dirty="0" sz="1800">
                <a:latin typeface="宋体"/>
                <a:cs typeface="宋体"/>
              </a:rPr>
              <a:t>：从左到右，默认从0开始，最大范围是字符串长度少1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b="1">
                <a:latin typeface="宋体"/>
                <a:cs typeface="宋体"/>
              </a:rPr>
              <a:t>负索引</a:t>
            </a:r>
            <a:r>
              <a:rPr dirty="0" sz="1800">
                <a:latin typeface="宋体"/>
                <a:cs typeface="宋体"/>
              </a:rPr>
              <a:t>：从右到左，默认从-1开始，最大范围是字符串开头</a:t>
            </a:r>
            <a:endParaRPr sz="1800">
              <a:latin typeface="宋体"/>
              <a:cs typeface="宋体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10041" y="4666615"/>
          <a:ext cx="6480175" cy="1343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8085"/>
                <a:gridCol w="971550"/>
                <a:gridCol w="1079500"/>
                <a:gridCol w="1079500"/>
                <a:gridCol w="1079500"/>
                <a:gridCol w="1080135"/>
              </a:tblGrid>
              <a:tr h="466089">
                <a:tc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正索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引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1440">
                    <a:lnT w="12700">
                      <a:solidFill>
                        <a:srgbClr val="375339"/>
                      </a:solidFill>
                      <a:prstDash val="solid"/>
                    </a:lnT>
                    <a:lnB w="12700">
                      <a:solidFill>
                        <a:srgbClr val="37533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9969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0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1440">
                    <a:lnT w="12700">
                      <a:solidFill>
                        <a:srgbClr val="375339"/>
                      </a:solidFill>
                      <a:prstDash val="solid"/>
                    </a:lnT>
                    <a:lnB w="12700">
                      <a:solidFill>
                        <a:srgbClr val="37533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1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1440">
                    <a:lnT w="12700">
                      <a:solidFill>
                        <a:srgbClr val="375339"/>
                      </a:solidFill>
                      <a:prstDash val="solid"/>
                    </a:lnT>
                    <a:lnB w="12700">
                      <a:solidFill>
                        <a:srgbClr val="37533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2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1440">
                    <a:lnT w="12700">
                      <a:solidFill>
                        <a:srgbClr val="375339"/>
                      </a:solidFill>
                      <a:prstDash val="solid"/>
                    </a:lnT>
                    <a:lnB w="12700">
                      <a:solidFill>
                        <a:srgbClr val="37533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3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1440">
                    <a:lnT w="12700">
                      <a:solidFill>
                        <a:srgbClr val="375339"/>
                      </a:solidFill>
                      <a:prstDash val="solid"/>
                    </a:lnT>
                    <a:lnB w="12700">
                      <a:solidFill>
                        <a:srgbClr val="37533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4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1440">
                    <a:lnT w="12700">
                      <a:solidFill>
                        <a:srgbClr val="375339"/>
                      </a:solidFill>
                      <a:prstDash val="solid"/>
                    </a:lnT>
                    <a:lnB w="12700">
                      <a:solidFill>
                        <a:srgbClr val="37533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latin typeface="宋体"/>
                          <a:cs typeface="宋体"/>
                        </a:rPr>
                        <a:t>字符</a:t>
                      </a:r>
                      <a:r>
                        <a:rPr dirty="0" sz="1700" spc="-5" b="1">
                          <a:latin typeface="宋体"/>
                          <a:cs typeface="宋体"/>
                        </a:rPr>
                        <a:t>串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T w="12700">
                      <a:solidFill>
                        <a:srgbClr val="375339"/>
                      </a:solidFill>
                      <a:prstDash val="solid"/>
                    </a:lnT>
                    <a:lnB w="12700">
                      <a:solidFill>
                        <a:srgbClr val="375339"/>
                      </a:solidFill>
                      <a:prstDash val="solid"/>
                    </a:lnB>
                    <a:solidFill>
                      <a:srgbClr val="3753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latin typeface="宋体"/>
                          <a:cs typeface="宋体"/>
                        </a:rPr>
                        <a:t>税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T w="12700">
                      <a:solidFill>
                        <a:srgbClr val="375339"/>
                      </a:solidFill>
                      <a:prstDash val="solid"/>
                    </a:lnT>
                    <a:lnB w="12700">
                      <a:solidFill>
                        <a:srgbClr val="375339"/>
                      </a:solidFill>
                      <a:prstDash val="solid"/>
                    </a:lnB>
                    <a:solidFill>
                      <a:srgbClr val="3753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latin typeface="宋体"/>
                          <a:cs typeface="宋体"/>
                        </a:rPr>
                        <a:t>金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T w="12700">
                      <a:solidFill>
                        <a:srgbClr val="375339"/>
                      </a:solidFill>
                      <a:prstDash val="solid"/>
                    </a:lnT>
                    <a:lnB w="12700">
                      <a:solidFill>
                        <a:srgbClr val="375339"/>
                      </a:solidFill>
                      <a:prstDash val="solid"/>
                    </a:lnB>
                    <a:solidFill>
                      <a:srgbClr val="3753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latin typeface="宋体"/>
                          <a:cs typeface="宋体"/>
                        </a:rPr>
                        <a:t>及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T w="12700">
                      <a:solidFill>
                        <a:srgbClr val="375339"/>
                      </a:solidFill>
                      <a:prstDash val="solid"/>
                    </a:lnT>
                    <a:lnB w="12700">
                      <a:solidFill>
                        <a:srgbClr val="375339"/>
                      </a:solidFill>
                      <a:prstDash val="solid"/>
                    </a:lnB>
                    <a:solidFill>
                      <a:srgbClr val="3753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latin typeface="宋体"/>
                          <a:cs typeface="宋体"/>
                        </a:rPr>
                        <a:t>附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T w="12700">
                      <a:solidFill>
                        <a:srgbClr val="375339"/>
                      </a:solidFill>
                      <a:prstDash val="solid"/>
                    </a:lnT>
                    <a:lnB w="12700">
                      <a:solidFill>
                        <a:srgbClr val="375339"/>
                      </a:solidFill>
                      <a:prstDash val="solid"/>
                    </a:lnB>
                    <a:solidFill>
                      <a:srgbClr val="3753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latin typeface="宋体"/>
                          <a:cs typeface="宋体"/>
                        </a:rPr>
                        <a:t>加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T w="12700">
                      <a:solidFill>
                        <a:srgbClr val="375339"/>
                      </a:solidFill>
                      <a:prstDash val="solid"/>
                    </a:lnT>
                    <a:lnB w="12700">
                      <a:solidFill>
                        <a:srgbClr val="375339"/>
                      </a:solidFill>
                      <a:prstDash val="solid"/>
                    </a:lnB>
                    <a:solidFill>
                      <a:srgbClr val="375339">
                        <a:alpha val="19999"/>
                      </a:srgbClr>
                    </a:solidFill>
                  </a:tcPr>
                </a:tc>
              </a:tr>
              <a:tr h="432435">
                <a:tc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负索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引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T w="12700">
                      <a:solidFill>
                        <a:srgbClr val="375339"/>
                      </a:solidFill>
                      <a:prstDash val="solid"/>
                    </a:lnT>
                    <a:lnB w="12700">
                      <a:solidFill>
                        <a:srgbClr val="37533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9969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-5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T w="12700">
                      <a:solidFill>
                        <a:srgbClr val="375339"/>
                      </a:solidFill>
                      <a:prstDash val="solid"/>
                    </a:lnT>
                    <a:lnB w="12700">
                      <a:solidFill>
                        <a:srgbClr val="37533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-4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T w="12700">
                      <a:solidFill>
                        <a:srgbClr val="375339"/>
                      </a:solidFill>
                      <a:prstDash val="solid"/>
                    </a:lnT>
                    <a:lnB w="12700">
                      <a:solidFill>
                        <a:srgbClr val="37533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-3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T w="12700">
                      <a:solidFill>
                        <a:srgbClr val="375339"/>
                      </a:solidFill>
                      <a:prstDash val="solid"/>
                    </a:lnT>
                    <a:lnB w="12700">
                      <a:solidFill>
                        <a:srgbClr val="37533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-2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T w="12700">
                      <a:solidFill>
                        <a:srgbClr val="375339"/>
                      </a:solidFill>
                      <a:prstDash val="solid"/>
                    </a:lnT>
                    <a:lnB w="12700">
                      <a:solidFill>
                        <a:srgbClr val="37533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-1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T w="12700">
                      <a:solidFill>
                        <a:srgbClr val="375339"/>
                      </a:solidFill>
                      <a:prstDash val="solid"/>
                    </a:lnT>
                    <a:lnB w="12700">
                      <a:solidFill>
                        <a:srgbClr val="37533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937260" y="4389666"/>
            <a:ext cx="6025515" cy="128905"/>
          </a:xfrm>
          <a:custGeom>
            <a:avLst/>
            <a:gdLst/>
            <a:ahLst/>
            <a:cxnLst/>
            <a:rect l="l" t="t" r="r" b="b"/>
            <a:pathLst>
              <a:path w="6025515" h="128904">
                <a:moveTo>
                  <a:pt x="5968795" y="64223"/>
                </a:moveTo>
                <a:lnTo>
                  <a:pt x="5904230" y="26555"/>
                </a:lnTo>
                <a:lnTo>
                  <a:pt x="5897143" y="14147"/>
                </a:lnTo>
                <a:lnTo>
                  <a:pt x="5897473" y="11188"/>
                </a:lnTo>
                <a:lnTo>
                  <a:pt x="5910008" y="0"/>
                </a:lnTo>
                <a:lnTo>
                  <a:pt x="5912993" y="12"/>
                </a:lnTo>
                <a:lnTo>
                  <a:pt x="5915914" y="647"/>
                </a:lnTo>
                <a:lnTo>
                  <a:pt x="5918631" y="1879"/>
                </a:lnTo>
                <a:lnTo>
                  <a:pt x="6001020" y="49936"/>
                </a:lnTo>
                <a:lnTo>
                  <a:pt x="5997155" y="49936"/>
                </a:lnTo>
                <a:lnTo>
                  <a:pt x="5997155" y="51879"/>
                </a:lnTo>
                <a:lnTo>
                  <a:pt x="5989955" y="51879"/>
                </a:lnTo>
                <a:lnTo>
                  <a:pt x="5968795" y="64223"/>
                </a:lnTo>
                <a:close/>
              </a:path>
              <a:path w="6025515" h="128904">
                <a:moveTo>
                  <a:pt x="5944306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5944306" y="49936"/>
                </a:lnTo>
                <a:lnTo>
                  <a:pt x="5968795" y="64223"/>
                </a:lnTo>
                <a:lnTo>
                  <a:pt x="5944306" y="78511"/>
                </a:lnTo>
                <a:close/>
              </a:path>
              <a:path w="6025515" h="128904">
                <a:moveTo>
                  <a:pt x="6001020" y="78511"/>
                </a:moveTo>
                <a:lnTo>
                  <a:pt x="5997155" y="78511"/>
                </a:lnTo>
                <a:lnTo>
                  <a:pt x="5997155" y="49936"/>
                </a:lnTo>
                <a:lnTo>
                  <a:pt x="6001020" y="49936"/>
                </a:lnTo>
                <a:lnTo>
                  <a:pt x="6025515" y="64223"/>
                </a:lnTo>
                <a:lnTo>
                  <a:pt x="6001020" y="78511"/>
                </a:lnTo>
                <a:close/>
              </a:path>
              <a:path w="6025515" h="128904">
                <a:moveTo>
                  <a:pt x="5989955" y="76568"/>
                </a:moveTo>
                <a:lnTo>
                  <a:pt x="5968795" y="64223"/>
                </a:lnTo>
                <a:lnTo>
                  <a:pt x="5989955" y="51879"/>
                </a:lnTo>
                <a:lnTo>
                  <a:pt x="5989955" y="76568"/>
                </a:lnTo>
                <a:close/>
              </a:path>
              <a:path w="6025515" h="128904">
                <a:moveTo>
                  <a:pt x="5997155" y="76568"/>
                </a:moveTo>
                <a:lnTo>
                  <a:pt x="5989955" y="76568"/>
                </a:lnTo>
                <a:lnTo>
                  <a:pt x="5989955" y="51879"/>
                </a:lnTo>
                <a:lnTo>
                  <a:pt x="5997155" y="51879"/>
                </a:lnTo>
                <a:lnTo>
                  <a:pt x="5997155" y="76568"/>
                </a:lnTo>
                <a:close/>
              </a:path>
              <a:path w="6025515" h="128904">
                <a:moveTo>
                  <a:pt x="5910008" y="128447"/>
                </a:moveTo>
                <a:lnTo>
                  <a:pt x="5897143" y="114300"/>
                </a:lnTo>
                <a:lnTo>
                  <a:pt x="5897448" y="111328"/>
                </a:lnTo>
                <a:lnTo>
                  <a:pt x="5968795" y="64223"/>
                </a:lnTo>
                <a:lnTo>
                  <a:pt x="5989955" y="76568"/>
                </a:lnTo>
                <a:lnTo>
                  <a:pt x="5997155" y="76568"/>
                </a:lnTo>
                <a:lnTo>
                  <a:pt x="5997155" y="78511"/>
                </a:lnTo>
                <a:lnTo>
                  <a:pt x="6001020" y="78511"/>
                </a:lnTo>
                <a:lnTo>
                  <a:pt x="5918631" y="126568"/>
                </a:lnTo>
                <a:lnTo>
                  <a:pt x="5915914" y="127800"/>
                </a:lnTo>
                <a:lnTo>
                  <a:pt x="5912993" y="128435"/>
                </a:lnTo>
                <a:lnTo>
                  <a:pt x="5910008" y="128447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37260" y="6064732"/>
            <a:ext cx="5990590" cy="128905"/>
          </a:xfrm>
          <a:custGeom>
            <a:avLst/>
            <a:gdLst/>
            <a:ahLst/>
            <a:cxnLst/>
            <a:rect l="l" t="t" r="r" b="b"/>
            <a:pathLst>
              <a:path w="5990590" h="128904">
                <a:moveTo>
                  <a:pt x="115189" y="128447"/>
                </a:moveTo>
                <a:lnTo>
                  <a:pt x="112204" y="128422"/>
                </a:lnTo>
                <a:lnTo>
                  <a:pt x="109283" y="127774"/>
                </a:lnTo>
                <a:lnTo>
                  <a:pt x="106565" y="126530"/>
                </a:lnTo>
                <a:lnTo>
                  <a:pt x="0" y="63652"/>
                </a:lnTo>
                <a:lnTo>
                  <a:pt x="107187" y="1841"/>
                </a:lnTo>
                <a:lnTo>
                  <a:pt x="109918" y="622"/>
                </a:lnTo>
                <a:lnTo>
                  <a:pt x="112839" y="0"/>
                </a:lnTo>
                <a:lnTo>
                  <a:pt x="115824" y="12"/>
                </a:lnTo>
                <a:lnTo>
                  <a:pt x="128612" y="14224"/>
                </a:lnTo>
                <a:lnTo>
                  <a:pt x="128308" y="17195"/>
                </a:lnTo>
                <a:lnTo>
                  <a:pt x="81738" y="49504"/>
                </a:lnTo>
                <a:lnTo>
                  <a:pt x="28422" y="49504"/>
                </a:lnTo>
                <a:lnTo>
                  <a:pt x="28282" y="78079"/>
                </a:lnTo>
                <a:lnTo>
                  <a:pt x="81134" y="78342"/>
                </a:lnTo>
                <a:lnTo>
                  <a:pt x="121094" y="101917"/>
                </a:lnTo>
                <a:lnTo>
                  <a:pt x="128117" y="114363"/>
                </a:lnTo>
                <a:lnTo>
                  <a:pt x="127774" y="117322"/>
                </a:lnTo>
                <a:lnTo>
                  <a:pt x="118109" y="127850"/>
                </a:lnTo>
                <a:lnTo>
                  <a:pt x="115189" y="128447"/>
                </a:lnTo>
                <a:close/>
              </a:path>
              <a:path w="5990590" h="128904">
                <a:moveTo>
                  <a:pt x="81134" y="78342"/>
                </a:moveTo>
                <a:lnTo>
                  <a:pt x="28282" y="78079"/>
                </a:lnTo>
                <a:lnTo>
                  <a:pt x="28422" y="49504"/>
                </a:lnTo>
                <a:lnTo>
                  <a:pt x="81281" y="49767"/>
                </a:lnTo>
                <a:lnTo>
                  <a:pt x="78303" y="51485"/>
                </a:lnTo>
                <a:lnTo>
                  <a:pt x="35610" y="51485"/>
                </a:lnTo>
                <a:lnTo>
                  <a:pt x="35496" y="76174"/>
                </a:lnTo>
                <a:lnTo>
                  <a:pt x="77459" y="76174"/>
                </a:lnTo>
                <a:lnTo>
                  <a:pt x="81134" y="78342"/>
                </a:lnTo>
                <a:close/>
              </a:path>
              <a:path w="5990590" h="128904">
                <a:moveTo>
                  <a:pt x="81281" y="49767"/>
                </a:moveTo>
                <a:lnTo>
                  <a:pt x="28422" y="49504"/>
                </a:lnTo>
                <a:lnTo>
                  <a:pt x="81738" y="49504"/>
                </a:lnTo>
                <a:lnTo>
                  <a:pt x="81281" y="49767"/>
                </a:lnTo>
                <a:close/>
              </a:path>
              <a:path w="5990590" h="128904">
                <a:moveTo>
                  <a:pt x="5989878" y="107784"/>
                </a:moveTo>
                <a:lnTo>
                  <a:pt x="81134" y="78342"/>
                </a:lnTo>
                <a:lnTo>
                  <a:pt x="56715" y="63936"/>
                </a:lnTo>
                <a:lnTo>
                  <a:pt x="81281" y="49767"/>
                </a:lnTo>
                <a:lnTo>
                  <a:pt x="5990031" y="79209"/>
                </a:lnTo>
                <a:lnTo>
                  <a:pt x="5989878" y="107784"/>
                </a:lnTo>
                <a:close/>
              </a:path>
              <a:path w="5990590" h="128904">
                <a:moveTo>
                  <a:pt x="35496" y="76174"/>
                </a:moveTo>
                <a:lnTo>
                  <a:pt x="35610" y="51485"/>
                </a:lnTo>
                <a:lnTo>
                  <a:pt x="56715" y="63936"/>
                </a:lnTo>
                <a:lnTo>
                  <a:pt x="35496" y="76174"/>
                </a:lnTo>
                <a:close/>
              </a:path>
              <a:path w="5990590" h="128904">
                <a:moveTo>
                  <a:pt x="56715" y="63936"/>
                </a:moveTo>
                <a:lnTo>
                  <a:pt x="35610" y="51485"/>
                </a:lnTo>
                <a:lnTo>
                  <a:pt x="78303" y="51485"/>
                </a:lnTo>
                <a:lnTo>
                  <a:pt x="56715" y="63936"/>
                </a:lnTo>
                <a:close/>
              </a:path>
              <a:path w="5990590" h="128904">
                <a:moveTo>
                  <a:pt x="77459" y="76174"/>
                </a:moveTo>
                <a:lnTo>
                  <a:pt x="35496" y="76174"/>
                </a:lnTo>
                <a:lnTo>
                  <a:pt x="56715" y="63936"/>
                </a:lnTo>
                <a:lnTo>
                  <a:pt x="77459" y="76174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49895" y="4363211"/>
            <a:ext cx="4154804" cy="1935480"/>
          </a:xfrm>
          <a:custGeom>
            <a:avLst/>
            <a:gdLst/>
            <a:ahLst/>
            <a:cxnLst/>
            <a:rect l="l" t="t" r="r" b="b"/>
            <a:pathLst>
              <a:path w="4154804" h="1935479">
                <a:moveTo>
                  <a:pt x="3832859" y="1935479"/>
                </a:moveTo>
                <a:lnTo>
                  <a:pt x="323087" y="1935479"/>
                </a:lnTo>
                <a:lnTo>
                  <a:pt x="275356" y="1932109"/>
                </a:lnTo>
                <a:lnTo>
                  <a:pt x="229806" y="1922055"/>
                </a:lnTo>
                <a:lnTo>
                  <a:pt x="186935" y="1905821"/>
                </a:lnTo>
                <a:lnTo>
                  <a:pt x="147239" y="1883911"/>
                </a:lnTo>
                <a:lnTo>
                  <a:pt x="111215" y="1856829"/>
                </a:lnTo>
                <a:lnTo>
                  <a:pt x="79360" y="1825078"/>
                </a:lnTo>
                <a:lnTo>
                  <a:pt x="52170" y="1789162"/>
                </a:lnTo>
                <a:lnTo>
                  <a:pt x="30142" y="1749584"/>
                </a:lnTo>
                <a:lnTo>
                  <a:pt x="13774" y="1706848"/>
                </a:lnTo>
                <a:lnTo>
                  <a:pt x="3560" y="1661457"/>
                </a:lnTo>
                <a:lnTo>
                  <a:pt x="0" y="1613915"/>
                </a:lnTo>
                <a:lnTo>
                  <a:pt x="0" y="323088"/>
                </a:lnTo>
                <a:lnTo>
                  <a:pt x="3560" y="275419"/>
                </a:lnTo>
                <a:lnTo>
                  <a:pt x="13774" y="229919"/>
                </a:lnTo>
                <a:lnTo>
                  <a:pt x="30142" y="187086"/>
                </a:lnTo>
                <a:lnTo>
                  <a:pt x="52170" y="147415"/>
                </a:lnTo>
                <a:lnTo>
                  <a:pt x="79360" y="111404"/>
                </a:lnTo>
                <a:lnTo>
                  <a:pt x="111215" y="79549"/>
                </a:lnTo>
                <a:lnTo>
                  <a:pt x="147239" y="52346"/>
                </a:lnTo>
                <a:lnTo>
                  <a:pt x="186935" y="30294"/>
                </a:lnTo>
                <a:lnTo>
                  <a:pt x="229806" y="13887"/>
                </a:lnTo>
                <a:lnTo>
                  <a:pt x="275356" y="3623"/>
                </a:lnTo>
                <a:lnTo>
                  <a:pt x="323087" y="0"/>
                </a:lnTo>
                <a:lnTo>
                  <a:pt x="3832859" y="0"/>
                </a:lnTo>
                <a:lnTo>
                  <a:pt x="3880433" y="3623"/>
                </a:lnTo>
                <a:lnTo>
                  <a:pt x="3925849" y="13887"/>
                </a:lnTo>
                <a:lnTo>
                  <a:pt x="3968604" y="30294"/>
                </a:lnTo>
                <a:lnTo>
                  <a:pt x="4008194" y="52346"/>
                </a:lnTo>
                <a:lnTo>
                  <a:pt x="4044117" y="79549"/>
                </a:lnTo>
                <a:lnTo>
                  <a:pt x="4075868" y="111404"/>
                </a:lnTo>
                <a:lnTo>
                  <a:pt x="4102943" y="147415"/>
                </a:lnTo>
                <a:lnTo>
                  <a:pt x="4124840" y="187086"/>
                </a:lnTo>
                <a:lnTo>
                  <a:pt x="4141055" y="229919"/>
                </a:lnTo>
                <a:lnTo>
                  <a:pt x="4151084" y="275419"/>
                </a:lnTo>
                <a:lnTo>
                  <a:pt x="4154424" y="323088"/>
                </a:lnTo>
                <a:lnTo>
                  <a:pt x="4154424" y="1613915"/>
                </a:lnTo>
                <a:lnTo>
                  <a:pt x="4151084" y="1661457"/>
                </a:lnTo>
                <a:lnTo>
                  <a:pt x="4141055" y="1706848"/>
                </a:lnTo>
                <a:lnTo>
                  <a:pt x="4124840" y="1749584"/>
                </a:lnTo>
                <a:lnTo>
                  <a:pt x="4102943" y="1789162"/>
                </a:lnTo>
                <a:lnTo>
                  <a:pt x="4075868" y="1825078"/>
                </a:lnTo>
                <a:lnTo>
                  <a:pt x="4044117" y="1856829"/>
                </a:lnTo>
                <a:lnTo>
                  <a:pt x="4008194" y="1883911"/>
                </a:lnTo>
                <a:lnTo>
                  <a:pt x="3968604" y="1905821"/>
                </a:lnTo>
                <a:lnTo>
                  <a:pt x="3925849" y="1922055"/>
                </a:lnTo>
                <a:lnTo>
                  <a:pt x="3880433" y="1932109"/>
                </a:lnTo>
                <a:lnTo>
                  <a:pt x="3832859" y="1935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421880" y="4302252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20" h="379729">
                <a:moveTo>
                  <a:pt x="669036" y="379475"/>
                </a:moveTo>
                <a:lnTo>
                  <a:pt x="64008" y="379475"/>
                </a:lnTo>
                <a:lnTo>
                  <a:pt x="39292" y="374212"/>
                </a:lnTo>
                <a:lnTo>
                  <a:pt x="19083" y="360487"/>
                </a:lnTo>
                <a:lnTo>
                  <a:pt x="5334" y="340255"/>
                </a:lnTo>
                <a:lnTo>
                  <a:pt x="0" y="315468"/>
                </a:lnTo>
                <a:lnTo>
                  <a:pt x="0" y="62484"/>
                </a:lnTo>
                <a:lnTo>
                  <a:pt x="5334" y="38220"/>
                </a:lnTo>
                <a:lnTo>
                  <a:pt x="19083" y="18321"/>
                </a:lnTo>
                <a:lnTo>
                  <a:pt x="39292" y="4882"/>
                </a:lnTo>
                <a:lnTo>
                  <a:pt x="64008" y="0"/>
                </a:lnTo>
                <a:lnTo>
                  <a:pt x="669036" y="0"/>
                </a:lnTo>
                <a:lnTo>
                  <a:pt x="693584" y="4882"/>
                </a:lnTo>
                <a:lnTo>
                  <a:pt x="713579" y="18321"/>
                </a:lnTo>
                <a:lnTo>
                  <a:pt x="726923" y="38220"/>
                </a:lnTo>
                <a:lnTo>
                  <a:pt x="731520" y="62484"/>
                </a:lnTo>
                <a:lnTo>
                  <a:pt x="731520" y="315468"/>
                </a:lnTo>
                <a:lnTo>
                  <a:pt x="726923" y="340255"/>
                </a:lnTo>
                <a:lnTo>
                  <a:pt x="713579" y="360487"/>
                </a:lnTo>
                <a:lnTo>
                  <a:pt x="693584" y="374212"/>
                </a:lnTo>
                <a:lnTo>
                  <a:pt x="669036" y="37947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559128" y="4174830"/>
            <a:ext cx="4078604" cy="1932305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1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提示</a:t>
            </a:r>
            <a:endParaRPr sz="1800">
              <a:latin typeface="宋体"/>
              <a:cs typeface="宋体"/>
            </a:endParaRPr>
          </a:p>
          <a:p>
            <a:pPr marL="611505" indent="-286385">
              <a:lnSpc>
                <a:spcPct val="100000"/>
              </a:lnSpc>
              <a:spcBef>
                <a:spcPts val="1075"/>
              </a:spcBef>
              <a:buFont typeface="Arial"/>
              <a:buChar char="•"/>
              <a:tabLst>
                <a:tab pos="611505" algn="l"/>
                <a:tab pos="612140" algn="l"/>
              </a:tabLst>
            </a:pPr>
            <a:r>
              <a:rPr dirty="0" sz="1600">
                <a:latin typeface="宋体"/>
                <a:cs typeface="宋体"/>
              </a:rPr>
              <a:t>序列：即按照顺序排列的值</a:t>
            </a:r>
            <a:r>
              <a:rPr dirty="0" sz="1600" spc="-5">
                <a:latin typeface="宋体"/>
                <a:cs typeface="宋体"/>
              </a:rPr>
              <a:t>；</a:t>
            </a:r>
            <a:endParaRPr sz="1600">
              <a:latin typeface="宋体"/>
              <a:cs typeface="宋体"/>
            </a:endParaRPr>
          </a:p>
          <a:p>
            <a:pPr marL="611505" marR="5080" indent="-285750">
              <a:lnSpc>
                <a:spcPct val="150000"/>
              </a:lnSpc>
              <a:buFont typeface="Arial"/>
              <a:buChar char="•"/>
              <a:tabLst>
                <a:tab pos="611505" algn="l"/>
                <a:tab pos="612140" algn="l"/>
              </a:tabLst>
            </a:pPr>
            <a:r>
              <a:rPr dirty="0" sz="1600" spc="-5">
                <a:latin typeface="宋体"/>
                <a:cs typeface="宋体"/>
              </a:rPr>
              <a:t>Python</a:t>
            </a:r>
            <a:r>
              <a:rPr dirty="0" sz="1600">
                <a:latin typeface="宋体"/>
                <a:cs typeface="宋体"/>
              </a:rPr>
              <a:t>中内置的序列类型有：字符串</a:t>
            </a:r>
            <a:r>
              <a:rPr dirty="0" sz="1600" spc="-5">
                <a:latin typeface="宋体"/>
                <a:cs typeface="宋体"/>
              </a:rPr>
              <a:t>、 </a:t>
            </a:r>
            <a:r>
              <a:rPr dirty="0" sz="1600">
                <a:latin typeface="宋体"/>
                <a:cs typeface="宋体"/>
              </a:rPr>
              <a:t>列表、元组</a:t>
            </a:r>
            <a:r>
              <a:rPr dirty="0" sz="1600" spc="-5">
                <a:latin typeface="宋体"/>
                <a:cs typeface="宋体"/>
              </a:rPr>
              <a:t>；</a:t>
            </a:r>
            <a:endParaRPr sz="1600">
              <a:latin typeface="宋体"/>
              <a:cs typeface="宋体"/>
            </a:endParaRPr>
          </a:p>
          <a:p>
            <a:pPr marL="611505" indent="-28638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611505" algn="l"/>
                <a:tab pos="612140" algn="l"/>
              </a:tabLst>
            </a:pPr>
            <a:r>
              <a:rPr dirty="0" sz="1600">
                <a:latin typeface="宋体"/>
                <a:cs typeface="宋体"/>
              </a:rPr>
              <a:t>序列支持索引和切片操作</a:t>
            </a:r>
            <a:r>
              <a:rPr dirty="0" sz="1600" spc="-5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21666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字符串常规操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57300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4"/>
                </a:moveTo>
                <a:lnTo>
                  <a:pt x="124968" y="755904"/>
                </a:lnTo>
                <a:lnTo>
                  <a:pt x="76234" y="746432"/>
                </a:lnTo>
                <a:lnTo>
                  <a:pt x="36395" y="719680"/>
                </a:lnTo>
                <a:lnTo>
                  <a:pt x="9600" y="679798"/>
                </a:lnTo>
                <a:lnTo>
                  <a:pt x="0" y="630936"/>
                </a:lnTo>
                <a:lnTo>
                  <a:pt x="0" y="126491"/>
                </a:lnTo>
                <a:lnTo>
                  <a:pt x="9600" y="77520"/>
                </a:lnTo>
                <a:lnTo>
                  <a:pt x="36395" y="37442"/>
                </a:lnTo>
                <a:lnTo>
                  <a:pt x="76234" y="10266"/>
                </a:lnTo>
                <a:lnTo>
                  <a:pt x="124968" y="0"/>
                </a:lnTo>
                <a:lnTo>
                  <a:pt x="10674096" y="0"/>
                </a:lnTo>
                <a:lnTo>
                  <a:pt x="10722829" y="10266"/>
                </a:lnTo>
                <a:lnTo>
                  <a:pt x="10762668" y="37442"/>
                </a:lnTo>
                <a:lnTo>
                  <a:pt x="10789463" y="77520"/>
                </a:lnTo>
                <a:lnTo>
                  <a:pt x="10799064" y="126491"/>
                </a:lnTo>
                <a:lnTo>
                  <a:pt x="10799064" y="630936"/>
                </a:lnTo>
                <a:lnTo>
                  <a:pt x="10789463" y="679798"/>
                </a:lnTo>
                <a:lnTo>
                  <a:pt x="10762668" y="719680"/>
                </a:lnTo>
                <a:lnTo>
                  <a:pt x="10722829" y="746432"/>
                </a:lnTo>
                <a:lnTo>
                  <a:pt x="10674096" y="75590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2525" y="1511147"/>
            <a:ext cx="4598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假设变量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：a='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应收账款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'，b='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坏账准备'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35965" y="2337435"/>
          <a:ext cx="10638790" cy="3035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9794"/>
                <a:gridCol w="5580380"/>
                <a:gridCol w="1979929"/>
                <a:gridCol w="2159635"/>
              </a:tblGrid>
              <a:tr h="43180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操作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描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实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例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结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果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3949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+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 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字符串连接，注意只能将字符串与字符串拼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接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a+b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应收账款坏账准备'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*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重复输出字符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串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a*2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应收账款应收账款'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[]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通过索引获取字符串中字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a[2]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账'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28702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[:]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截取字符串中的一部分（或者叫“切片”）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a[1:3]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收账'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432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in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成员运算符：如果字符串中包含给定的字符返回</a:t>
                      </a:r>
                      <a:r>
                        <a:rPr dirty="0" sz="1700" spc="-2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True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坏账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700" spc="-2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in</a:t>
                      </a:r>
                      <a:r>
                        <a:rPr dirty="0" sz="1700" spc="-2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b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True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not</a:t>
                      </a:r>
                      <a:r>
                        <a:rPr dirty="0" sz="1700" spc="-4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in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成员运算符：如果字符串中不包含给定的字符返回</a:t>
                      </a:r>
                      <a:r>
                        <a:rPr dirty="0" sz="1700" spc="-3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True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资金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700" spc="-2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not</a:t>
                      </a:r>
                      <a:r>
                        <a:rPr dirty="0" sz="1700" spc="-2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in</a:t>
                      </a:r>
                      <a:r>
                        <a:rPr dirty="0" sz="1700" spc="-2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b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True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848867" y="5780532"/>
            <a:ext cx="10513060" cy="756285"/>
          </a:xfrm>
          <a:custGeom>
            <a:avLst/>
            <a:gdLst/>
            <a:ahLst/>
            <a:cxnLst/>
            <a:rect l="l" t="t" r="r" b="b"/>
            <a:pathLst>
              <a:path w="10513060" h="756284">
                <a:moveTo>
                  <a:pt x="10387584" y="755903"/>
                </a:moveTo>
                <a:lnTo>
                  <a:pt x="126491" y="755903"/>
                </a:lnTo>
                <a:lnTo>
                  <a:pt x="77245" y="746133"/>
                </a:lnTo>
                <a:lnTo>
                  <a:pt x="37071" y="719118"/>
                </a:lnTo>
                <a:lnTo>
                  <a:pt x="9984" y="678872"/>
                </a:lnTo>
                <a:lnTo>
                  <a:pt x="0" y="629412"/>
                </a:lnTo>
                <a:lnTo>
                  <a:pt x="0" y="126491"/>
                </a:lnTo>
                <a:lnTo>
                  <a:pt x="9984" y="77102"/>
                </a:lnTo>
                <a:lnTo>
                  <a:pt x="37071" y="36880"/>
                </a:lnTo>
                <a:lnTo>
                  <a:pt x="77245" y="9841"/>
                </a:lnTo>
                <a:lnTo>
                  <a:pt x="126491" y="0"/>
                </a:lnTo>
                <a:lnTo>
                  <a:pt x="10387584" y="0"/>
                </a:lnTo>
                <a:lnTo>
                  <a:pt x="10436378" y="9841"/>
                </a:lnTo>
                <a:lnTo>
                  <a:pt x="10476242" y="36880"/>
                </a:lnTo>
                <a:lnTo>
                  <a:pt x="10503019" y="77102"/>
                </a:lnTo>
                <a:lnTo>
                  <a:pt x="10512552" y="126491"/>
                </a:lnTo>
                <a:lnTo>
                  <a:pt x="10512552" y="629412"/>
                </a:lnTo>
                <a:lnTo>
                  <a:pt x="10503019" y="678872"/>
                </a:lnTo>
                <a:lnTo>
                  <a:pt x="10476242" y="719118"/>
                </a:lnTo>
                <a:lnTo>
                  <a:pt x="10436378" y="746133"/>
                </a:lnTo>
                <a:lnTo>
                  <a:pt x="10387584" y="7559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0851" y="5719571"/>
            <a:ext cx="731520" cy="378460"/>
          </a:xfrm>
          <a:custGeom>
            <a:avLst/>
            <a:gdLst/>
            <a:ahLst/>
            <a:cxnLst/>
            <a:rect l="l" t="t" r="r" b="b"/>
            <a:pathLst>
              <a:path w="731519" h="378460">
                <a:moveTo>
                  <a:pt x="669036" y="377951"/>
                </a:moveTo>
                <a:lnTo>
                  <a:pt x="64007" y="377951"/>
                </a:lnTo>
                <a:lnTo>
                  <a:pt x="39220" y="373212"/>
                </a:lnTo>
                <a:lnTo>
                  <a:pt x="18988" y="359821"/>
                </a:lnTo>
                <a:lnTo>
                  <a:pt x="5263" y="339874"/>
                </a:lnTo>
                <a:lnTo>
                  <a:pt x="0" y="315467"/>
                </a:lnTo>
                <a:lnTo>
                  <a:pt x="0" y="62483"/>
                </a:lnTo>
                <a:lnTo>
                  <a:pt x="5263" y="37863"/>
                </a:lnTo>
                <a:lnTo>
                  <a:pt x="18988" y="17845"/>
                </a:lnTo>
                <a:lnTo>
                  <a:pt x="39220" y="4524"/>
                </a:lnTo>
                <a:lnTo>
                  <a:pt x="64007" y="0"/>
                </a:lnTo>
                <a:lnTo>
                  <a:pt x="669036" y="0"/>
                </a:lnTo>
                <a:lnTo>
                  <a:pt x="693513" y="4524"/>
                </a:lnTo>
                <a:lnTo>
                  <a:pt x="713484" y="17845"/>
                </a:lnTo>
                <a:lnTo>
                  <a:pt x="726852" y="37863"/>
                </a:lnTo>
                <a:lnTo>
                  <a:pt x="731520" y="62483"/>
                </a:lnTo>
                <a:lnTo>
                  <a:pt x="731520" y="315467"/>
                </a:lnTo>
                <a:lnTo>
                  <a:pt x="726852" y="339874"/>
                </a:lnTo>
                <a:lnTo>
                  <a:pt x="713484" y="359821"/>
                </a:lnTo>
                <a:lnTo>
                  <a:pt x="693513" y="373212"/>
                </a:lnTo>
                <a:lnTo>
                  <a:pt x="669036" y="377951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45273" y="5710473"/>
            <a:ext cx="9237345" cy="61023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注意</a:t>
            </a:r>
            <a:endParaRPr sz="1800">
              <a:latin typeface="宋体"/>
              <a:cs typeface="宋体"/>
            </a:endParaRPr>
          </a:p>
          <a:p>
            <a:pPr marL="887094">
              <a:lnSpc>
                <a:spcPct val="100000"/>
              </a:lnSpc>
              <a:spcBef>
                <a:spcPts val="245"/>
              </a:spcBef>
            </a:pPr>
            <a:r>
              <a:rPr dirty="0" sz="1600">
                <a:latin typeface="宋体"/>
                <a:cs typeface="宋体"/>
              </a:rPr>
              <a:t>截取字符串时，截取区间</a:t>
            </a:r>
            <a:r>
              <a:rPr dirty="0" sz="1600" b="1">
                <a:latin typeface="宋体"/>
                <a:cs typeface="宋体"/>
              </a:rPr>
              <a:t>前闭后开，</a:t>
            </a:r>
            <a:r>
              <a:rPr dirty="0" sz="1600">
                <a:latin typeface="宋体"/>
                <a:cs typeface="宋体"/>
              </a:rPr>
              <a:t>即前面是闭区间，后面是开区间，前面包含，后面不包</a:t>
            </a:r>
            <a:r>
              <a:rPr dirty="0" sz="1600" spc="-5">
                <a:latin typeface="宋体"/>
                <a:cs typeface="宋体"/>
              </a:rPr>
              <a:t>含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21666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字符串常用函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57300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4"/>
                </a:moveTo>
                <a:lnTo>
                  <a:pt x="124968" y="755904"/>
                </a:lnTo>
                <a:lnTo>
                  <a:pt x="76234" y="746432"/>
                </a:lnTo>
                <a:lnTo>
                  <a:pt x="36395" y="719680"/>
                </a:lnTo>
                <a:lnTo>
                  <a:pt x="9600" y="679798"/>
                </a:lnTo>
                <a:lnTo>
                  <a:pt x="0" y="630936"/>
                </a:lnTo>
                <a:lnTo>
                  <a:pt x="0" y="126491"/>
                </a:lnTo>
                <a:lnTo>
                  <a:pt x="9600" y="77520"/>
                </a:lnTo>
                <a:lnTo>
                  <a:pt x="36395" y="37442"/>
                </a:lnTo>
                <a:lnTo>
                  <a:pt x="76234" y="10266"/>
                </a:lnTo>
                <a:lnTo>
                  <a:pt x="124968" y="0"/>
                </a:lnTo>
                <a:lnTo>
                  <a:pt x="10674096" y="0"/>
                </a:lnTo>
                <a:lnTo>
                  <a:pt x="10722829" y="10266"/>
                </a:lnTo>
                <a:lnTo>
                  <a:pt x="10762668" y="37442"/>
                </a:lnTo>
                <a:lnTo>
                  <a:pt x="10789463" y="77520"/>
                </a:lnTo>
                <a:lnTo>
                  <a:pt x="10799064" y="126491"/>
                </a:lnTo>
                <a:lnTo>
                  <a:pt x="10799064" y="630936"/>
                </a:lnTo>
                <a:lnTo>
                  <a:pt x="10789463" y="679798"/>
                </a:lnTo>
                <a:lnTo>
                  <a:pt x="10762668" y="719680"/>
                </a:lnTo>
                <a:lnTo>
                  <a:pt x="10722829" y="746432"/>
                </a:lnTo>
                <a:lnTo>
                  <a:pt x="10674096" y="75590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2525" y="1511147"/>
            <a:ext cx="3455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假设变量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：a='Title：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利润表'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89609" y="2210435"/>
          <a:ext cx="10819130" cy="3684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/>
                <a:gridCol w="4623435"/>
                <a:gridCol w="1962785"/>
                <a:gridCol w="2435225"/>
              </a:tblGrid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常用函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描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实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例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结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果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find()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822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842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检测字符串是否包含子字符串,如果是返回开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始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的索引值，否则返回-1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a.find('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利润表')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822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6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822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648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join()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822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0637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用于将序列中的元素以指定分隔符连接成一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个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新字符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串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'/'.join(a)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822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1054735" marR="130175" indent="-91757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'T/i/t/l/e/：/利/润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/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表'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lower()/upper()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822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用于将字符串大小写转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换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822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49530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a.lower()</a:t>
                      </a:r>
                      <a:endParaRPr sz="1700">
                        <a:latin typeface="宋体"/>
                        <a:cs typeface="宋体"/>
                      </a:endParaRPr>
                    </a:p>
                    <a:p>
                      <a:pPr marL="495300">
                        <a:lnSpc>
                          <a:spcPct val="100000"/>
                        </a:lnSpc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a.upper()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27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407034" marR="40005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'title：利润表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' 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'TITLE：利润表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'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27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6483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len()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822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返回序列长度或项目个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822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len(a)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822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9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822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replace()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822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把字符串中的旧字符串替换成新字符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串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822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55880" indent="1079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a.replace('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利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润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表','资产负债表'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'Title：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资产负债表'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822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21666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字符串常用函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57300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4"/>
                </a:moveTo>
                <a:lnTo>
                  <a:pt x="124968" y="755904"/>
                </a:lnTo>
                <a:lnTo>
                  <a:pt x="76234" y="746432"/>
                </a:lnTo>
                <a:lnTo>
                  <a:pt x="36395" y="719680"/>
                </a:lnTo>
                <a:lnTo>
                  <a:pt x="9600" y="679798"/>
                </a:lnTo>
                <a:lnTo>
                  <a:pt x="0" y="630936"/>
                </a:lnTo>
                <a:lnTo>
                  <a:pt x="0" y="126491"/>
                </a:lnTo>
                <a:lnTo>
                  <a:pt x="9600" y="77520"/>
                </a:lnTo>
                <a:lnTo>
                  <a:pt x="36395" y="37442"/>
                </a:lnTo>
                <a:lnTo>
                  <a:pt x="76234" y="10266"/>
                </a:lnTo>
                <a:lnTo>
                  <a:pt x="124968" y="0"/>
                </a:lnTo>
                <a:lnTo>
                  <a:pt x="10674096" y="0"/>
                </a:lnTo>
                <a:lnTo>
                  <a:pt x="10722829" y="10266"/>
                </a:lnTo>
                <a:lnTo>
                  <a:pt x="10762668" y="37442"/>
                </a:lnTo>
                <a:lnTo>
                  <a:pt x="10789463" y="77520"/>
                </a:lnTo>
                <a:lnTo>
                  <a:pt x="10799064" y="126491"/>
                </a:lnTo>
                <a:lnTo>
                  <a:pt x="10799064" y="630936"/>
                </a:lnTo>
                <a:lnTo>
                  <a:pt x="10789463" y="679798"/>
                </a:lnTo>
                <a:lnTo>
                  <a:pt x="10762668" y="719680"/>
                </a:lnTo>
                <a:lnTo>
                  <a:pt x="10722829" y="746432"/>
                </a:lnTo>
                <a:lnTo>
                  <a:pt x="10674096" y="75590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2525" y="1511147"/>
            <a:ext cx="3455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假设变量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：a='Title：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利润表'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89609" y="2548889"/>
          <a:ext cx="10828655" cy="3394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/>
                <a:gridCol w="4632960"/>
                <a:gridCol w="1962785"/>
                <a:gridCol w="2435225"/>
              </a:tblGrid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常用函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描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实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例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结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果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split()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159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用来将字符串分割成序列，通过指定分隔符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对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字符串进行切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片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a.split('：')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['Title',</a:t>
                      </a:r>
                      <a:r>
                        <a:rPr dirty="0" sz="1700" spc="-3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利润表']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67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strip()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用于移除字符串头尾指定的字符（默认为空格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）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a.strip('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表')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'Title：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利润'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4679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startswith()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17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是否以某字符开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始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a.startswith('T')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True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67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endswith()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17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是否以某字符结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束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a.endswith('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表')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True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467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count()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17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统计字符出现过的次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a.count('T')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1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679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index()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17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获取指定字符索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引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a.index('T')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0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21666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字符串常用函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7512" y="1194816"/>
            <a:ext cx="10800715" cy="1152525"/>
          </a:xfrm>
          <a:custGeom>
            <a:avLst/>
            <a:gdLst/>
            <a:ahLst/>
            <a:cxnLst/>
            <a:rect l="l" t="t" r="r" b="b"/>
            <a:pathLst>
              <a:path w="10800715" h="1152525">
                <a:moveTo>
                  <a:pt x="10608564" y="1152144"/>
                </a:moveTo>
                <a:lnTo>
                  <a:pt x="192024" y="1152144"/>
                </a:lnTo>
                <a:lnTo>
                  <a:pt x="148175" y="1147236"/>
                </a:lnTo>
                <a:lnTo>
                  <a:pt x="107879" y="1132901"/>
                </a:lnTo>
                <a:lnTo>
                  <a:pt x="72288" y="1110290"/>
                </a:lnTo>
                <a:lnTo>
                  <a:pt x="42552" y="1080555"/>
                </a:lnTo>
                <a:lnTo>
                  <a:pt x="19825" y="1044847"/>
                </a:lnTo>
                <a:lnTo>
                  <a:pt x="5257" y="1004318"/>
                </a:lnTo>
                <a:lnTo>
                  <a:pt x="0" y="960120"/>
                </a:lnTo>
                <a:lnTo>
                  <a:pt x="0" y="192024"/>
                </a:lnTo>
                <a:lnTo>
                  <a:pt x="5257" y="148264"/>
                </a:lnTo>
                <a:lnTo>
                  <a:pt x="19825" y="108029"/>
                </a:lnTo>
                <a:lnTo>
                  <a:pt x="42552" y="72469"/>
                </a:lnTo>
                <a:lnTo>
                  <a:pt x="72288" y="42735"/>
                </a:lnTo>
                <a:lnTo>
                  <a:pt x="107879" y="19978"/>
                </a:lnTo>
                <a:lnTo>
                  <a:pt x="148175" y="5349"/>
                </a:lnTo>
                <a:lnTo>
                  <a:pt x="192024" y="0"/>
                </a:lnTo>
                <a:lnTo>
                  <a:pt x="10608564" y="0"/>
                </a:lnTo>
                <a:lnTo>
                  <a:pt x="10652599" y="5349"/>
                </a:lnTo>
                <a:lnTo>
                  <a:pt x="10693019" y="19978"/>
                </a:lnTo>
                <a:lnTo>
                  <a:pt x="10728672" y="42735"/>
                </a:lnTo>
                <a:lnTo>
                  <a:pt x="10758408" y="72469"/>
                </a:lnTo>
                <a:lnTo>
                  <a:pt x="10781073" y="108029"/>
                </a:lnTo>
                <a:lnTo>
                  <a:pt x="10795517" y="148264"/>
                </a:lnTo>
                <a:lnTo>
                  <a:pt x="10800588" y="192024"/>
                </a:lnTo>
                <a:lnTo>
                  <a:pt x="10800588" y="960120"/>
                </a:lnTo>
                <a:lnTo>
                  <a:pt x="10795517" y="1004318"/>
                </a:lnTo>
                <a:lnTo>
                  <a:pt x="10781073" y="1044847"/>
                </a:lnTo>
                <a:lnTo>
                  <a:pt x="10758408" y="1080555"/>
                </a:lnTo>
                <a:lnTo>
                  <a:pt x="10728672" y="1110290"/>
                </a:lnTo>
                <a:lnTo>
                  <a:pt x="10693019" y="1132901"/>
                </a:lnTo>
                <a:lnTo>
                  <a:pt x="10652599" y="1147236"/>
                </a:lnTo>
                <a:lnTo>
                  <a:pt x="10608564" y="115214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15060" y="1273149"/>
            <a:ext cx="7902575" cy="9398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：str1 = '#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营业收入为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#：500 #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万元#'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：使用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replace()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函数清除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str1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中的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“#”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及空格，并打印字符串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69835" y="4000500"/>
            <a:ext cx="4398645" cy="1224280"/>
          </a:xfrm>
          <a:custGeom>
            <a:avLst/>
            <a:gdLst/>
            <a:ahLst/>
            <a:cxnLst/>
            <a:rect l="l" t="t" r="r" b="b"/>
            <a:pathLst>
              <a:path w="4398645" h="1224279">
                <a:moveTo>
                  <a:pt x="4194048" y="1223772"/>
                </a:moveTo>
                <a:lnTo>
                  <a:pt x="204216" y="1223772"/>
                </a:lnTo>
                <a:lnTo>
                  <a:pt x="157226" y="1218569"/>
                </a:lnTo>
                <a:lnTo>
                  <a:pt x="114138" y="1203340"/>
                </a:lnTo>
                <a:lnTo>
                  <a:pt x="76176" y="1179306"/>
                </a:lnTo>
                <a:lnTo>
                  <a:pt x="44559" y="1147689"/>
                </a:lnTo>
                <a:lnTo>
                  <a:pt x="20509" y="1109710"/>
                </a:lnTo>
                <a:lnTo>
                  <a:pt x="5249" y="1066592"/>
                </a:lnTo>
                <a:lnTo>
                  <a:pt x="0" y="1019555"/>
                </a:lnTo>
                <a:lnTo>
                  <a:pt x="0" y="204215"/>
                </a:lnTo>
                <a:lnTo>
                  <a:pt x="5249" y="157366"/>
                </a:lnTo>
                <a:lnTo>
                  <a:pt x="20509" y="114372"/>
                </a:lnTo>
                <a:lnTo>
                  <a:pt x="44559" y="76455"/>
                </a:lnTo>
                <a:lnTo>
                  <a:pt x="76176" y="44838"/>
                </a:lnTo>
                <a:lnTo>
                  <a:pt x="114138" y="20742"/>
                </a:lnTo>
                <a:lnTo>
                  <a:pt x="157226" y="5389"/>
                </a:lnTo>
                <a:lnTo>
                  <a:pt x="204216" y="0"/>
                </a:lnTo>
                <a:lnTo>
                  <a:pt x="4194048" y="0"/>
                </a:lnTo>
                <a:lnTo>
                  <a:pt x="4240897" y="5389"/>
                </a:lnTo>
                <a:lnTo>
                  <a:pt x="4283891" y="20742"/>
                </a:lnTo>
                <a:lnTo>
                  <a:pt x="4321808" y="44838"/>
                </a:lnTo>
                <a:lnTo>
                  <a:pt x="4353425" y="76455"/>
                </a:lnTo>
                <a:lnTo>
                  <a:pt x="4377521" y="114372"/>
                </a:lnTo>
                <a:lnTo>
                  <a:pt x="4392874" y="157366"/>
                </a:lnTo>
                <a:lnTo>
                  <a:pt x="4398264" y="204215"/>
                </a:lnTo>
                <a:lnTo>
                  <a:pt x="4398264" y="1019555"/>
                </a:lnTo>
                <a:lnTo>
                  <a:pt x="4392874" y="1066592"/>
                </a:lnTo>
                <a:lnTo>
                  <a:pt x="4377521" y="1109710"/>
                </a:lnTo>
                <a:lnTo>
                  <a:pt x="4353425" y="1147689"/>
                </a:lnTo>
                <a:lnTo>
                  <a:pt x="4321808" y="1179306"/>
                </a:lnTo>
                <a:lnTo>
                  <a:pt x="4283891" y="1203340"/>
                </a:lnTo>
                <a:lnTo>
                  <a:pt x="4240897" y="1218569"/>
                </a:lnTo>
                <a:lnTo>
                  <a:pt x="4194048" y="12237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771765" y="4199127"/>
            <a:ext cx="1955164" cy="75692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宋体"/>
                <a:cs typeface="宋体"/>
              </a:rPr>
              <a:t>营业收入为：</a:t>
            </a:r>
            <a:r>
              <a:rPr dirty="0" sz="1600" spc="-5">
                <a:latin typeface="宋体"/>
                <a:cs typeface="宋体"/>
              </a:rPr>
              <a:t>500</a:t>
            </a:r>
            <a:r>
              <a:rPr dirty="0" sz="1600">
                <a:latin typeface="宋体"/>
                <a:cs typeface="宋体"/>
              </a:rPr>
              <a:t>万</a:t>
            </a:r>
            <a:r>
              <a:rPr dirty="0" sz="1600" spc="-5">
                <a:latin typeface="宋体"/>
                <a:cs typeface="宋体"/>
              </a:rPr>
              <a:t>元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05144" y="4198620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40" h="951229">
                <a:moveTo>
                  <a:pt x="274319" y="950976"/>
                </a:moveTo>
                <a:lnTo>
                  <a:pt x="274319" y="713231"/>
                </a:lnTo>
                <a:lnTo>
                  <a:pt x="0" y="713231"/>
                </a:lnTo>
                <a:lnTo>
                  <a:pt x="0" y="237743"/>
                </a:lnTo>
                <a:lnTo>
                  <a:pt x="274319" y="237743"/>
                </a:lnTo>
                <a:lnTo>
                  <a:pt x="274319" y="0"/>
                </a:lnTo>
                <a:lnTo>
                  <a:pt x="548639" y="475488"/>
                </a:lnTo>
                <a:lnTo>
                  <a:pt x="274319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7512" y="3281171"/>
            <a:ext cx="4953000" cy="2550160"/>
          </a:xfrm>
          <a:custGeom>
            <a:avLst/>
            <a:gdLst/>
            <a:ahLst/>
            <a:cxnLst/>
            <a:rect l="l" t="t" r="r" b="b"/>
            <a:pathLst>
              <a:path w="4953000" h="2550160">
                <a:moveTo>
                  <a:pt x="4527804" y="2549652"/>
                </a:moveTo>
                <a:lnTo>
                  <a:pt x="425196" y="2549652"/>
                </a:lnTo>
                <a:lnTo>
                  <a:pt x="378948" y="2547110"/>
                </a:lnTo>
                <a:lnTo>
                  <a:pt x="334136" y="2539760"/>
                </a:lnTo>
                <a:lnTo>
                  <a:pt x="291018" y="2527860"/>
                </a:lnTo>
                <a:lnTo>
                  <a:pt x="249852" y="2511669"/>
                </a:lnTo>
                <a:lnTo>
                  <a:pt x="210899" y="2491446"/>
                </a:lnTo>
                <a:lnTo>
                  <a:pt x="174416" y="2467451"/>
                </a:lnTo>
                <a:lnTo>
                  <a:pt x="140663" y="2439941"/>
                </a:lnTo>
                <a:lnTo>
                  <a:pt x="109899" y="2409178"/>
                </a:lnTo>
                <a:lnTo>
                  <a:pt x="82383" y="2375418"/>
                </a:lnTo>
                <a:lnTo>
                  <a:pt x="58374" y="2338922"/>
                </a:lnTo>
                <a:lnTo>
                  <a:pt x="38131" y="2299948"/>
                </a:lnTo>
                <a:lnTo>
                  <a:pt x="21913" y="2258755"/>
                </a:lnTo>
                <a:lnTo>
                  <a:pt x="9979" y="2215603"/>
                </a:lnTo>
                <a:lnTo>
                  <a:pt x="2588" y="2170750"/>
                </a:lnTo>
                <a:lnTo>
                  <a:pt x="0" y="2124455"/>
                </a:lnTo>
                <a:lnTo>
                  <a:pt x="0" y="423672"/>
                </a:lnTo>
                <a:lnTo>
                  <a:pt x="2588" y="377472"/>
                </a:lnTo>
                <a:lnTo>
                  <a:pt x="9979" y="332704"/>
                </a:lnTo>
                <a:lnTo>
                  <a:pt x="21913" y="289628"/>
                </a:lnTo>
                <a:lnTo>
                  <a:pt x="38131" y="248506"/>
                </a:lnTo>
                <a:lnTo>
                  <a:pt x="58374" y="209600"/>
                </a:lnTo>
                <a:lnTo>
                  <a:pt x="82383" y="173172"/>
                </a:lnTo>
                <a:lnTo>
                  <a:pt x="109899" y="139484"/>
                </a:lnTo>
                <a:lnTo>
                  <a:pt x="140663" y="108796"/>
                </a:lnTo>
                <a:lnTo>
                  <a:pt x="174416" y="81371"/>
                </a:lnTo>
                <a:lnTo>
                  <a:pt x="210899" y="57471"/>
                </a:lnTo>
                <a:lnTo>
                  <a:pt x="249852" y="37357"/>
                </a:lnTo>
                <a:lnTo>
                  <a:pt x="291018" y="21292"/>
                </a:lnTo>
                <a:lnTo>
                  <a:pt x="334136" y="9536"/>
                </a:lnTo>
                <a:lnTo>
                  <a:pt x="378948" y="2351"/>
                </a:lnTo>
                <a:lnTo>
                  <a:pt x="425196" y="0"/>
                </a:lnTo>
                <a:lnTo>
                  <a:pt x="4527804" y="0"/>
                </a:lnTo>
                <a:lnTo>
                  <a:pt x="4574003" y="2351"/>
                </a:lnTo>
                <a:lnTo>
                  <a:pt x="4618775" y="9536"/>
                </a:lnTo>
                <a:lnTo>
                  <a:pt x="4661859" y="21292"/>
                </a:lnTo>
                <a:lnTo>
                  <a:pt x="4702998" y="37357"/>
                </a:lnTo>
                <a:lnTo>
                  <a:pt x="4741931" y="57471"/>
                </a:lnTo>
                <a:lnTo>
                  <a:pt x="4778400" y="81371"/>
                </a:lnTo>
                <a:lnTo>
                  <a:pt x="4812146" y="108796"/>
                </a:lnTo>
                <a:lnTo>
                  <a:pt x="4842910" y="139484"/>
                </a:lnTo>
                <a:lnTo>
                  <a:pt x="4870433" y="173172"/>
                </a:lnTo>
                <a:lnTo>
                  <a:pt x="4894455" y="209600"/>
                </a:lnTo>
                <a:lnTo>
                  <a:pt x="4914719" y="248506"/>
                </a:lnTo>
                <a:lnTo>
                  <a:pt x="4930964" y="289628"/>
                </a:lnTo>
                <a:lnTo>
                  <a:pt x="4942932" y="332704"/>
                </a:lnTo>
                <a:lnTo>
                  <a:pt x="4950363" y="377472"/>
                </a:lnTo>
                <a:lnTo>
                  <a:pt x="4953000" y="423672"/>
                </a:lnTo>
                <a:lnTo>
                  <a:pt x="4953000" y="2124455"/>
                </a:lnTo>
                <a:lnTo>
                  <a:pt x="4950363" y="2170750"/>
                </a:lnTo>
                <a:lnTo>
                  <a:pt x="4942932" y="2215603"/>
                </a:lnTo>
                <a:lnTo>
                  <a:pt x="4930964" y="2258755"/>
                </a:lnTo>
                <a:lnTo>
                  <a:pt x="4914719" y="2299948"/>
                </a:lnTo>
                <a:lnTo>
                  <a:pt x="4894455" y="2338922"/>
                </a:lnTo>
                <a:lnTo>
                  <a:pt x="4870433" y="2375418"/>
                </a:lnTo>
                <a:lnTo>
                  <a:pt x="4842910" y="2409178"/>
                </a:lnTo>
                <a:lnTo>
                  <a:pt x="4812146" y="2439941"/>
                </a:lnTo>
                <a:lnTo>
                  <a:pt x="4778400" y="2467451"/>
                </a:lnTo>
                <a:lnTo>
                  <a:pt x="4741931" y="2491446"/>
                </a:lnTo>
                <a:lnTo>
                  <a:pt x="4702998" y="2511669"/>
                </a:lnTo>
                <a:lnTo>
                  <a:pt x="4661859" y="2527860"/>
                </a:lnTo>
                <a:lnTo>
                  <a:pt x="4618775" y="2539760"/>
                </a:lnTo>
                <a:lnTo>
                  <a:pt x="4574003" y="2547110"/>
                </a:lnTo>
                <a:lnTo>
                  <a:pt x="4527804" y="2549652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7680" y="3118104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6"/>
                </a:moveTo>
                <a:lnTo>
                  <a:pt x="76200" y="463296"/>
                </a:lnTo>
                <a:lnTo>
                  <a:pt x="46384" y="457597"/>
                </a:lnTo>
                <a:lnTo>
                  <a:pt x="22021" y="441274"/>
                </a:lnTo>
                <a:lnTo>
                  <a:pt x="5698" y="416911"/>
                </a:lnTo>
                <a:lnTo>
                  <a:pt x="0" y="387096"/>
                </a:lnTo>
                <a:lnTo>
                  <a:pt x="0" y="77724"/>
                </a:lnTo>
                <a:lnTo>
                  <a:pt x="5698" y="47598"/>
                </a:lnTo>
                <a:lnTo>
                  <a:pt x="22021" y="22974"/>
                </a:lnTo>
                <a:lnTo>
                  <a:pt x="46384" y="6293"/>
                </a:lnTo>
                <a:lnTo>
                  <a:pt x="76200" y="0"/>
                </a:lnTo>
                <a:lnTo>
                  <a:pt x="1085088" y="0"/>
                </a:lnTo>
                <a:lnTo>
                  <a:pt x="1114998" y="6293"/>
                </a:lnTo>
                <a:lnTo>
                  <a:pt x="1139551" y="22974"/>
                </a:lnTo>
                <a:lnTo>
                  <a:pt x="1156304" y="47598"/>
                </a:lnTo>
                <a:lnTo>
                  <a:pt x="1162812" y="77724"/>
                </a:lnTo>
                <a:lnTo>
                  <a:pt x="1162812" y="387096"/>
                </a:lnTo>
                <a:lnTo>
                  <a:pt x="1156304" y="416911"/>
                </a:lnTo>
                <a:lnTo>
                  <a:pt x="1139551" y="441274"/>
                </a:lnTo>
                <a:lnTo>
                  <a:pt x="1114998" y="457597"/>
                </a:lnTo>
                <a:lnTo>
                  <a:pt x="1085088" y="46329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97941" y="3204616"/>
            <a:ext cx="3989704" cy="9124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3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421005">
              <a:lnSpc>
                <a:spcPct val="100000"/>
              </a:lnSpc>
              <a:spcBef>
                <a:spcPts val="122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定义字符</a:t>
            </a:r>
            <a:r>
              <a:rPr dirty="0" sz="1600" spc="-5">
                <a:latin typeface="宋体"/>
                <a:cs typeface="宋体"/>
              </a:rPr>
              <a:t>串</a:t>
            </a:r>
            <a:endParaRPr sz="1600">
              <a:latin typeface="宋体"/>
              <a:cs typeface="宋体"/>
            </a:endParaRPr>
          </a:p>
          <a:p>
            <a:pPr marL="42100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str1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'#</a:t>
            </a:r>
            <a:r>
              <a:rPr dirty="0" sz="1600">
                <a:latin typeface="宋体"/>
                <a:cs typeface="宋体"/>
              </a:rPr>
              <a:t>营业收入为</a:t>
            </a:r>
            <a:r>
              <a:rPr dirty="0" sz="1600" spc="-5">
                <a:latin typeface="宋体"/>
                <a:cs typeface="宋体"/>
              </a:rPr>
              <a:t>#：500</a:t>
            </a:r>
            <a:r>
              <a:rPr dirty="0" sz="1600" spc="76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>
                <a:latin typeface="宋体"/>
                <a:cs typeface="宋体"/>
              </a:rPr>
              <a:t>万元</a:t>
            </a:r>
            <a:r>
              <a:rPr dirty="0" sz="1600" spc="-5">
                <a:latin typeface="宋体"/>
                <a:cs typeface="宋体"/>
              </a:rPr>
              <a:t>#'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6475" y="4335779"/>
            <a:ext cx="43942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调用</a:t>
            </a:r>
            <a:r>
              <a:rPr dirty="0" sz="1600" spc="-5">
                <a:latin typeface="宋体"/>
                <a:cs typeface="宋体"/>
              </a:rPr>
              <a:t>replace</a:t>
            </a:r>
            <a:r>
              <a:rPr dirty="0" sz="1600">
                <a:latin typeface="宋体"/>
                <a:cs typeface="宋体"/>
              </a:rPr>
              <a:t>函</a:t>
            </a:r>
            <a:r>
              <a:rPr dirty="0" sz="1600" spc="-5">
                <a:latin typeface="宋体"/>
                <a:cs typeface="宋体"/>
              </a:rPr>
              <a:t>数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str1 = str1.replace('#','').replace('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','')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6475" y="5067300"/>
            <a:ext cx="124396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输出字符</a:t>
            </a:r>
            <a:r>
              <a:rPr dirty="0" sz="1600" spc="-5">
                <a:latin typeface="宋体"/>
                <a:cs typeface="宋体"/>
              </a:rPr>
              <a:t>串 print(str1)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03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25491" y="2909912"/>
            <a:ext cx="537845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solidFill>
                  <a:srgbClr val="2E5B50"/>
                </a:solidFill>
                <a:latin typeface="宋体"/>
                <a:cs typeface="宋体"/>
              </a:rPr>
              <a:t>字符串的格式</a:t>
            </a:r>
            <a:r>
              <a:rPr dirty="0" sz="6000" spc="-25" b="1">
                <a:solidFill>
                  <a:srgbClr val="2E5B50"/>
                </a:solidFill>
                <a:latin typeface="宋体"/>
                <a:cs typeface="宋体"/>
              </a:rPr>
              <a:t>化</a:t>
            </a:r>
            <a:endParaRPr sz="6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8605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格式化字符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串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1260475"/>
          </a:xfrm>
          <a:custGeom>
            <a:avLst/>
            <a:gdLst/>
            <a:ahLst/>
            <a:cxnLst/>
            <a:rect l="l" t="t" r="r" b="b"/>
            <a:pathLst>
              <a:path w="10799445" h="1260475">
                <a:moveTo>
                  <a:pt x="10590276" y="1260347"/>
                </a:moveTo>
                <a:lnTo>
                  <a:pt x="208787" y="1260347"/>
                </a:lnTo>
                <a:lnTo>
                  <a:pt x="160902" y="1254776"/>
                </a:lnTo>
                <a:lnTo>
                  <a:pt x="116899" y="1238955"/>
                </a:lnTo>
                <a:lnTo>
                  <a:pt x="78060" y="1214138"/>
                </a:lnTo>
                <a:lnTo>
                  <a:pt x="45669" y="1181582"/>
                </a:lnTo>
                <a:lnTo>
                  <a:pt x="21007" y="1142543"/>
                </a:lnTo>
                <a:lnTo>
                  <a:pt x="5356" y="1098275"/>
                </a:lnTo>
                <a:lnTo>
                  <a:pt x="0" y="1050035"/>
                </a:lnTo>
                <a:lnTo>
                  <a:pt x="0" y="210311"/>
                </a:lnTo>
                <a:lnTo>
                  <a:pt x="5356" y="162095"/>
                </a:lnTo>
                <a:lnTo>
                  <a:pt x="21007" y="117843"/>
                </a:lnTo>
                <a:lnTo>
                  <a:pt x="45669" y="78811"/>
                </a:lnTo>
                <a:lnTo>
                  <a:pt x="78060" y="46255"/>
                </a:lnTo>
                <a:lnTo>
                  <a:pt x="116899" y="21431"/>
                </a:lnTo>
                <a:lnTo>
                  <a:pt x="160902" y="5594"/>
                </a:lnTo>
                <a:lnTo>
                  <a:pt x="208787" y="0"/>
                </a:lnTo>
                <a:lnTo>
                  <a:pt x="10590276" y="0"/>
                </a:lnTo>
                <a:lnTo>
                  <a:pt x="10638161" y="5594"/>
                </a:lnTo>
                <a:lnTo>
                  <a:pt x="10682164" y="21431"/>
                </a:lnTo>
                <a:lnTo>
                  <a:pt x="10721003" y="46255"/>
                </a:lnTo>
                <a:lnTo>
                  <a:pt x="10753394" y="78811"/>
                </a:lnTo>
                <a:lnTo>
                  <a:pt x="10778056" y="117843"/>
                </a:lnTo>
                <a:lnTo>
                  <a:pt x="10793707" y="162095"/>
                </a:lnTo>
                <a:lnTo>
                  <a:pt x="10799064" y="210311"/>
                </a:lnTo>
                <a:lnTo>
                  <a:pt x="10799064" y="1050035"/>
                </a:lnTo>
                <a:lnTo>
                  <a:pt x="10793707" y="1098275"/>
                </a:lnTo>
                <a:lnTo>
                  <a:pt x="10778056" y="1142543"/>
                </a:lnTo>
                <a:lnTo>
                  <a:pt x="10753394" y="1181582"/>
                </a:lnTo>
                <a:lnTo>
                  <a:pt x="10721003" y="1214138"/>
                </a:lnTo>
                <a:lnTo>
                  <a:pt x="10682164" y="1238955"/>
                </a:lnTo>
                <a:lnTo>
                  <a:pt x="10638161" y="1254776"/>
                </a:lnTo>
                <a:lnTo>
                  <a:pt x="10590276" y="1260347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66800" y="1307350"/>
            <a:ext cx="993203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如果想以一个固定的格式输出字符串(如：本年**月份**科目发生额是**元)，该如何实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现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呢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6468" y="2816351"/>
            <a:ext cx="10799445" cy="1377950"/>
          </a:xfrm>
          <a:custGeom>
            <a:avLst/>
            <a:gdLst/>
            <a:ahLst/>
            <a:cxnLst/>
            <a:rect l="l" t="t" r="r" b="b"/>
            <a:pathLst>
              <a:path w="10799445" h="1377950">
                <a:moveTo>
                  <a:pt x="10570464" y="1377696"/>
                </a:moveTo>
                <a:lnTo>
                  <a:pt x="228600" y="1377696"/>
                </a:lnTo>
                <a:lnTo>
                  <a:pt x="182486" y="1373072"/>
                </a:lnTo>
                <a:lnTo>
                  <a:pt x="139515" y="1359718"/>
                </a:lnTo>
                <a:lnTo>
                  <a:pt x="100620" y="1338549"/>
                </a:lnTo>
                <a:lnTo>
                  <a:pt x="66736" y="1310482"/>
                </a:lnTo>
                <a:lnTo>
                  <a:pt x="38798" y="1276435"/>
                </a:lnTo>
                <a:lnTo>
                  <a:pt x="17739" y="1237323"/>
                </a:lnTo>
                <a:lnTo>
                  <a:pt x="4495" y="1194063"/>
                </a:lnTo>
                <a:lnTo>
                  <a:pt x="0" y="1147572"/>
                </a:lnTo>
                <a:lnTo>
                  <a:pt x="0" y="230124"/>
                </a:lnTo>
                <a:lnTo>
                  <a:pt x="4495" y="183841"/>
                </a:lnTo>
                <a:lnTo>
                  <a:pt x="17739" y="140730"/>
                </a:lnTo>
                <a:lnTo>
                  <a:pt x="38798" y="101707"/>
                </a:lnTo>
                <a:lnTo>
                  <a:pt x="66736" y="67689"/>
                </a:lnTo>
                <a:lnTo>
                  <a:pt x="100620" y="39593"/>
                </a:lnTo>
                <a:lnTo>
                  <a:pt x="139515" y="18335"/>
                </a:lnTo>
                <a:lnTo>
                  <a:pt x="182486" y="4831"/>
                </a:lnTo>
                <a:lnTo>
                  <a:pt x="228600" y="0"/>
                </a:lnTo>
                <a:lnTo>
                  <a:pt x="10570464" y="0"/>
                </a:lnTo>
                <a:lnTo>
                  <a:pt x="10616577" y="4831"/>
                </a:lnTo>
                <a:lnTo>
                  <a:pt x="10659548" y="18335"/>
                </a:lnTo>
                <a:lnTo>
                  <a:pt x="10698443" y="39593"/>
                </a:lnTo>
                <a:lnTo>
                  <a:pt x="10732327" y="67689"/>
                </a:lnTo>
                <a:lnTo>
                  <a:pt x="10760265" y="101707"/>
                </a:lnTo>
                <a:lnTo>
                  <a:pt x="10781324" y="140730"/>
                </a:lnTo>
                <a:lnTo>
                  <a:pt x="10794568" y="183841"/>
                </a:lnTo>
                <a:lnTo>
                  <a:pt x="10799064" y="230124"/>
                </a:lnTo>
                <a:lnTo>
                  <a:pt x="10799064" y="1147572"/>
                </a:lnTo>
                <a:lnTo>
                  <a:pt x="10794568" y="1194063"/>
                </a:lnTo>
                <a:lnTo>
                  <a:pt x="10781324" y="1237323"/>
                </a:lnTo>
                <a:lnTo>
                  <a:pt x="10760265" y="1276435"/>
                </a:lnTo>
                <a:lnTo>
                  <a:pt x="10732327" y="1310482"/>
                </a:lnTo>
                <a:lnTo>
                  <a:pt x="10698443" y="1338549"/>
                </a:lnTo>
                <a:lnTo>
                  <a:pt x="10659548" y="1359718"/>
                </a:lnTo>
                <a:lnTo>
                  <a:pt x="10616577" y="1373072"/>
                </a:lnTo>
                <a:lnTo>
                  <a:pt x="10570464" y="13776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9609" y="2810510"/>
            <a:ext cx="10812780" cy="1384300"/>
          </a:xfrm>
          <a:custGeom>
            <a:avLst/>
            <a:gdLst/>
            <a:ahLst/>
            <a:cxnLst/>
            <a:rect l="l" t="t" r="r" b="b"/>
            <a:pathLst>
              <a:path w="10812780" h="1384300">
                <a:moveTo>
                  <a:pt x="10657979" y="12700"/>
                </a:moveTo>
                <a:lnTo>
                  <a:pt x="154800" y="12700"/>
                </a:lnTo>
                <a:lnTo>
                  <a:pt x="165760" y="0"/>
                </a:lnTo>
                <a:lnTo>
                  <a:pt x="10647019" y="0"/>
                </a:lnTo>
                <a:lnTo>
                  <a:pt x="10657979" y="12700"/>
                </a:lnTo>
                <a:close/>
              </a:path>
              <a:path w="10812780" h="1384300">
                <a:moveTo>
                  <a:pt x="159016" y="25400"/>
                </a:moveTo>
                <a:lnTo>
                  <a:pt x="123456" y="25400"/>
                </a:lnTo>
                <a:lnTo>
                  <a:pt x="133629" y="12700"/>
                </a:lnTo>
                <a:lnTo>
                  <a:pt x="169684" y="12700"/>
                </a:lnTo>
                <a:lnTo>
                  <a:pt x="159016" y="25400"/>
                </a:lnTo>
                <a:close/>
              </a:path>
              <a:path w="10812780" h="1384300">
                <a:moveTo>
                  <a:pt x="10689323" y="25400"/>
                </a:moveTo>
                <a:lnTo>
                  <a:pt x="10653763" y="25400"/>
                </a:lnTo>
                <a:lnTo>
                  <a:pt x="10643095" y="12700"/>
                </a:lnTo>
                <a:lnTo>
                  <a:pt x="10679150" y="12700"/>
                </a:lnTo>
                <a:lnTo>
                  <a:pt x="10689323" y="25400"/>
                </a:lnTo>
                <a:close/>
              </a:path>
              <a:path w="10812780" h="1384300">
                <a:moveTo>
                  <a:pt x="129374" y="38100"/>
                </a:moveTo>
                <a:lnTo>
                  <a:pt x="104000" y="38100"/>
                </a:lnTo>
                <a:lnTo>
                  <a:pt x="113576" y="25400"/>
                </a:lnTo>
                <a:lnTo>
                  <a:pt x="139280" y="25400"/>
                </a:lnTo>
                <a:lnTo>
                  <a:pt x="129374" y="38100"/>
                </a:lnTo>
                <a:close/>
              </a:path>
              <a:path w="10812780" h="1384300">
                <a:moveTo>
                  <a:pt x="10708779" y="38100"/>
                </a:moveTo>
                <a:lnTo>
                  <a:pt x="10683392" y="38100"/>
                </a:lnTo>
                <a:lnTo>
                  <a:pt x="10673499" y="25400"/>
                </a:lnTo>
                <a:lnTo>
                  <a:pt x="10699203" y="25400"/>
                </a:lnTo>
                <a:lnTo>
                  <a:pt x="10708779" y="38100"/>
                </a:lnTo>
                <a:close/>
              </a:path>
              <a:path w="10812780" h="1384300">
                <a:moveTo>
                  <a:pt x="102235" y="50800"/>
                </a:moveTo>
                <a:lnTo>
                  <a:pt x="85839" y="50800"/>
                </a:lnTo>
                <a:lnTo>
                  <a:pt x="94754" y="38100"/>
                </a:lnTo>
                <a:lnTo>
                  <a:pt x="111239" y="38100"/>
                </a:lnTo>
                <a:lnTo>
                  <a:pt x="102235" y="50800"/>
                </a:lnTo>
                <a:close/>
              </a:path>
              <a:path w="10812780" h="1384300">
                <a:moveTo>
                  <a:pt x="110985" y="50800"/>
                </a:moveTo>
                <a:lnTo>
                  <a:pt x="111239" y="38100"/>
                </a:lnTo>
                <a:lnTo>
                  <a:pt x="120294" y="38100"/>
                </a:lnTo>
                <a:lnTo>
                  <a:pt x="110985" y="50800"/>
                </a:lnTo>
                <a:close/>
              </a:path>
              <a:path w="10812780" h="1384300">
                <a:moveTo>
                  <a:pt x="10701794" y="50800"/>
                </a:moveTo>
                <a:lnTo>
                  <a:pt x="10692472" y="38100"/>
                </a:lnTo>
                <a:lnTo>
                  <a:pt x="10701540" y="38100"/>
                </a:lnTo>
                <a:lnTo>
                  <a:pt x="10701794" y="50800"/>
                </a:lnTo>
                <a:close/>
              </a:path>
              <a:path w="10812780" h="1384300">
                <a:moveTo>
                  <a:pt x="10726940" y="50800"/>
                </a:moveTo>
                <a:lnTo>
                  <a:pt x="10710545" y="50800"/>
                </a:lnTo>
                <a:lnTo>
                  <a:pt x="10701540" y="38100"/>
                </a:lnTo>
                <a:lnTo>
                  <a:pt x="10718025" y="38100"/>
                </a:lnTo>
                <a:lnTo>
                  <a:pt x="10726940" y="50800"/>
                </a:lnTo>
                <a:close/>
              </a:path>
              <a:path w="10812780" h="1384300">
                <a:moveTo>
                  <a:pt x="77965" y="76200"/>
                </a:moveTo>
                <a:lnTo>
                  <a:pt x="61290" y="76200"/>
                </a:lnTo>
                <a:lnTo>
                  <a:pt x="69088" y="63500"/>
                </a:lnTo>
                <a:lnTo>
                  <a:pt x="77292" y="50800"/>
                </a:lnTo>
                <a:lnTo>
                  <a:pt x="102489" y="50800"/>
                </a:lnTo>
                <a:lnTo>
                  <a:pt x="93814" y="63500"/>
                </a:lnTo>
                <a:lnTo>
                  <a:pt x="85940" y="63500"/>
                </a:lnTo>
                <a:lnTo>
                  <a:pt x="77965" y="76200"/>
                </a:lnTo>
                <a:close/>
              </a:path>
              <a:path w="10812780" h="1384300">
                <a:moveTo>
                  <a:pt x="10751489" y="76200"/>
                </a:moveTo>
                <a:lnTo>
                  <a:pt x="10734814" y="76200"/>
                </a:lnTo>
                <a:lnTo>
                  <a:pt x="10726839" y="63500"/>
                </a:lnTo>
                <a:lnTo>
                  <a:pt x="10718965" y="63500"/>
                </a:lnTo>
                <a:lnTo>
                  <a:pt x="10710291" y="50800"/>
                </a:lnTo>
                <a:lnTo>
                  <a:pt x="10735487" y="50800"/>
                </a:lnTo>
                <a:lnTo>
                  <a:pt x="10743679" y="63500"/>
                </a:lnTo>
                <a:lnTo>
                  <a:pt x="10751489" y="76200"/>
                </a:lnTo>
                <a:close/>
              </a:path>
              <a:path w="10812780" h="1384300">
                <a:moveTo>
                  <a:pt x="56946" y="101600"/>
                </a:moveTo>
                <a:lnTo>
                  <a:pt x="40297" y="101600"/>
                </a:lnTo>
                <a:lnTo>
                  <a:pt x="46863" y="88900"/>
                </a:lnTo>
                <a:lnTo>
                  <a:pt x="53873" y="76200"/>
                </a:lnTo>
                <a:lnTo>
                  <a:pt x="70789" y="76200"/>
                </a:lnTo>
                <a:lnTo>
                  <a:pt x="63563" y="88900"/>
                </a:lnTo>
                <a:lnTo>
                  <a:pt x="63766" y="88900"/>
                </a:lnTo>
                <a:lnTo>
                  <a:pt x="56946" y="101600"/>
                </a:lnTo>
                <a:close/>
              </a:path>
              <a:path w="10812780" h="1384300">
                <a:moveTo>
                  <a:pt x="10772482" y="101600"/>
                </a:moveTo>
                <a:lnTo>
                  <a:pt x="10755833" y="101600"/>
                </a:lnTo>
                <a:lnTo>
                  <a:pt x="10749013" y="88900"/>
                </a:lnTo>
                <a:lnTo>
                  <a:pt x="10749203" y="88900"/>
                </a:lnTo>
                <a:lnTo>
                  <a:pt x="10741990" y="76200"/>
                </a:lnTo>
                <a:lnTo>
                  <a:pt x="10758906" y="76200"/>
                </a:lnTo>
                <a:lnTo>
                  <a:pt x="10765917" y="88900"/>
                </a:lnTo>
                <a:lnTo>
                  <a:pt x="10772482" y="101600"/>
                </a:lnTo>
                <a:close/>
              </a:path>
              <a:path w="10812780" h="1384300">
                <a:moveTo>
                  <a:pt x="22682" y="165100"/>
                </a:moveTo>
                <a:lnTo>
                  <a:pt x="10604" y="165100"/>
                </a:lnTo>
                <a:lnTo>
                  <a:pt x="14312" y="152400"/>
                </a:lnTo>
                <a:lnTo>
                  <a:pt x="18542" y="139700"/>
                </a:lnTo>
                <a:lnTo>
                  <a:pt x="23266" y="127000"/>
                </a:lnTo>
                <a:lnTo>
                  <a:pt x="28473" y="114300"/>
                </a:lnTo>
                <a:lnTo>
                  <a:pt x="34150" y="101600"/>
                </a:lnTo>
                <a:lnTo>
                  <a:pt x="50901" y="101600"/>
                </a:lnTo>
                <a:lnTo>
                  <a:pt x="44932" y="114300"/>
                </a:lnTo>
                <a:lnTo>
                  <a:pt x="45085" y="114300"/>
                </a:lnTo>
                <a:lnTo>
                  <a:pt x="39560" y="127000"/>
                </a:lnTo>
                <a:lnTo>
                  <a:pt x="34772" y="127000"/>
                </a:lnTo>
                <a:lnTo>
                  <a:pt x="30175" y="139700"/>
                </a:lnTo>
                <a:lnTo>
                  <a:pt x="26187" y="152400"/>
                </a:lnTo>
                <a:lnTo>
                  <a:pt x="22682" y="165100"/>
                </a:lnTo>
                <a:close/>
              </a:path>
              <a:path w="10812780" h="1384300">
                <a:moveTo>
                  <a:pt x="10802175" y="165100"/>
                </a:moveTo>
                <a:lnTo>
                  <a:pt x="10790097" y="165100"/>
                </a:lnTo>
                <a:lnTo>
                  <a:pt x="10786491" y="152400"/>
                </a:lnTo>
                <a:lnTo>
                  <a:pt x="10782477" y="139700"/>
                </a:lnTo>
                <a:lnTo>
                  <a:pt x="10778007" y="127000"/>
                </a:lnTo>
                <a:lnTo>
                  <a:pt x="10773219" y="127000"/>
                </a:lnTo>
                <a:lnTo>
                  <a:pt x="10767695" y="114300"/>
                </a:lnTo>
                <a:lnTo>
                  <a:pt x="10767847" y="114300"/>
                </a:lnTo>
                <a:lnTo>
                  <a:pt x="10761878" y="101600"/>
                </a:lnTo>
                <a:lnTo>
                  <a:pt x="10778629" y="101600"/>
                </a:lnTo>
                <a:lnTo>
                  <a:pt x="10784306" y="114300"/>
                </a:lnTo>
                <a:lnTo>
                  <a:pt x="10789513" y="127000"/>
                </a:lnTo>
                <a:lnTo>
                  <a:pt x="10794238" y="139700"/>
                </a:lnTo>
                <a:lnTo>
                  <a:pt x="10798467" y="152400"/>
                </a:lnTo>
                <a:lnTo>
                  <a:pt x="10802175" y="165100"/>
                </a:lnTo>
                <a:close/>
              </a:path>
              <a:path w="10812780" h="1384300">
                <a:moveTo>
                  <a:pt x="17195" y="190500"/>
                </a:moveTo>
                <a:lnTo>
                  <a:pt x="3683" y="190500"/>
                </a:lnTo>
                <a:lnTo>
                  <a:pt x="4800" y="177800"/>
                </a:lnTo>
                <a:lnTo>
                  <a:pt x="7429" y="165100"/>
                </a:lnTo>
                <a:lnTo>
                  <a:pt x="22783" y="165100"/>
                </a:lnTo>
                <a:lnTo>
                  <a:pt x="19685" y="177800"/>
                </a:lnTo>
                <a:lnTo>
                  <a:pt x="17195" y="190500"/>
                </a:lnTo>
                <a:close/>
              </a:path>
              <a:path w="10812780" h="1384300">
                <a:moveTo>
                  <a:pt x="10809097" y="190500"/>
                </a:moveTo>
                <a:lnTo>
                  <a:pt x="10795584" y="190500"/>
                </a:lnTo>
                <a:lnTo>
                  <a:pt x="10793018" y="177800"/>
                </a:lnTo>
                <a:lnTo>
                  <a:pt x="10789996" y="165100"/>
                </a:lnTo>
                <a:lnTo>
                  <a:pt x="10805350" y="165100"/>
                </a:lnTo>
                <a:lnTo>
                  <a:pt x="10807979" y="177800"/>
                </a:lnTo>
                <a:lnTo>
                  <a:pt x="10809097" y="190500"/>
                </a:lnTo>
                <a:close/>
              </a:path>
              <a:path w="10812780" h="1384300">
                <a:moveTo>
                  <a:pt x="14478" y="203200"/>
                </a:moveTo>
                <a:lnTo>
                  <a:pt x="1892" y="203200"/>
                </a:lnTo>
                <a:lnTo>
                  <a:pt x="2717" y="190500"/>
                </a:lnTo>
                <a:lnTo>
                  <a:pt x="15278" y="190500"/>
                </a:lnTo>
                <a:lnTo>
                  <a:pt x="14478" y="203200"/>
                </a:lnTo>
                <a:close/>
              </a:path>
              <a:path w="10812780" h="1384300">
                <a:moveTo>
                  <a:pt x="10810887" y="203200"/>
                </a:moveTo>
                <a:lnTo>
                  <a:pt x="10798302" y="203200"/>
                </a:lnTo>
                <a:lnTo>
                  <a:pt x="10797501" y="190500"/>
                </a:lnTo>
                <a:lnTo>
                  <a:pt x="10810062" y="190500"/>
                </a:lnTo>
                <a:lnTo>
                  <a:pt x="10810887" y="203200"/>
                </a:lnTo>
                <a:close/>
              </a:path>
              <a:path w="10812780" h="1384300">
                <a:moveTo>
                  <a:pt x="13347" y="215900"/>
                </a:moveTo>
                <a:lnTo>
                  <a:pt x="685" y="215900"/>
                </a:lnTo>
                <a:lnTo>
                  <a:pt x="1219" y="203200"/>
                </a:lnTo>
                <a:lnTo>
                  <a:pt x="13855" y="203200"/>
                </a:lnTo>
                <a:lnTo>
                  <a:pt x="13347" y="215900"/>
                </a:lnTo>
                <a:close/>
              </a:path>
              <a:path w="10812780" h="1384300">
                <a:moveTo>
                  <a:pt x="10812094" y="215900"/>
                </a:moveTo>
                <a:lnTo>
                  <a:pt x="10799432" y="215900"/>
                </a:lnTo>
                <a:lnTo>
                  <a:pt x="10798924" y="203200"/>
                </a:lnTo>
                <a:lnTo>
                  <a:pt x="10811560" y="203200"/>
                </a:lnTo>
                <a:lnTo>
                  <a:pt x="10812094" y="215900"/>
                </a:lnTo>
                <a:close/>
              </a:path>
              <a:path w="10812780" h="1384300">
                <a:moveTo>
                  <a:pt x="12776" y="228600"/>
                </a:moveTo>
                <a:lnTo>
                  <a:pt x="76" y="228600"/>
                </a:lnTo>
                <a:lnTo>
                  <a:pt x="304" y="215900"/>
                </a:lnTo>
                <a:lnTo>
                  <a:pt x="12992" y="215900"/>
                </a:lnTo>
                <a:lnTo>
                  <a:pt x="12776" y="228600"/>
                </a:lnTo>
                <a:close/>
              </a:path>
              <a:path w="10812780" h="1384300">
                <a:moveTo>
                  <a:pt x="10812703" y="228600"/>
                </a:moveTo>
                <a:lnTo>
                  <a:pt x="10800003" y="228600"/>
                </a:lnTo>
                <a:lnTo>
                  <a:pt x="10799787" y="215900"/>
                </a:lnTo>
                <a:lnTo>
                  <a:pt x="10812475" y="215900"/>
                </a:lnTo>
                <a:lnTo>
                  <a:pt x="10812703" y="228600"/>
                </a:lnTo>
                <a:close/>
              </a:path>
              <a:path w="10812780" h="1384300">
                <a:moveTo>
                  <a:pt x="12776" y="1155700"/>
                </a:moveTo>
                <a:lnTo>
                  <a:pt x="76" y="1155700"/>
                </a:lnTo>
                <a:lnTo>
                  <a:pt x="0" y="228600"/>
                </a:lnTo>
                <a:lnTo>
                  <a:pt x="12700" y="228600"/>
                </a:lnTo>
                <a:lnTo>
                  <a:pt x="12776" y="1155700"/>
                </a:lnTo>
                <a:close/>
              </a:path>
              <a:path w="10812780" h="1384300">
                <a:moveTo>
                  <a:pt x="10812703" y="1155700"/>
                </a:moveTo>
                <a:lnTo>
                  <a:pt x="10800003" y="1155700"/>
                </a:lnTo>
                <a:lnTo>
                  <a:pt x="10800080" y="228600"/>
                </a:lnTo>
                <a:lnTo>
                  <a:pt x="10812780" y="228600"/>
                </a:lnTo>
                <a:lnTo>
                  <a:pt x="10812703" y="1155700"/>
                </a:lnTo>
                <a:close/>
              </a:path>
              <a:path w="10812780" h="1384300">
                <a:moveTo>
                  <a:pt x="13360" y="1168400"/>
                </a:moveTo>
                <a:lnTo>
                  <a:pt x="685" y="1168400"/>
                </a:lnTo>
                <a:lnTo>
                  <a:pt x="304" y="1155700"/>
                </a:lnTo>
                <a:lnTo>
                  <a:pt x="12992" y="1155700"/>
                </a:lnTo>
                <a:lnTo>
                  <a:pt x="13360" y="1168400"/>
                </a:lnTo>
                <a:close/>
              </a:path>
              <a:path w="10812780" h="1384300">
                <a:moveTo>
                  <a:pt x="10812094" y="1168400"/>
                </a:moveTo>
                <a:lnTo>
                  <a:pt x="10799419" y="1168400"/>
                </a:lnTo>
                <a:lnTo>
                  <a:pt x="10799787" y="1155700"/>
                </a:lnTo>
                <a:lnTo>
                  <a:pt x="10812475" y="1155700"/>
                </a:lnTo>
                <a:lnTo>
                  <a:pt x="10812094" y="1168400"/>
                </a:lnTo>
                <a:close/>
              </a:path>
              <a:path w="10812780" h="1384300">
                <a:moveTo>
                  <a:pt x="14503" y="1181100"/>
                </a:moveTo>
                <a:lnTo>
                  <a:pt x="1892" y="1181100"/>
                </a:lnTo>
                <a:lnTo>
                  <a:pt x="1219" y="1168400"/>
                </a:lnTo>
                <a:lnTo>
                  <a:pt x="13843" y="1168400"/>
                </a:lnTo>
                <a:lnTo>
                  <a:pt x="14503" y="1181100"/>
                </a:lnTo>
                <a:close/>
              </a:path>
              <a:path w="10812780" h="1384300">
                <a:moveTo>
                  <a:pt x="10810887" y="1181100"/>
                </a:moveTo>
                <a:lnTo>
                  <a:pt x="10798276" y="1181100"/>
                </a:lnTo>
                <a:lnTo>
                  <a:pt x="10798937" y="1168400"/>
                </a:lnTo>
                <a:lnTo>
                  <a:pt x="10811560" y="1168400"/>
                </a:lnTo>
                <a:lnTo>
                  <a:pt x="10810887" y="1181100"/>
                </a:lnTo>
                <a:close/>
              </a:path>
              <a:path w="10812780" h="1384300">
                <a:moveTo>
                  <a:pt x="17246" y="1193800"/>
                </a:moveTo>
                <a:lnTo>
                  <a:pt x="3683" y="1193800"/>
                </a:lnTo>
                <a:lnTo>
                  <a:pt x="2717" y="1181100"/>
                </a:lnTo>
                <a:lnTo>
                  <a:pt x="16167" y="1181100"/>
                </a:lnTo>
                <a:lnTo>
                  <a:pt x="17246" y="1193800"/>
                </a:lnTo>
                <a:close/>
              </a:path>
              <a:path w="10812780" h="1384300">
                <a:moveTo>
                  <a:pt x="10809097" y="1193800"/>
                </a:moveTo>
                <a:lnTo>
                  <a:pt x="10795533" y="1193800"/>
                </a:lnTo>
                <a:lnTo>
                  <a:pt x="10796612" y="1181100"/>
                </a:lnTo>
                <a:lnTo>
                  <a:pt x="10810062" y="1181100"/>
                </a:lnTo>
                <a:lnTo>
                  <a:pt x="10809097" y="1193800"/>
                </a:lnTo>
                <a:close/>
              </a:path>
              <a:path w="10812780" h="1384300">
                <a:moveTo>
                  <a:pt x="34772" y="1244600"/>
                </a:moveTo>
                <a:lnTo>
                  <a:pt x="18542" y="1244600"/>
                </a:lnTo>
                <a:lnTo>
                  <a:pt x="14312" y="1231900"/>
                </a:lnTo>
                <a:lnTo>
                  <a:pt x="10604" y="1219200"/>
                </a:lnTo>
                <a:lnTo>
                  <a:pt x="7429" y="1206500"/>
                </a:lnTo>
                <a:lnTo>
                  <a:pt x="4800" y="1193800"/>
                </a:lnTo>
                <a:lnTo>
                  <a:pt x="17195" y="1193800"/>
                </a:lnTo>
                <a:lnTo>
                  <a:pt x="19761" y="1206500"/>
                </a:lnTo>
                <a:lnTo>
                  <a:pt x="22783" y="1219200"/>
                </a:lnTo>
                <a:lnTo>
                  <a:pt x="26187" y="1219200"/>
                </a:lnTo>
                <a:lnTo>
                  <a:pt x="30302" y="1231900"/>
                </a:lnTo>
                <a:lnTo>
                  <a:pt x="34772" y="1244600"/>
                </a:lnTo>
                <a:close/>
              </a:path>
              <a:path w="10812780" h="1384300">
                <a:moveTo>
                  <a:pt x="10794238" y="1244600"/>
                </a:moveTo>
                <a:lnTo>
                  <a:pt x="10778007" y="1244600"/>
                </a:lnTo>
                <a:lnTo>
                  <a:pt x="10782604" y="1231900"/>
                </a:lnTo>
                <a:lnTo>
                  <a:pt x="10786592" y="1219200"/>
                </a:lnTo>
                <a:lnTo>
                  <a:pt x="10789996" y="1219200"/>
                </a:lnTo>
                <a:lnTo>
                  <a:pt x="10793095" y="1206500"/>
                </a:lnTo>
                <a:lnTo>
                  <a:pt x="10795584" y="1193800"/>
                </a:lnTo>
                <a:lnTo>
                  <a:pt x="10807979" y="1193800"/>
                </a:lnTo>
                <a:lnTo>
                  <a:pt x="10805350" y="1206500"/>
                </a:lnTo>
                <a:lnTo>
                  <a:pt x="10802175" y="1219200"/>
                </a:lnTo>
                <a:lnTo>
                  <a:pt x="10798467" y="1231900"/>
                </a:lnTo>
                <a:lnTo>
                  <a:pt x="10794238" y="1244600"/>
                </a:lnTo>
                <a:close/>
              </a:path>
              <a:path w="10812780" h="1384300">
                <a:moveTo>
                  <a:pt x="57124" y="1282700"/>
                </a:moveTo>
                <a:lnTo>
                  <a:pt x="40297" y="1282700"/>
                </a:lnTo>
                <a:lnTo>
                  <a:pt x="34150" y="1270000"/>
                </a:lnTo>
                <a:lnTo>
                  <a:pt x="28473" y="1257300"/>
                </a:lnTo>
                <a:lnTo>
                  <a:pt x="23266" y="1244600"/>
                </a:lnTo>
                <a:lnTo>
                  <a:pt x="34632" y="1244600"/>
                </a:lnTo>
                <a:lnTo>
                  <a:pt x="39712" y="1257300"/>
                </a:lnTo>
                <a:lnTo>
                  <a:pt x="44932" y="1257300"/>
                </a:lnTo>
                <a:lnTo>
                  <a:pt x="50901" y="1270000"/>
                </a:lnTo>
                <a:lnTo>
                  <a:pt x="50723" y="1270000"/>
                </a:lnTo>
                <a:lnTo>
                  <a:pt x="57124" y="1282700"/>
                </a:lnTo>
                <a:close/>
              </a:path>
              <a:path w="10812780" h="1384300">
                <a:moveTo>
                  <a:pt x="10772482" y="1282700"/>
                </a:moveTo>
                <a:lnTo>
                  <a:pt x="10755655" y="1282700"/>
                </a:lnTo>
                <a:lnTo>
                  <a:pt x="10762056" y="1270000"/>
                </a:lnTo>
                <a:lnTo>
                  <a:pt x="10761878" y="1270000"/>
                </a:lnTo>
                <a:lnTo>
                  <a:pt x="10767847" y="1257300"/>
                </a:lnTo>
                <a:lnTo>
                  <a:pt x="10773067" y="1257300"/>
                </a:lnTo>
                <a:lnTo>
                  <a:pt x="10778147" y="1244600"/>
                </a:lnTo>
                <a:lnTo>
                  <a:pt x="10789513" y="1244600"/>
                </a:lnTo>
                <a:lnTo>
                  <a:pt x="10784306" y="1257300"/>
                </a:lnTo>
                <a:lnTo>
                  <a:pt x="10778629" y="1270000"/>
                </a:lnTo>
                <a:lnTo>
                  <a:pt x="10772482" y="1282700"/>
                </a:lnTo>
                <a:close/>
              </a:path>
              <a:path w="10812780" h="1384300">
                <a:moveTo>
                  <a:pt x="94043" y="1320800"/>
                </a:moveTo>
                <a:lnTo>
                  <a:pt x="69088" y="1320800"/>
                </a:lnTo>
                <a:lnTo>
                  <a:pt x="61290" y="1308100"/>
                </a:lnTo>
                <a:lnTo>
                  <a:pt x="53873" y="1295400"/>
                </a:lnTo>
                <a:lnTo>
                  <a:pt x="46863" y="1282700"/>
                </a:lnTo>
                <a:lnTo>
                  <a:pt x="56946" y="1282700"/>
                </a:lnTo>
                <a:lnTo>
                  <a:pt x="63766" y="1295400"/>
                </a:lnTo>
                <a:lnTo>
                  <a:pt x="70586" y="1295400"/>
                </a:lnTo>
                <a:lnTo>
                  <a:pt x="78181" y="1308100"/>
                </a:lnTo>
                <a:lnTo>
                  <a:pt x="85712" y="1308100"/>
                </a:lnTo>
                <a:lnTo>
                  <a:pt x="94043" y="1320800"/>
                </a:lnTo>
                <a:close/>
              </a:path>
              <a:path w="10812780" h="1384300">
                <a:moveTo>
                  <a:pt x="10743679" y="1320800"/>
                </a:moveTo>
                <a:lnTo>
                  <a:pt x="10718736" y="1320800"/>
                </a:lnTo>
                <a:lnTo>
                  <a:pt x="10727067" y="1308100"/>
                </a:lnTo>
                <a:lnTo>
                  <a:pt x="10734598" y="1308100"/>
                </a:lnTo>
                <a:lnTo>
                  <a:pt x="10742193" y="1295400"/>
                </a:lnTo>
                <a:lnTo>
                  <a:pt x="10749013" y="1295400"/>
                </a:lnTo>
                <a:lnTo>
                  <a:pt x="10755833" y="1282700"/>
                </a:lnTo>
                <a:lnTo>
                  <a:pt x="10765917" y="1282700"/>
                </a:lnTo>
                <a:lnTo>
                  <a:pt x="10758906" y="1295400"/>
                </a:lnTo>
                <a:lnTo>
                  <a:pt x="10751489" y="1308100"/>
                </a:lnTo>
                <a:lnTo>
                  <a:pt x="10743679" y="1320800"/>
                </a:lnTo>
                <a:close/>
              </a:path>
              <a:path w="10812780" h="1384300">
                <a:moveTo>
                  <a:pt x="111239" y="1333500"/>
                </a:moveTo>
                <a:lnTo>
                  <a:pt x="85839" y="1333500"/>
                </a:lnTo>
                <a:lnTo>
                  <a:pt x="77292" y="1320800"/>
                </a:lnTo>
                <a:lnTo>
                  <a:pt x="102235" y="1320800"/>
                </a:lnTo>
                <a:lnTo>
                  <a:pt x="111239" y="1333500"/>
                </a:lnTo>
                <a:close/>
              </a:path>
              <a:path w="10812780" h="1384300">
                <a:moveTo>
                  <a:pt x="10726940" y="1333500"/>
                </a:moveTo>
                <a:lnTo>
                  <a:pt x="10701540" y="1333500"/>
                </a:lnTo>
                <a:lnTo>
                  <a:pt x="10710545" y="1320800"/>
                </a:lnTo>
                <a:lnTo>
                  <a:pt x="10735487" y="1320800"/>
                </a:lnTo>
                <a:lnTo>
                  <a:pt x="10726940" y="1333500"/>
                </a:lnTo>
                <a:close/>
              </a:path>
              <a:path w="10812780" h="1384300">
                <a:moveTo>
                  <a:pt x="129654" y="1346200"/>
                </a:moveTo>
                <a:lnTo>
                  <a:pt x="104000" y="1346200"/>
                </a:lnTo>
                <a:lnTo>
                  <a:pt x="94754" y="1333500"/>
                </a:lnTo>
                <a:lnTo>
                  <a:pt x="120040" y="1333500"/>
                </a:lnTo>
                <a:lnTo>
                  <a:pt x="129654" y="1346200"/>
                </a:lnTo>
                <a:close/>
              </a:path>
              <a:path w="10812780" h="1384300">
                <a:moveTo>
                  <a:pt x="10708779" y="1346200"/>
                </a:moveTo>
                <a:lnTo>
                  <a:pt x="10683125" y="1346200"/>
                </a:lnTo>
                <a:lnTo>
                  <a:pt x="10692739" y="1333500"/>
                </a:lnTo>
                <a:lnTo>
                  <a:pt x="10718025" y="1333500"/>
                </a:lnTo>
                <a:lnTo>
                  <a:pt x="10708779" y="1346200"/>
                </a:lnTo>
                <a:close/>
              </a:path>
              <a:path w="10812780" h="1384300">
                <a:moveTo>
                  <a:pt x="149174" y="1358900"/>
                </a:moveTo>
                <a:lnTo>
                  <a:pt x="123456" y="1358900"/>
                </a:lnTo>
                <a:lnTo>
                  <a:pt x="113576" y="1346200"/>
                </a:lnTo>
                <a:lnTo>
                  <a:pt x="139001" y="1346200"/>
                </a:lnTo>
                <a:lnTo>
                  <a:pt x="149174" y="1358900"/>
                </a:lnTo>
                <a:close/>
              </a:path>
              <a:path w="10812780" h="1384300">
                <a:moveTo>
                  <a:pt x="10689323" y="1358900"/>
                </a:moveTo>
                <a:lnTo>
                  <a:pt x="10663605" y="1358900"/>
                </a:lnTo>
                <a:lnTo>
                  <a:pt x="10673778" y="1346200"/>
                </a:lnTo>
                <a:lnTo>
                  <a:pt x="10699203" y="1346200"/>
                </a:lnTo>
                <a:lnTo>
                  <a:pt x="10689323" y="1358900"/>
                </a:lnTo>
                <a:close/>
              </a:path>
              <a:path w="10812780" h="1384300">
                <a:moveTo>
                  <a:pt x="191071" y="1371600"/>
                </a:moveTo>
                <a:lnTo>
                  <a:pt x="154800" y="1371600"/>
                </a:lnTo>
                <a:lnTo>
                  <a:pt x="144081" y="1358900"/>
                </a:lnTo>
                <a:lnTo>
                  <a:pt x="179959" y="1358900"/>
                </a:lnTo>
                <a:lnTo>
                  <a:pt x="191071" y="1371600"/>
                </a:lnTo>
                <a:close/>
              </a:path>
              <a:path w="10812780" h="1384300">
                <a:moveTo>
                  <a:pt x="10657979" y="1371600"/>
                </a:moveTo>
                <a:lnTo>
                  <a:pt x="10621708" y="1371600"/>
                </a:lnTo>
                <a:lnTo>
                  <a:pt x="10632808" y="1358900"/>
                </a:lnTo>
                <a:lnTo>
                  <a:pt x="10668698" y="1358900"/>
                </a:lnTo>
                <a:lnTo>
                  <a:pt x="10657979" y="1371600"/>
                </a:lnTo>
                <a:close/>
              </a:path>
              <a:path w="10812780" h="1384300">
                <a:moveTo>
                  <a:pt x="10624451" y="1384300"/>
                </a:moveTo>
                <a:lnTo>
                  <a:pt x="188328" y="1384300"/>
                </a:lnTo>
                <a:lnTo>
                  <a:pt x="176949" y="1371600"/>
                </a:lnTo>
                <a:lnTo>
                  <a:pt x="10635818" y="1371600"/>
                </a:lnTo>
                <a:lnTo>
                  <a:pt x="10624451" y="13843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14094" y="2997199"/>
            <a:ext cx="8952230" cy="84836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b="1">
                <a:latin typeface="宋体"/>
                <a:cs typeface="宋体"/>
              </a:rPr>
              <a:t>格式化字符串</a:t>
            </a:r>
            <a:r>
              <a:rPr dirty="0" sz="1800">
                <a:latin typeface="宋体"/>
                <a:cs typeface="宋体"/>
              </a:rPr>
              <a:t>：是指在创建字符串时使用占位符，然后再对占位符进行赋值。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 b="1">
                <a:latin typeface="宋体"/>
                <a:cs typeface="宋体"/>
              </a:rPr>
              <a:t>格式化字符串的作用</a:t>
            </a:r>
            <a:r>
              <a:rPr dirty="0" sz="1800">
                <a:latin typeface="宋体"/>
                <a:cs typeface="宋体"/>
              </a:rPr>
              <a:t>：随着赋值内容的变化，能够重复输出固定格式但内容不同的文本。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6468" y="4520184"/>
            <a:ext cx="10799445" cy="1294130"/>
          </a:xfrm>
          <a:custGeom>
            <a:avLst/>
            <a:gdLst/>
            <a:ahLst/>
            <a:cxnLst/>
            <a:rect l="l" t="t" r="r" b="b"/>
            <a:pathLst>
              <a:path w="10799445" h="1294129">
                <a:moveTo>
                  <a:pt x="10584180" y="1293876"/>
                </a:moveTo>
                <a:lnTo>
                  <a:pt x="214884" y="1293876"/>
                </a:lnTo>
                <a:lnTo>
                  <a:pt x="165509" y="1287949"/>
                </a:lnTo>
                <a:lnTo>
                  <a:pt x="120187" y="1271564"/>
                </a:lnTo>
                <a:lnTo>
                  <a:pt x="80221" y="1245999"/>
                </a:lnTo>
                <a:lnTo>
                  <a:pt x="46916" y="1212529"/>
                </a:lnTo>
                <a:lnTo>
                  <a:pt x="21575" y="1172433"/>
                </a:lnTo>
                <a:lnTo>
                  <a:pt x="5502" y="1126987"/>
                </a:lnTo>
                <a:lnTo>
                  <a:pt x="0" y="1077467"/>
                </a:lnTo>
                <a:lnTo>
                  <a:pt x="0" y="216407"/>
                </a:lnTo>
                <a:lnTo>
                  <a:pt x="5502" y="166795"/>
                </a:lnTo>
                <a:lnTo>
                  <a:pt x="21575" y="121286"/>
                </a:lnTo>
                <a:lnTo>
                  <a:pt x="46916" y="81159"/>
                </a:lnTo>
                <a:lnTo>
                  <a:pt x="80221" y="47690"/>
                </a:lnTo>
                <a:lnTo>
                  <a:pt x="120187" y="22155"/>
                </a:lnTo>
                <a:lnTo>
                  <a:pt x="165509" y="5833"/>
                </a:lnTo>
                <a:lnTo>
                  <a:pt x="214884" y="0"/>
                </a:lnTo>
                <a:lnTo>
                  <a:pt x="10584180" y="0"/>
                </a:lnTo>
                <a:lnTo>
                  <a:pt x="10633554" y="5833"/>
                </a:lnTo>
                <a:lnTo>
                  <a:pt x="10678876" y="22155"/>
                </a:lnTo>
                <a:lnTo>
                  <a:pt x="10718842" y="47690"/>
                </a:lnTo>
                <a:lnTo>
                  <a:pt x="10752147" y="81159"/>
                </a:lnTo>
                <a:lnTo>
                  <a:pt x="10777488" y="121286"/>
                </a:lnTo>
                <a:lnTo>
                  <a:pt x="10793561" y="166795"/>
                </a:lnTo>
                <a:lnTo>
                  <a:pt x="10799064" y="216407"/>
                </a:lnTo>
                <a:lnTo>
                  <a:pt x="10799064" y="1077467"/>
                </a:lnTo>
                <a:lnTo>
                  <a:pt x="10793561" y="1126987"/>
                </a:lnTo>
                <a:lnTo>
                  <a:pt x="10777488" y="1172433"/>
                </a:lnTo>
                <a:lnTo>
                  <a:pt x="10752147" y="1212529"/>
                </a:lnTo>
                <a:lnTo>
                  <a:pt x="10718842" y="1245999"/>
                </a:lnTo>
                <a:lnTo>
                  <a:pt x="10678876" y="1271564"/>
                </a:lnTo>
                <a:lnTo>
                  <a:pt x="10633554" y="1287949"/>
                </a:lnTo>
                <a:lnTo>
                  <a:pt x="10584180" y="12938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89609" y="4514215"/>
            <a:ext cx="10812780" cy="1295400"/>
          </a:xfrm>
          <a:custGeom>
            <a:avLst/>
            <a:gdLst/>
            <a:ahLst/>
            <a:cxnLst/>
            <a:rect l="l" t="t" r="r" b="b"/>
            <a:pathLst>
              <a:path w="10812780" h="1295400">
                <a:moveTo>
                  <a:pt x="10667225" y="12700"/>
                </a:moveTo>
                <a:lnTo>
                  <a:pt x="145554" y="12700"/>
                </a:lnTo>
                <a:lnTo>
                  <a:pt x="155867" y="0"/>
                </a:lnTo>
                <a:lnTo>
                  <a:pt x="10656912" y="0"/>
                </a:lnTo>
                <a:lnTo>
                  <a:pt x="10667225" y="12700"/>
                </a:lnTo>
                <a:close/>
              </a:path>
              <a:path w="10812780" h="1295400">
                <a:moveTo>
                  <a:pt x="140284" y="25400"/>
                </a:moveTo>
                <a:lnTo>
                  <a:pt x="116090" y="25400"/>
                </a:lnTo>
                <a:lnTo>
                  <a:pt x="125653" y="12700"/>
                </a:lnTo>
                <a:lnTo>
                  <a:pt x="150075" y="12700"/>
                </a:lnTo>
                <a:lnTo>
                  <a:pt x="140284" y="25400"/>
                </a:lnTo>
                <a:close/>
              </a:path>
              <a:path w="10812780" h="1295400">
                <a:moveTo>
                  <a:pt x="149771" y="25400"/>
                </a:moveTo>
                <a:lnTo>
                  <a:pt x="150075" y="12700"/>
                </a:lnTo>
                <a:lnTo>
                  <a:pt x="159791" y="12700"/>
                </a:lnTo>
                <a:lnTo>
                  <a:pt x="149771" y="25400"/>
                </a:lnTo>
                <a:close/>
              </a:path>
              <a:path w="10812780" h="1295400">
                <a:moveTo>
                  <a:pt x="10662996" y="25400"/>
                </a:moveTo>
                <a:lnTo>
                  <a:pt x="10652988" y="12700"/>
                </a:lnTo>
                <a:lnTo>
                  <a:pt x="10662704" y="12700"/>
                </a:lnTo>
                <a:lnTo>
                  <a:pt x="10662996" y="25400"/>
                </a:lnTo>
                <a:close/>
              </a:path>
              <a:path w="10812780" h="1295400">
                <a:moveTo>
                  <a:pt x="10696689" y="25400"/>
                </a:moveTo>
                <a:lnTo>
                  <a:pt x="10672495" y="25400"/>
                </a:lnTo>
                <a:lnTo>
                  <a:pt x="10662704" y="12700"/>
                </a:lnTo>
                <a:lnTo>
                  <a:pt x="10687126" y="12700"/>
                </a:lnTo>
                <a:lnTo>
                  <a:pt x="10696689" y="25400"/>
                </a:lnTo>
                <a:close/>
              </a:path>
              <a:path w="10812780" h="1295400">
                <a:moveTo>
                  <a:pt x="113258" y="38100"/>
                </a:moveTo>
                <a:lnTo>
                  <a:pt x="89103" y="38100"/>
                </a:lnTo>
                <a:lnTo>
                  <a:pt x="97802" y="25400"/>
                </a:lnTo>
                <a:lnTo>
                  <a:pt x="122288" y="25400"/>
                </a:lnTo>
                <a:lnTo>
                  <a:pt x="113258" y="38100"/>
                </a:lnTo>
                <a:close/>
              </a:path>
              <a:path w="10812780" h="1295400">
                <a:moveTo>
                  <a:pt x="10723676" y="38100"/>
                </a:moveTo>
                <a:lnTo>
                  <a:pt x="10699521" y="38100"/>
                </a:lnTo>
                <a:lnTo>
                  <a:pt x="10690491" y="25400"/>
                </a:lnTo>
                <a:lnTo>
                  <a:pt x="10714977" y="25400"/>
                </a:lnTo>
                <a:lnTo>
                  <a:pt x="10723676" y="38100"/>
                </a:lnTo>
                <a:close/>
              </a:path>
              <a:path w="10812780" h="1295400">
                <a:moveTo>
                  <a:pt x="81102" y="63500"/>
                </a:moveTo>
                <a:lnTo>
                  <a:pt x="64973" y="63500"/>
                </a:lnTo>
                <a:lnTo>
                  <a:pt x="72669" y="50800"/>
                </a:lnTo>
                <a:lnTo>
                  <a:pt x="80721" y="38100"/>
                </a:lnTo>
                <a:lnTo>
                  <a:pt x="105029" y="38100"/>
                </a:lnTo>
                <a:lnTo>
                  <a:pt x="96583" y="50800"/>
                </a:lnTo>
                <a:lnTo>
                  <a:pt x="88925" y="50800"/>
                </a:lnTo>
                <a:lnTo>
                  <a:pt x="81102" y="63500"/>
                </a:lnTo>
                <a:close/>
              </a:path>
              <a:path w="10812780" h="1295400">
                <a:moveTo>
                  <a:pt x="10747806" y="63500"/>
                </a:moveTo>
                <a:lnTo>
                  <a:pt x="10731677" y="63500"/>
                </a:lnTo>
                <a:lnTo>
                  <a:pt x="10723854" y="50800"/>
                </a:lnTo>
                <a:lnTo>
                  <a:pt x="10716196" y="50800"/>
                </a:lnTo>
                <a:lnTo>
                  <a:pt x="10707751" y="38100"/>
                </a:lnTo>
                <a:lnTo>
                  <a:pt x="10732058" y="38100"/>
                </a:lnTo>
                <a:lnTo>
                  <a:pt x="10740110" y="50800"/>
                </a:lnTo>
                <a:lnTo>
                  <a:pt x="10747806" y="63500"/>
                </a:lnTo>
                <a:close/>
              </a:path>
              <a:path w="10812780" h="1295400">
                <a:moveTo>
                  <a:pt x="54152" y="88900"/>
                </a:moveTo>
                <a:lnTo>
                  <a:pt x="44069" y="88900"/>
                </a:lnTo>
                <a:lnTo>
                  <a:pt x="50660" y="76200"/>
                </a:lnTo>
                <a:lnTo>
                  <a:pt x="57632" y="63500"/>
                </a:lnTo>
                <a:lnTo>
                  <a:pt x="74053" y="63500"/>
                </a:lnTo>
                <a:lnTo>
                  <a:pt x="66929" y="76200"/>
                </a:lnTo>
                <a:lnTo>
                  <a:pt x="60553" y="76200"/>
                </a:lnTo>
                <a:lnTo>
                  <a:pt x="54152" y="88900"/>
                </a:lnTo>
                <a:close/>
              </a:path>
              <a:path w="10812780" h="1295400">
                <a:moveTo>
                  <a:pt x="10768711" y="88900"/>
                </a:moveTo>
                <a:lnTo>
                  <a:pt x="10758627" y="88900"/>
                </a:lnTo>
                <a:lnTo>
                  <a:pt x="10752226" y="76200"/>
                </a:lnTo>
                <a:lnTo>
                  <a:pt x="10745851" y="76200"/>
                </a:lnTo>
                <a:lnTo>
                  <a:pt x="10738726" y="63500"/>
                </a:lnTo>
                <a:lnTo>
                  <a:pt x="10755147" y="63500"/>
                </a:lnTo>
                <a:lnTo>
                  <a:pt x="10762119" y="76200"/>
                </a:lnTo>
                <a:lnTo>
                  <a:pt x="10768711" y="88900"/>
                </a:lnTo>
                <a:close/>
              </a:path>
              <a:path w="10812780" h="1295400">
                <a:moveTo>
                  <a:pt x="60350" y="88900"/>
                </a:moveTo>
                <a:lnTo>
                  <a:pt x="60553" y="76200"/>
                </a:lnTo>
                <a:lnTo>
                  <a:pt x="67132" y="76200"/>
                </a:lnTo>
                <a:lnTo>
                  <a:pt x="60350" y="88900"/>
                </a:lnTo>
                <a:close/>
              </a:path>
              <a:path w="10812780" h="1295400">
                <a:moveTo>
                  <a:pt x="10752429" y="88900"/>
                </a:moveTo>
                <a:lnTo>
                  <a:pt x="10745647" y="76200"/>
                </a:lnTo>
                <a:lnTo>
                  <a:pt x="10752226" y="76200"/>
                </a:lnTo>
                <a:lnTo>
                  <a:pt x="10752429" y="88900"/>
                </a:lnTo>
                <a:close/>
              </a:path>
              <a:path w="10812780" h="1295400">
                <a:moveTo>
                  <a:pt x="37858" y="114300"/>
                </a:moveTo>
                <a:lnTo>
                  <a:pt x="26771" y="114300"/>
                </a:lnTo>
                <a:lnTo>
                  <a:pt x="32118" y="101600"/>
                </a:lnTo>
                <a:lnTo>
                  <a:pt x="37884" y="88900"/>
                </a:lnTo>
                <a:lnTo>
                  <a:pt x="54330" y="88900"/>
                </a:lnTo>
                <a:lnTo>
                  <a:pt x="48323" y="101600"/>
                </a:lnTo>
                <a:lnTo>
                  <a:pt x="43053" y="101600"/>
                </a:lnTo>
                <a:lnTo>
                  <a:pt x="37858" y="114300"/>
                </a:lnTo>
                <a:close/>
              </a:path>
              <a:path w="10812780" h="1295400">
                <a:moveTo>
                  <a:pt x="10786008" y="114300"/>
                </a:moveTo>
                <a:lnTo>
                  <a:pt x="10774921" y="114300"/>
                </a:lnTo>
                <a:lnTo>
                  <a:pt x="10769727" y="101600"/>
                </a:lnTo>
                <a:lnTo>
                  <a:pt x="10764456" y="101600"/>
                </a:lnTo>
                <a:lnTo>
                  <a:pt x="10758449" y="88900"/>
                </a:lnTo>
                <a:lnTo>
                  <a:pt x="10774895" y="88900"/>
                </a:lnTo>
                <a:lnTo>
                  <a:pt x="10780661" y="101600"/>
                </a:lnTo>
                <a:lnTo>
                  <a:pt x="10786008" y="114300"/>
                </a:lnTo>
                <a:close/>
              </a:path>
              <a:path w="10812780" h="1295400">
                <a:moveTo>
                  <a:pt x="19240" y="165100"/>
                </a:moveTo>
                <a:lnTo>
                  <a:pt x="6985" y="165100"/>
                </a:lnTo>
                <a:lnTo>
                  <a:pt x="9969" y="152400"/>
                </a:lnTo>
                <a:lnTo>
                  <a:pt x="13462" y="139700"/>
                </a:lnTo>
                <a:lnTo>
                  <a:pt x="17437" y="127000"/>
                </a:lnTo>
                <a:lnTo>
                  <a:pt x="21882" y="114300"/>
                </a:lnTo>
                <a:lnTo>
                  <a:pt x="38011" y="114300"/>
                </a:lnTo>
                <a:lnTo>
                  <a:pt x="33248" y="127000"/>
                </a:lnTo>
                <a:lnTo>
                  <a:pt x="33388" y="127000"/>
                </a:lnTo>
                <a:lnTo>
                  <a:pt x="29070" y="139700"/>
                </a:lnTo>
                <a:lnTo>
                  <a:pt x="25438" y="139700"/>
                </a:lnTo>
                <a:lnTo>
                  <a:pt x="22047" y="152400"/>
                </a:lnTo>
                <a:lnTo>
                  <a:pt x="19240" y="165100"/>
                </a:lnTo>
                <a:close/>
              </a:path>
              <a:path w="10812780" h="1295400">
                <a:moveTo>
                  <a:pt x="10805795" y="165100"/>
                </a:moveTo>
                <a:lnTo>
                  <a:pt x="10793539" y="165100"/>
                </a:lnTo>
                <a:lnTo>
                  <a:pt x="10790631" y="152400"/>
                </a:lnTo>
                <a:lnTo>
                  <a:pt x="10787341" y="139700"/>
                </a:lnTo>
                <a:lnTo>
                  <a:pt x="10783709" y="139700"/>
                </a:lnTo>
                <a:lnTo>
                  <a:pt x="10779391" y="127000"/>
                </a:lnTo>
                <a:lnTo>
                  <a:pt x="10779531" y="127000"/>
                </a:lnTo>
                <a:lnTo>
                  <a:pt x="10774768" y="114300"/>
                </a:lnTo>
                <a:lnTo>
                  <a:pt x="10790897" y="114300"/>
                </a:lnTo>
                <a:lnTo>
                  <a:pt x="10795342" y="127000"/>
                </a:lnTo>
                <a:lnTo>
                  <a:pt x="10799318" y="139700"/>
                </a:lnTo>
                <a:lnTo>
                  <a:pt x="10802810" y="152400"/>
                </a:lnTo>
                <a:lnTo>
                  <a:pt x="10805795" y="165100"/>
                </a:lnTo>
                <a:close/>
              </a:path>
              <a:path w="10812780" h="1295400">
                <a:moveTo>
                  <a:pt x="14363" y="190500"/>
                </a:moveTo>
                <a:lnTo>
                  <a:pt x="1778" y="190500"/>
                </a:lnTo>
                <a:lnTo>
                  <a:pt x="2565" y="177800"/>
                </a:lnTo>
                <a:lnTo>
                  <a:pt x="4508" y="165100"/>
                </a:lnTo>
                <a:lnTo>
                  <a:pt x="19316" y="165100"/>
                </a:lnTo>
                <a:lnTo>
                  <a:pt x="16916" y="177800"/>
                </a:lnTo>
                <a:lnTo>
                  <a:pt x="15125" y="177800"/>
                </a:lnTo>
                <a:lnTo>
                  <a:pt x="14363" y="190500"/>
                </a:lnTo>
                <a:close/>
              </a:path>
              <a:path w="10812780" h="1295400">
                <a:moveTo>
                  <a:pt x="10811002" y="190500"/>
                </a:moveTo>
                <a:lnTo>
                  <a:pt x="10798403" y="190500"/>
                </a:lnTo>
                <a:lnTo>
                  <a:pt x="10797654" y="177800"/>
                </a:lnTo>
                <a:lnTo>
                  <a:pt x="10795863" y="177800"/>
                </a:lnTo>
                <a:lnTo>
                  <a:pt x="10793463" y="165100"/>
                </a:lnTo>
                <a:lnTo>
                  <a:pt x="10808271" y="165100"/>
                </a:lnTo>
                <a:lnTo>
                  <a:pt x="10810214" y="177800"/>
                </a:lnTo>
                <a:lnTo>
                  <a:pt x="10811002" y="190500"/>
                </a:lnTo>
                <a:close/>
              </a:path>
              <a:path w="10812780" h="1295400">
                <a:moveTo>
                  <a:pt x="13309" y="203200"/>
                </a:moveTo>
                <a:lnTo>
                  <a:pt x="647" y="203200"/>
                </a:lnTo>
                <a:lnTo>
                  <a:pt x="1143" y="190500"/>
                </a:lnTo>
                <a:lnTo>
                  <a:pt x="13792" y="190500"/>
                </a:lnTo>
                <a:lnTo>
                  <a:pt x="13309" y="203200"/>
                </a:lnTo>
                <a:close/>
              </a:path>
              <a:path w="10812780" h="1295400">
                <a:moveTo>
                  <a:pt x="10812132" y="203200"/>
                </a:moveTo>
                <a:lnTo>
                  <a:pt x="10799470" y="203200"/>
                </a:lnTo>
                <a:lnTo>
                  <a:pt x="10798987" y="190500"/>
                </a:lnTo>
                <a:lnTo>
                  <a:pt x="10811637" y="190500"/>
                </a:lnTo>
                <a:lnTo>
                  <a:pt x="10812132" y="203200"/>
                </a:lnTo>
                <a:close/>
              </a:path>
              <a:path w="10812780" h="1295400">
                <a:moveTo>
                  <a:pt x="12763" y="215900"/>
                </a:moveTo>
                <a:lnTo>
                  <a:pt x="76" y="215900"/>
                </a:lnTo>
                <a:lnTo>
                  <a:pt x="292" y="203200"/>
                </a:lnTo>
                <a:lnTo>
                  <a:pt x="12979" y="203200"/>
                </a:lnTo>
                <a:lnTo>
                  <a:pt x="12763" y="215900"/>
                </a:lnTo>
                <a:close/>
              </a:path>
              <a:path w="10812780" h="1295400">
                <a:moveTo>
                  <a:pt x="10812703" y="215900"/>
                </a:moveTo>
                <a:lnTo>
                  <a:pt x="10800016" y="215900"/>
                </a:lnTo>
                <a:lnTo>
                  <a:pt x="10799800" y="203200"/>
                </a:lnTo>
                <a:lnTo>
                  <a:pt x="10812487" y="203200"/>
                </a:lnTo>
                <a:lnTo>
                  <a:pt x="10812703" y="215900"/>
                </a:lnTo>
                <a:close/>
              </a:path>
              <a:path w="10812780" h="1295400">
                <a:moveTo>
                  <a:pt x="12700" y="1079500"/>
                </a:moveTo>
                <a:lnTo>
                  <a:pt x="0" y="1079500"/>
                </a:lnTo>
                <a:lnTo>
                  <a:pt x="0" y="215900"/>
                </a:lnTo>
                <a:lnTo>
                  <a:pt x="12700" y="215900"/>
                </a:lnTo>
                <a:lnTo>
                  <a:pt x="12700" y="1079500"/>
                </a:lnTo>
                <a:close/>
              </a:path>
              <a:path w="10812780" h="1295400">
                <a:moveTo>
                  <a:pt x="10812780" y="1079500"/>
                </a:moveTo>
                <a:lnTo>
                  <a:pt x="10800080" y="1079500"/>
                </a:lnTo>
                <a:lnTo>
                  <a:pt x="10800080" y="215900"/>
                </a:lnTo>
                <a:lnTo>
                  <a:pt x="10812780" y="215900"/>
                </a:lnTo>
                <a:lnTo>
                  <a:pt x="10812780" y="1079500"/>
                </a:lnTo>
                <a:close/>
              </a:path>
              <a:path w="10812780" h="1295400">
                <a:moveTo>
                  <a:pt x="12979" y="1092200"/>
                </a:moveTo>
                <a:lnTo>
                  <a:pt x="292" y="1092200"/>
                </a:lnTo>
                <a:lnTo>
                  <a:pt x="76" y="1079500"/>
                </a:lnTo>
                <a:lnTo>
                  <a:pt x="12763" y="1079500"/>
                </a:lnTo>
                <a:lnTo>
                  <a:pt x="12979" y="1092200"/>
                </a:lnTo>
                <a:close/>
              </a:path>
              <a:path w="10812780" h="1295400">
                <a:moveTo>
                  <a:pt x="10812487" y="1092200"/>
                </a:moveTo>
                <a:lnTo>
                  <a:pt x="10799800" y="1092200"/>
                </a:lnTo>
                <a:lnTo>
                  <a:pt x="10800016" y="1079500"/>
                </a:lnTo>
                <a:lnTo>
                  <a:pt x="10812703" y="1079500"/>
                </a:lnTo>
                <a:lnTo>
                  <a:pt x="10812487" y="1092200"/>
                </a:lnTo>
                <a:close/>
              </a:path>
              <a:path w="10812780" h="1295400">
                <a:moveTo>
                  <a:pt x="13792" y="1104900"/>
                </a:moveTo>
                <a:lnTo>
                  <a:pt x="1143" y="1104900"/>
                </a:lnTo>
                <a:lnTo>
                  <a:pt x="647" y="1092200"/>
                </a:lnTo>
                <a:lnTo>
                  <a:pt x="13309" y="1092200"/>
                </a:lnTo>
                <a:lnTo>
                  <a:pt x="13792" y="1104900"/>
                </a:lnTo>
                <a:close/>
              </a:path>
              <a:path w="10812780" h="1295400">
                <a:moveTo>
                  <a:pt x="10811637" y="1104900"/>
                </a:moveTo>
                <a:lnTo>
                  <a:pt x="10798987" y="1104900"/>
                </a:lnTo>
                <a:lnTo>
                  <a:pt x="10799470" y="1092200"/>
                </a:lnTo>
                <a:lnTo>
                  <a:pt x="10812132" y="1092200"/>
                </a:lnTo>
                <a:lnTo>
                  <a:pt x="10811637" y="1104900"/>
                </a:lnTo>
                <a:close/>
              </a:path>
              <a:path w="10812780" h="1295400">
                <a:moveTo>
                  <a:pt x="33388" y="1168400"/>
                </a:moveTo>
                <a:lnTo>
                  <a:pt x="17437" y="1168400"/>
                </a:lnTo>
                <a:lnTo>
                  <a:pt x="13462" y="1155700"/>
                </a:lnTo>
                <a:lnTo>
                  <a:pt x="9969" y="1143000"/>
                </a:lnTo>
                <a:lnTo>
                  <a:pt x="6985" y="1130300"/>
                </a:lnTo>
                <a:lnTo>
                  <a:pt x="4508" y="1117600"/>
                </a:lnTo>
                <a:lnTo>
                  <a:pt x="2565" y="1104900"/>
                </a:lnTo>
                <a:lnTo>
                  <a:pt x="15087" y="1104900"/>
                </a:lnTo>
                <a:lnTo>
                  <a:pt x="16979" y="1117600"/>
                </a:lnTo>
                <a:lnTo>
                  <a:pt x="19316" y="1130300"/>
                </a:lnTo>
                <a:lnTo>
                  <a:pt x="22148" y="1143000"/>
                </a:lnTo>
                <a:lnTo>
                  <a:pt x="25438" y="1155700"/>
                </a:lnTo>
                <a:lnTo>
                  <a:pt x="29070" y="1155700"/>
                </a:lnTo>
                <a:lnTo>
                  <a:pt x="33388" y="1168400"/>
                </a:lnTo>
                <a:close/>
              </a:path>
              <a:path w="10812780" h="1295400">
                <a:moveTo>
                  <a:pt x="10795342" y="1168400"/>
                </a:moveTo>
                <a:lnTo>
                  <a:pt x="10779391" y="1168400"/>
                </a:lnTo>
                <a:lnTo>
                  <a:pt x="10783709" y="1155700"/>
                </a:lnTo>
                <a:lnTo>
                  <a:pt x="10787341" y="1155700"/>
                </a:lnTo>
                <a:lnTo>
                  <a:pt x="10790732" y="1143000"/>
                </a:lnTo>
                <a:lnTo>
                  <a:pt x="10793539" y="1130300"/>
                </a:lnTo>
                <a:lnTo>
                  <a:pt x="10795863" y="1117600"/>
                </a:lnTo>
                <a:lnTo>
                  <a:pt x="10797692" y="1104900"/>
                </a:lnTo>
                <a:lnTo>
                  <a:pt x="10810214" y="1104900"/>
                </a:lnTo>
                <a:lnTo>
                  <a:pt x="10808271" y="1117600"/>
                </a:lnTo>
                <a:lnTo>
                  <a:pt x="10805795" y="1130300"/>
                </a:lnTo>
                <a:lnTo>
                  <a:pt x="10802810" y="1143000"/>
                </a:lnTo>
                <a:lnTo>
                  <a:pt x="10799318" y="1155700"/>
                </a:lnTo>
                <a:lnTo>
                  <a:pt x="10795342" y="1168400"/>
                </a:lnTo>
                <a:close/>
              </a:path>
              <a:path w="10812780" h="1295400">
                <a:moveTo>
                  <a:pt x="29184" y="1155700"/>
                </a:moveTo>
                <a:lnTo>
                  <a:pt x="25438" y="1155700"/>
                </a:lnTo>
                <a:lnTo>
                  <a:pt x="25336" y="1143000"/>
                </a:lnTo>
                <a:lnTo>
                  <a:pt x="29184" y="1155700"/>
                </a:lnTo>
                <a:close/>
              </a:path>
              <a:path w="10812780" h="1295400">
                <a:moveTo>
                  <a:pt x="10787341" y="1155700"/>
                </a:moveTo>
                <a:lnTo>
                  <a:pt x="10783582" y="1155700"/>
                </a:lnTo>
                <a:lnTo>
                  <a:pt x="10787443" y="1143000"/>
                </a:lnTo>
                <a:lnTo>
                  <a:pt x="10787341" y="1155700"/>
                </a:lnTo>
                <a:close/>
              </a:path>
              <a:path w="10812780" h="1295400">
                <a:moveTo>
                  <a:pt x="54330" y="1206500"/>
                </a:moveTo>
                <a:lnTo>
                  <a:pt x="37884" y="1206500"/>
                </a:lnTo>
                <a:lnTo>
                  <a:pt x="32118" y="1193800"/>
                </a:lnTo>
                <a:lnTo>
                  <a:pt x="26771" y="1181100"/>
                </a:lnTo>
                <a:lnTo>
                  <a:pt x="21882" y="1168400"/>
                </a:lnTo>
                <a:lnTo>
                  <a:pt x="33248" y="1168400"/>
                </a:lnTo>
                <a:lnTo>
                  <a:pt x="38011" y="1181100"/>
                </a:lnTo>
                <a:lnTo>
                  <a:pt x="42887" y="1181100"/>
                </a:lnTo>
                <a:lnTo>
                  <a:pt x="48501" y="1193800"/>
                </a:lnTo>
                <a:lnTo>
                  <a:pt x="48323" y="1193800"/>
                </a:lnTo>
                <a:lnTo>
                  <a:pt x="54330" y="1206500"/>
                </a:lnTo>
                <a:close/>
              </a:path>
              <a:path w="10812780" h="1295400">
                <a:moveTo>
                  <a:pt x="10774895" y="1206500"/>
                </a:moveTo>
                <a:lnTo>
                  <a:pt x="10758449" y="1206500"/>
                </a:lnTo>
                <a:lnTo>
                  <a:pt x="10764456" y="1193800"/>
                </a:lnTo>
                <a:lnTo>
                  <a:pt x="10764278" y="1193800"/>
                </a:lnTo>
                <a:lnTo>
                  <a:pt x="10769892" y="1181100"/>
                </a:lnTo>
                <a:lnTo>
                  <a:pt x="10774768" y="1181100"/>
                </a:lnTo>
                <a:lnTo>
                  <a:pt x="10779531" y="1168400"/>
                </a:lnTo>
                <a:lnTo>
                  <a:pt x="10790897" y="1168400"/>
                </a:lnTo>
                <a:lnTo>
                  <a:pt x="10786008" y="1181100"/>
                </a:lnTo>
                <a:lnTo>
                  <a:pt x="10780661" y="1193800"/>
                </a:lnTo>
                <a:lnTo>
                  <a:pt x="10774895" y="1206500"/>
                </a:lnTo>
                <a:close/>
              </a:path>
              <a:path w="10812780" h="1295400">
                <a:moveTo>
                  <a:pt x="81330" y="1231900"/>
                </a:moveTo>
                <a:lnTo>
                  <a:pt x="57632" y="1231900"/>
                </a:lnTo>
                <a:lnTo>
                  <a:pt x="50660" y="1219200"/>
                </a:lnTo>
                <a:lnTo>
                  <a:pt x="44069" y="1206500"/>
                </a:lnTo>
                <a:lnTo>
                  <a:pt x="60350" y="1206500"/>
                </a:lnTo>
                <a:lnTo>
                  <a:pt x="67132" y="1219200"/>
                </a:lnTo>
                <a:lnTo>
                  <a:pt x="73850" y="1219200"/>
                </a:lnTo>
                <a:lnTo>
                  <a:pt x="81330" y="1231900"/>
                </a:lnTo>
                <a:close/>
              </a:path>
              <a:path w="10812780" h="1295400">
                <a:moveTo>
                  <a:pt x="10755147" y="1231900"/>
                </a:moveTo>
                <a:lnTo>
                  <a:pt x="10731449" y="1231900"/>
                </a:lnTo>
                <a:lnTo>
                  <a:pt x="10738929" y="1219200"/>
                </a:lnTo>
                <a:lnTo>
                  <a:pt x="10745647" y="1219200"/>
                </a:lnTo>
                <a:lnTo>
                  <a:pt x="10752429" y="1206500"/>
                </a:lnTo>
                <a:lnTo>
                  <a:pt x="10768711" y="1206500"/>
                </a:lnTo>
                <a:lnTo>
                  <a:pt x="10762119" y="1219200"/>
                </a:lnTo>
                <a:lnTo>
                  <a:pt x="10755147" y="1231900"/>
                </a:lnTo>
                <a:close/>
              </a:path>
              <a:path w="10812780" h="1295400">
                <a:moveTo>
                  <a:pt x="88925" y="1244600"/>
                </a:moveTo>
                <a:lnTo>
                  <a:pt x="72669" y="1244600"/>
                </a:lnTo>
                <a:lnTo>
                  <a:pt x="64973" y="1231900"/>
                </a:lnTo>
                <a:lnTo>
                  <a:pt x="81102" y="1231900"/>
                </a:lnTo>
                <a:lnTo>
                  <a:pt x="88925" y="1244600"/>
                </a:lnTo>
                <a:close/>
              </a:path>
              <a:path w="10812780" h="1295400">
                <a:moveTo>
                  <a:pt x="10740110" y="1244600"/>
                </a:moveTo>
                <a:lnTo>
                  <a:pt x="10723854" y="1244600"/>
                </a:lnTo>
                <a:lnTo>
                  <a:pt x="10731677" y="1231900"/>
                </a:lnTo>
                <a:lnTo>
                  <a:pt x="10747806" y="1231900"/>
                </a:lnTo>
                <a:lnTo>
                  <a:pt x="10740110" y="1244600"/>
                </a:lnTo>
                <a:close/>
              </a:path>
              <a:path w="10812780" h="1295400">
                <a:moveTo>
                  <a:pt x="113525" y="1257300"/>
                </a:moveTo>
                <a:lnTo>
                  <a:pt x="89103" y="1257300"/>
                </a:lnTo>
                <a:lnTo>
                  <a:pt x="80721" y="1244600"/>
                </a:lnTo>
                <a:lnTo>
                  <a:pt x="104775" y="1244600"/>
                </a:lnTo>
                <a:lnTo>
                  <a:pt x="113525" y="1257300"/>
                </a:lnTo>
                <a:close/>
              </a:path>
              <a:path w="10812780" h="1295400">
                <a:moveTo>
                  <a:pt x="10723676" y="1257300"/>
                </a:moveTo>
                <a:lnTo>
                  <a:pt x="10699254" y="1257300"/>
                </a:lnTo>
                <a:lnTo>
                  <a:pt x="10707992" y="1244600"/>
                </a:lnTo>
                <a:lnTo>
                  <a:pt x="10732058" y="1244600"/>
                </a:lnTo>
                <a:lnTo>
                  <a:pt x="10723676" y="1257300"/>
                </a:lnTo>
                <a:close/>
              </a:path>
              <a:path w="10812780" h="1295400">
                <a:moveTo>
                  <a:pt x="131305" y="1270000"/>
                </a:moveTo>
                <a:lnTo>
                  <a:pt x="106794" y="1270000"/>
                </a:lnTo>
                <a:lnTo>
                  <a:pt x="97802" y="1257300"/>
                </a:lnTo>
                <a:lnTo>
                  <a:pt x="122008" y="1257300"/>
                </a:lnTo>
                <a:lnTo>
                  <a:pt x="131305" y="1270000"/>
                </a:lnTo>
                <a:close/>
              </a:path>
              <a:path w="10812780" h="1295400">
                <a:moveTo>
                  <a:pt x="10705985" y="1270000"/>
                </a:moveTo>
                <a:lnTo>
                  <a:pt x="10681474" y="1270000"/>
                </a:lnTo>
                <a:lnTo>
                  <a:pt x="10690771" y="1257300"/>
                </a:lnTo>
                <a:lnTo>
                  <a:pt x="10714977" y="1257300"/>
                </a:lnTo>
                <a:lnTo>
                  <a:pt x="10705985" y="1270000"/>
                </a:lnTo>
                <a:close/>
              </a:path>
              <a:path w="10812780" h="1295400">
                <a:moveTo>
                  <a:pt x="159791" y="1282700"/>
                </a:moveTo>
                <a:lnTo>
                  <a:pt x="125653" y="1282700"/>
                </a:lnTo>
                <a:lnTo>
                  <a:pt x="116090" y="1270000"/>
                </a:lnTo>
                <a:lnTo>
                  <a:pt x="149771" y="1270000"/>
                </a:lnTo>
                <a:lnTo>
                  <a:pt x="159791" y="1282700"/>
                </a:lnTo>
                <a:close/>
              </a:path>
              <a:path w="10812780" h="1295400">
                <a:moveTo>
                  <a:pt x="10687126" y="1282700"/>
                </a:moveTo>
                <a:lnTo>
                  <a:pt x="10652988" y="1282700"/>
                </a:lnTo>
                <a:lnTo>
                  <a:pt x="10662996" y="1270000"/>
                </a:lnTo>
                <a:lnTo>
                  <a:pt x="10696689" y="1270000"/>
                </a:lnTo>
                <a:lnTo>
                  <a:pt x="10687126" y="1282700"/>
                </a:lnTo>
                <a:close/>
              </a:path>
              <a:path w="10812780" h="1295400">
                <a:moveTo>
                  <a:pt x="10656912" y="1295400"/>
                </a:moveTo>
                <a:lnTo>
                  <a:pt x="155867" y="1295400"/>
                </a:lnTo>
                <a:lnTo>
                  <a:pt x="145554" y="1282700"/>
                </a:lnTo>
                <a:lnTo>
                  <a:pt x="10667225" y="1282700"/>
                </a:lnTo>
                <a:lnTo>
                  <a:pt x="10656912" y="12954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14094" y="4700904"/>
            <a:ext cx="34671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800" b="1">
                <a:latin typeface="宋体"/>
                <a:cs typeface="宋体"/>
              </a:rPr>
              <a:t>格式化方式一</a:t>
            </a:r>
            <a:r>
              <a:rPr dirty="0" sz="1800">
                <a:latin typeface="宋体"/>
                <a:cs typeface="宋体"/>
              </a:rPr>
              <a:t>：使用</a:t>
            </a:r>
            <a:r>
              <a:rPr dirty="0" sz="1800" spc="-30">
                <a:latin typeface="宋体"/>
                <a:cs typeface="宋体"/>
              </a:rPr>
              <a:t> </a:t>
            </a:r>
            <a:r>
              <a:rPr dirty="0" sz="1800" b="1">
                <a:latin typeface="宋体"/>
                <a:cs typeface="宋体"/>
              </a:rPr>
              <a:t>%</a:t>
            </a:r>
            <a:r>
              <a:rPr dirty="0" sz="1800" spc="-30" b="1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进行占位 </a:t>
            </a:r>
            <a:r>
              <a:rPr dirty="0" sz="1800" b="1">
                <a:latin typeface="宋体"/>
                <a:cs typeface="宋体"/>
              </a:rPr>
              <a:t>格式化方式二：</a:t>
            </a:r>
            <a:r>
              <a:rPr dirty="0" sz="1800">
                <a:latin typeface="宋体"/>
                <a:cs typeface="宋体"/>
              </a:rPr>
              <a:t>使用</a:t>
            </a:r>
            <a:r>
              <a:rPr dirty="0" sz="1800" spc="-300">
                <a:latin typeface="宋体"/>
                <a:cs typeface="宋体"/>
              </a:rPr>
              <a:t> </a:t>
            </a:r>
            <a:r>
              <a:rPr dirty="0" sz="1800" spc="-300" b="1">
                <a:latin typeface="宋体"/>
                <a:cs typeface="宋体"/>
              </a:rPr>
              <a:t>{}</a:t>
            </a:r>
            <a:r>
              <a:rPr dirty="0" sz="1800" spc="-70" b="1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进行占位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41567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格式化方式一：使用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%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进行占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位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12464" y="5265420"/>
            <a:ext cx="5078095" cy="1150620"/>
          </a:xfrm>
          <a:custGeom>
            <a:avLst/>
            <a:gdLst/>
            <a:ahLst/>
            <a:cxnLst/>
            <a:rect l="l" t="t" r="r" b="b"/>
            <a:pathLst>
              <a:path w="5078095" h="1150620">
                <a:moveTo>
                  <a:pt x="4885944" y="1150619"/>
                </a:moveTo>
                <a:lnTo>
                  <a:pt x="192024" y="1150619"/>
                </a:lnTo>
                <a:lnTo>
                  <a:pt x="148100" y="1145554"/>
                </a:lnTo>
                <a:lnTo>
                  <a:pt x="107763" y="1131121"/>
                </a:lnTo>
                <a:lnTo>
                  <a:pt x="72157" y="1108468"/>
                </a:lnTo>
                <a:lnTo>
                  <a:pt x="42431" y="1078742"/>
                </a:lnTo>
                <a:lnTo>
                  <a:pt x="19732" y="1043090"/>
                </a:lnTo>
                <a:lnTo>
                  <a:pt x="5205" y="1002659"/>
                </a:lnTo>
                <a:lnTo>
                  <a:pt x="0" y="958595"/>
                </a:lnTo>
                <a:lnTo>
                  <a:pt x="0" y="192024"/>
                </a:lnTo>
                <a:lnTo>
                  <a:pt x="5205" y="147960"/>
                </a:lnTo>
                <a:lnTo>
                  <a:pt x="19732" y="107529"/>
                </a:lnTo>
                <a:lnTo>
                  <a:pt x="42431" y="71877"/>
                </a:lnTo>
                <a:lnTo>
                  <a:pt x="72157" y="42151"/>
                </a:lnTo>
                <a:lnTo>
                  <a:pt x="107763" y="19498"/>
                </a:lnTo>
                <a:lnTo>
                  <a:pt x="148100" y="5065"/>
                </a:lnTo>
                <a:lnTo>
                  <a:pt x="192024" y="0"/>
                </a:lnTo>
                <a:lnTo>
                  <a:pt x="4885944" y="0"/>
                </a:lnTo>
                <a:lnTo>
                  <a:pt x="4929727" y="5065"/>
                </a:lnTo>
                <a:lnTo>
                  <a:pt x="4969971" y="19498"/>
                </a:lnTo>
                <a:lnTo>
                  <a:pt x="5005530" y="42151"/>
                </a:lnTo>
                <a:lnTo>
                  <a:pt x="5035256" y="71877"/>
                </a:lnTo>
                <a:lnTo>
                  <a:pt x="5058002" y="107529"/>
                </a:lnTo>
                <a:lnTo>
                  <a:pt x="5072622" y="147960"/>
                </a:lnTo>
                <a:lnTo>
                  <a:pt x="5077968" y="192024"/>
                </a:lnTo>
                <a:lnTo>
                  <a:pt x="5077968" y="958595"/>
                </a:lnTo>
                <a:lnTo>
                  <a:pt x="5072622" y="1002659"/>
                </a:lnTo>
                <a:lnTo>
                  <a:pt x="5058002" y="1043090"/>
                </a:lnTo>
                <a:lnTo>
                  <a:pt x="5035256" y="1078742"/>
                </a:lnTo>
                <a:lnTo>
                  <a:pt x="5005530" y="1108468"/>
                </a:lnTo>
                <a:lnTo>
                  <a:pt x="4969971" y="1131121"/>
                </a:lnTo>
                <a:lnTo>
                  <a:pt x="4929727" y="1145554"/>
                </a:lnTo>
                <a:lnTo>
                  <a:pt x="4885944" y="1150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160520" y="5426583"/>
            <a:ext cx="4088765" cy="75692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宋体"/>
                <a:cs typeface="宋体"/>
              </a:rPr>
              <a:t>本年</a:t>
            </a:r>
            <a:r>
              <a:rPr dirty="0" sz="1600" spc="-5">
                <a:latin typeface="宋体"/>
                <a:cs typeface="宋体"/>
              </a:rPr>
              <a:t>3</a:t>
            </a:r>
            <a:r>
              <a:rPr dirty="0" sz="1600">
                <a:latin typeface="宋体"/>
                <a:cs typeface="宋体"/>
              </a:rPr>
              <a:t>月份主营业务收入科目发生额是</a:t>
            </a:r>
            <a:r>
              <a:rPr dirty="0" sz="1600" spc="-5">
                <a:latin typeface="宋体"/>
                <a:cs typeface="宋体"/>
              </a:rPr>
              <a:t>20000元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23160" y="5364479"/>
            <a:ext cx="548640" cy="952500"/>
          </a:xfrm>
          <a:custGeom>
            <a:avLst/>
            <a:gdLst/>
            <a:ahLst/>
            <a:cxnLst/>
            <a:rect l="l" t="t" r="r" b="b"/>
            <a:pathLst>
              <a:path w="548639" h="952500">
                <a:moveTo>
                  <a:pt x="274319" y="952500"/>
                </a:moveTo>
                <a:lnTo>
                  <a:pt x="274319" y="714756"/>
                </a:lnTo>
                <a:lnTo>
                  <a:pt x="0" y="714756"/>
                </a:lnTo>
                <a:lnTo>
                  <a:pt x="0" y="237744"/>
                </a:lnTo>
                <a:lnTo>
                  <a:pt x="274319" y="237744"/>
                </a:lnTo>
                <a:lnTo>
                  <a:pt x="274319" y="0"/>
                </a:lnTo>
                <a:lnTo>
                  <a:pt x="548639" y="477012"/>
                </a:lnTo>
                <a:lnTo>
                  <a:pt x="274319" y="9525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436108" y="2034539"/>
            <a:ext cx="547370" cy="951230"/>
          </a:xfrm>
          <a:custGeom>
            <a:avLst/>
            <a:gdLst/>
            <a:ahLst/>
            <a:cxnLst/>
            <a:rect l="l" t="t" r="r" b="b"/>
            <a:pathLst>
              <a:path w="547370" h="951230">
                <a:moveTo>
                  <a:pt x="272795" y="950976"/>
                </a:moveTo>
                <a:lnTo>
                  <a:pt x="272795" y="713232"/>
                </a:lnTo>
                <a:lnTo>
                  <a:pt x="0" y="713232"/>
                </a:lnTo>
                <a:lnTo>
                  <a:pt x="0" y="237744"/>
                </a:lnTo>
                <a:lnTo>
                  <a:pt x="272795" y="237744"/>
                </a:lnTo>
                <a:lnTo>
                  <a:pt x="272795" y="0"/>
                </a:lnTo>
                <a:lnTo>
                  <a:pt x="547115" y="475488"/>
                </a:lnTo>
                <a:lnTo>
                  <a:pt x="272795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8536" y="1981200"/>
            <a:ext cx="4525010" cy="1057910"/>
          </a:xfrm>
          <a:custGeom>
            <a:avLst/>
            <a:gdLst/>
            <a:ahLst/>
            <a:cxnLst/>
            <a:rect l="l" t="t" r="r" b="b"/>
            <a:pathLst>
              <a:path w="4525010" h="1057910">
                <a:moveTo>
                  <a:pt x="4347972" y="1057656"/>
                </a:moveTo>
                <a:lnTo>
                  <a:pt x="176784" y="1057656"/>
                </a:lnTo>
                <a:lnTo>
                  <a:pt x="129795" y="1051074"/>
                </a:lnTo>
                <a:lnTo>
                  <a:pt x="87601" y="1033125"/>
                </a:lnTo>
                <a:lnTo>
                  <a:pt x="51863" y="1005468"/>
                </a:lnTo>
                <a:lnTo>
                  <a:pt x="24242" y="969766"/>
                </a:lnTo>
                <a:lnTo>
                  <a:pt x="6401" y="927680"/>
                </a:lnTo>
                <a:lnTo>
                  <a:pt x="0" y="880872"/>
                </a:lnTo>
                <a:lnTo>
                  <a:pt x="0" y="176783"/>
                </a:lnTo>
                <a:lnTo>
                  <a:pt x="6401" y="129689"/>
                </a:lnTo>
                <a:lnTo>
                  <a:pt x="24242" y="87432"/>
                </a:lnTo>
                <a:lnTo>
                  <a:pt x="51863" y="51673"/>
                </a:lnTo>
                <a:lnTo>
                  <a:pt x="87601" y="24073"/>
                </a:lnTo>
                <a:lnTo>
                  <a:pt x="129795" y="6295"/>
                </a:lnTo>
                <a:lnTo>
                  <a:pt x="176784" y="0"/>
                </a:lnTo>
                <a:lnTo>
                  <a:pt x="4347972" y="0"/>
                </a:lnTo>
                <a:lnTo>
                  <a:pt x="4394748" y="6295"/>
                </a:lnTo>
                <a:lnTo>
                  <a:pt x="4436815" y="24073"/>
                </a:lnTo>
                <a:lnTo>
                  <a:pt x="4472511" y="51673"/>
                </a:lnTo>
                <a:lnTo>
                  <a:pt x="4500174" y="87432"/>
                </a:lnTo>
                <a:lnTo>
                  <a:pt x="4518143" y="129689"/>
                </a:lnTo>
                <a:lnTo>
                  <a:pt x="4524756" y="176783"/>
                </a:lnTo>
                <a:lnTo>
                  <a:pt x="4524756" y="880872"/>
                </a:lnTo>
                <a:lnTo>
                  <a:pt x="4518143" y="927680"/>
                </a:lnTo>
                <a:lnTo>
                  <a:pt x="4500174" y="969766"/>
                </a:lnTo>
                <a:lnTo>
                  <a:pt x="4472511" y="1005468"/>
                </a:lnTo>
                <a:lnTo>
                  <a:pt x="4436815" y="1033125"/>
                </a:lnTo>
                <a:lnTo>
                  <a:pt x="4394748" y="1051074"/>
                </a:lnTo>
                <a:lnTo>
                  <a:pt x="4347972" y="1057656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28369" y="2378786"/>
            <a:ext cx="3328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常用的字符串格式化符号有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59652" y="1656588"/>
            <a:ext cx="4963795" cy="1706880"/>
          </a:xfrm>
          <a:custGeom>
            <a:avLst/>
            <a:gdLst/>
            <a:ahLst/>
            <a:cxnLst/>
            <a:rect l="l" t="t" r="r" b="b"/>
            <a:pathLst>
              <a:path w="4963795" h="1706879">
                <a:moveTo>
                  <a:pt x="4680204" y="1706879"/>
                </a:moveTo>
                <a:lnTo>
                  <a:pt x="283464" y="1706879"/>
                </a:lnTo>
                <a:lnTo>
                  <a:pt x="237390" y="1703190"/>
                </a:lnTo>
                <a:lnTo>
                  <a:pt x="193677" y="1692433"/>
                </a:lnTo>
                <a:lnTo>
                  <a:pt x="152917" y="1675192"/>
                </a:lnTo>
                <a:lnTo>
                  <a:pt x="115702" y="1652050"/>
                </a:lnTo>
                <a:lnTo>
                  <a:pt x="82624" y="1623588"/>
                </a:lnTo>
                <a:lnTo>
                  <a:pt x="54275" y="1590390"/>
                </a:lnTo>
                <a:lnTo>
                  <a:pt x="31246" y="1553039"/>
                </a:lnTo>
                <a:lnTo>
                  <a:pt x="14129" y="1512117"/>
                </a:lnTo>
                <a:lnTo>
                  <a:pt x="3516" y="1468207"/>
                </a:lnTo>
                <a:lnTo>
                  <a:pt x="0" y="1421892"/>
                </a:lnTo>
                <a:lnTo>
                  <a:pt x="0" y="284988"/>
                </a:lnTo>
                <a:lnTo>
                  <a:pt x="3516" y="238741"/>
                </a:lnTo>
                <a:lnTo>
                  <a:pt x="14129" y="194884"/>
                </a:lnTo>
                <a:lnTo>
                  <a:pt x="31246" y="154000"/>
                </a:lnTo>
                <a:lnTo>
                  <a:pt x="54275" y="116671"/>
                </a:lnTo>
                <a:lnTo>
                  <a:pt x="82624" y="83481"/>
                </a:lnTo>
                <a:lnTo>
                  <a:pt x="115702" y="55012"/>
                </a:lnTo>
                <a:lnTo>
                  <a:pt x="152917" y="31847"/>
                </a:lnTo>
                <a:lnTo>
                  <a:pt x="193677" y="14568"/>
                </a:lnTo>
                <a:lnTo>
                  <a:pt x="237390" y="3758"/>
                </a:lnTo>
                <a:lnTo>
                  <a:pt x="283464" y="0"/>
                </a:lnTo>
                <a:lnTo>
                  <a:pt x="4680204" y="0"/>
                </a:lnTo>
                <a:lnTo>
                  <a:pt x="4726247" y="3758"/>
                </a:lnTo>
                <a:lnTo>
                  <a:pt x="4769935" y="14568"/>
                </a:lnTo>
                <a:lnTo>
                  <a:pt x="4810678" y="31847"/>
                </a:lnTo>
                <a:lnTo>
                  <a:pt x="4847883" y="55012"/>
                </a:lnTo>
                <a:lnTo>
                  <a:pt x="4880957" y="83481"/>
                </a:lnTo>
                <a:lnTo>
                  <a:pt x="4909310" y="116671"/>
                </a:lnTo>
                <a:lnTo>
                  <a:pt x="4932349" y="154000"/>
                </a:lnTo>
                <a:lnTo>
                  <a:pt x="4949483" y="194884"/>
                </a:lnTo>
                <a:lnTo>
                  <a:pt x="4960120" y="238741"/>
                </a:lnTo>
                <a:lnTo>
                  <a:pt x="4963668" y="284988"/>
                </a:lnTo>
                <a:lnTo>
                  <a:pt x="4963668" y="1421892"/>
                </a:lnTo>
                <a:lnTo>
                  <a:pt x="4960120" y="1468207"/>
                </a:lnTo>
                <a:lnTo>
                  <a:pt x="4949483" y="1512117"/>
                </a:lnTo>
                <a:lnTo>
                  <a:pt x="4932349" y="1553039"/>
                </a:lnTo>
                <a:lnTo>
                  <a:pt x="4909310" y="1590390"/>
                </a:lnTo>
                <a:lnTo>
                  <a:pt x="4880957" y="1623588"/>
                </a:lnTo>
                <a:lnTo>
                  <a:pt x="4847883" y="1652050"/>
                </a:lnTo>
                <a:lnTo>
                  <a:pt x="4810678" y="1675192"/>
                </a:lnTo>
                <a:lnTo>
                  <a:pt x="4769935" y="1692433"/>
                </a:lnTo>
                <a:lnTo>
                  <a:pt x="4726247" y="1703190"/>
                </a:lnTo>
                <a:lnTo>
                  <a:pt x="4680204" y="17068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352540" y="1650364"/>
            <a:ext cx="4978400" cy="1714500"/>
          </a:xfrm>
          <a:custGeom>
            <a:avLst/>
            <a:gdLst/>
            <a:ahLst/>
            <a:cxnLst/>
            <a:rect l="l" t="t" r="r" b="b"/>
            <a:pathLst>
              <a:path w="4978400" h="1714500">
                <a:moveTo>
                  <a:pt x="4773434" y="12700"/>
                </a:moveTo>
                <a:lnTo>
                  <a:pt x="204355" y="12700"/>
                </a:lnTo>
                <a:lnTo>
                  <a:pt x="211213" y="0"/>
                </a:lnTo>
                <a:lnTo>
                  <a:pt x="4766564" y="0"/>
                </a:lnTo>
                <a:lnTo>
                  <a:pt x="4773434" y="12700"/>
                </a:lnTo>
                <a:close/>
              </a:path>
              <a:path w="4978400" h="1714500">
                <a:moveTo>
                  <a:pt x="201549" y="25400"/>
                </a:moveTo>
                <a:lnTo>
                  <a:pt x="171145" y="25400"/>
                </a:lnTo>
                <a:lnTo>
                  <a:pt x="177622" y="12700"/>
                </a:lnTo>
                <a:lnTo>
                  <a:pt x="208203" y="12700"/>
                </a:lnTo>
                <a:lnTo>
                  <a:pt x="201549" y="25400"/>
                </a:lnTo>
                <a:close/>
              </a:path>
              <a:path w="4978400" h="1714500">
                <a:moveTo>
                  <a:pt x="4806632" y="25400"/>
                </a:moveTo>
                <a:lnTo>
                  <a:pt x="4776228" y="25400"/>
                </a:lnTo>
                <a:lnTo>
                  <a:pt x="4769586" y="12700"/>
                </a:lnTo>
                <a:lnTo>
                  <a:pt x="4800155" y="12700"/>
                </a:lnTo>
                <a:lnTo>
                  <a:pt x="4806632" y="25400"/>
                </a:lnTo>
                <a:close/>
              </a:path>
              <a:path w="4978400" h="1714500">
                <a:moveTo>
                  <a:pt x="170180" y="38100"/>
                </a:moveTo>
                <a:lnTo>
                  <a:pt x="146062" y="38100"/>
                </a:lnTo>
                <a:lnTo>
                  <a:pt x="152196" y="25400"/>
                </a:lnTo>
                <a:lnTo>
                  <a:pt x="176441" y="25400"/>
                </a:lnTo>
                <a:lnTo>
                  <a:pt x="170180" y="38100"/>
                </a:lnTo>
                <a:close/>
              </a:path>
              <a:path w="4978400" h="1714500">
                <a:moveTo>
                  <a:pt x="4831715" y="38100"/>
                </a:moveTo>
                <a:lnTo>
                  <a:pt x="4807597" y="38100"/>
                </a:lnTo>
                <a:lnTo>
                  <a:pt x="4801336" y="25400"/>
                </a:lnTo>
                <a:lnTo>
                  <a:pt x="4825580" y="25400"/>
                </a:lnTo>
                <a:lnTo>
                  <a:pt x="4831715" y="38100"/>
                </a:lnTo>
                <a:close/>
              </a:path>
              <a:path w="4978400" h="1714500">
                <a:moveTo>
                  <a:pt x="124307" y="63500"/>
                </a:moveTo>
                <a:lnTo>
                  <a:pt x="105829" y="63500"/>
                </a:lnTo>
                <a:lnTo>
                  <a:pt x="116814" y="50800"/>
                </a:lnTo>
                <a:lnTo>
                  <a:pt x="128193" y="38100"/>
                </a:lnTo>
                <a:lnTo>
                  <a:pt x="152463" y="38100"/>
                </a:lnTo>
                <a:lnTo>
                  <a:pt x="146545" y="50800"/>
                </a:lnTo>
                <a:lnTo>
                  <a:pt x="135458" y="50800"/>
                </a:lnTo>
                <a:lnTo>
                  <a:pt x="124307" y="63500"/>
                </a:lnTo>
                <a:close/>
              </a:path>
              <a:path w="4978400" h="1714500">
                <a:moveTo>
                  <a:pt x="4871948" y="63500"/>
                </a:moveTo>
                <a:lnTo>
                  <a:pt x="4853482" y="63500"/>
                </a:lnTo>
                <a:lnTo>
                  <a:pt x="4842319" y="50800"/>
                </a:lnTo>
                <a:lnTo>
                  <a:pt x="4831232" y="50800"/>
                </a:lnTo>
                <a:lnTo>
                  <a:pt x="4825314" y="38100"/>
                </a:lnTo>
                <a:lnTo>
                  <a:pt x="4849596" y="38100"/>
                </a:lnTo>
                <a:lnTo>
                  <a:pt x="4860963" y="50800"/>
                </a:lnTo>
                <a:lnTo>
                  <a:pt x="4871948" y="63500"/>
                </a:lnTo>
                <a:close/>
              </a:path>
              <a:path w="4978400" h="1714500">
                <a:moveTo>
                  <a:pt x="60109" y="127000"/>
                </a:moveTo>
                <a:lnTo>
                  <a:pt x="49695" y="127000"/>
                </a:lnTo>
                <a:lnTo>
                  <a:pt x="57785" y="114300"/>
                </a:lnTo>
                <a:lnTo>
                  <a:pt x="66408" y="101600"/>
                </a:lnTo>
                <a:lnTo>
                  <a:pt x="75552" y="88900"/>
                </a:lnTo>
                <a:lnTo>
                  <a:pt x="85178" y="76200"/>
                </a:lnTo>
                <a:lnTo>
                  <a:pt x="95275" y="63500"/>
                </a:lnTo>
                <a:lnTo>
                  <a:pt x="114033" y="63500"/>
                </a:lnTo>
                <a:lnTo>
                  <a:pt x="103708" y="76200"/>
                </a:lnTo>
                <a:lnTo>
                  <a:pt x="103936" y="76200"/>
                </a:lnTo>
                <a:lnTo>
                  <a:pt x="94056" y="88900"/>
                </a:lnTo>
                <a:lnTo>
                  <a:pt x="94272" y="88900"/>
                </a:lnTo>
                <a:lnTo>
                  <a:pt x="84848" y="101600"/>
                </a:lnTo>
                <a:lnTo>
                  <a:pt x="76301" y="101600"/>
                </a:lnTo>
                <a:lnTo>
                  <a:pt x="67856" y="114300"/>
                </a:lnTo>
                <a:lnTo>
                  <a:pt x="68046" y="114300"/>
                </a:lnTo>
                <a:lnTo>
                  <a:pt x="60109" y="127000"/>
                </a:lnTo>
                <a:close/>
              </a:path>
              <a:path w="4978400" h="1714500">
                <a:moveTo>
                  <a:pt x="113804" y="76200"/>
                </a:moveTo>
                <a:lnTo>
                  <a:pt x="114033" y="63500"/>
                </a:lnTo>
                <a:lnTo>
                  <a:pt x="124548" y="63500"/>
                </a:lnTo>
                <a:lnTo>
                  <a:pt x="113804" y="76200"/>
                </a:lnTo>
                <a:close/>
              </a:path>
              <a:path w="4978400" h="1714500">
                <a:moveTo>
                  <a:pt x="4863985" y="76200"/>
                </a:moveTo>
                <a:lnTo>
                  <a:pt x="4853228" y="63500"/>
                </a:lnTo>
                <a:lnTo>
                  <a:pt x="4863744" y="63500"/>
                </a:lnTo>
                <a:lnTo>
                  <a:pt x="4863985" y="76200"/>
                </a:lnTo>
                <a:close/>
              </a:path>
              <a:path w="4978400" h="1714500">
                <a:moveTo>
                  <a:pt x="4928082" y="127000"/>
                </a:moveTo>
                <a:lnTo>
                  <a:pt x="4917668" y="127000"/>
                </a:lnTo>
                <a:lnTo>
                  <a:pt x="4909743" y="114300"/>
                </a:lnTo>
                <a:lnTo>
                  <a:pt x="4909921" y="114300"/>
                </a:lnTo>
                <a:lnTo>
                  <a:pt x="4901476" y="101600"/>
                </a:lnTo>
                <a:lnTo>
                  <a:pt x="4892929" y="101600"/>
                </a:lnTo>
                <a:lnTo>
                  <a:pt x="4883505" y="88900"/>
                </a:lnTo>
                <a:lnTo>
                  <a:pt x="4883721" y="88900"/>
                </a:lnTo>
                <a:lnTo>
                  <a:pt x="4873840" y="76200"/>
                </a:lnTo>
                <a:lnTo>
                  <a:pt x="4874069" y="76200"/>
                </a:lnTo>
                <a:lnTo>
                  <a:pt x="4863744" y="63500"/>
                </a:lnTo>
                <a:lnTo>
                  <a:pt x="4882502" y="63500"/>
                </a:lnTo>
                <a:lnTo>
                  <a:pt x="4892598" y="76200"/>
                </a:lnTo>
                <a:lnTo>
                  <a:pt x="4902225" y="88900"/>
                </a:lnTo>
                <a:lnTo>
                  <a:pt x="4911369" y="101600"/>
                </a:lnTo>
                <a:lnTo>
                  <a:pt x="4920005" y="114300"/>
                </a:lnTo>
                <a:lnTo>
                  <a:pt x="4928082" y="127000"/>
                </a:lnTo>
                <a:close/>
              </a:path>
              <a:path w="4978400" h="1714500">
                <a:moveTo>
                  <a:pt x="56476" y="139700"/>
                </a:moveTo>
                <a:lnTo>
                  <a:pt x="42113" y="139700"/>
                </a:lnTo>
                <a:lnTo>
                  <a:pt x="45821" y="127000"/>
                </a:lnTo>
                <a:lnTo>
                  <a:pt x="60236" y="127000"/>
                </a:lnTo>
                <a:lnTo>
                  <a:pt x="56476" y="139700"/>
                </a:lnTo>
                <a:close/>
              </a:path>
              <a:path w="4978400" h="1714500">
                <a:moveTo>
                  <a:pt x="4935677" y="139700"/>
                </a:moveTo>
                <a:lnTo>
                  <a:pt x="4921313" y="139700"/>
                </a:lnTo>
                <a:lnTo>
                  <a:pt x="4917541" y="127000"/>
                </a:lnTo>
                <a:lnTo>
                  <a:pt x="4931956" y="127000"/>
                </a:lnTo>
                <a:lnTo>
                  <a:pt x="4935677" y="139700"/>
                </a:lnTo>
                <a:close/>
              </a:path>
              <a:path w="4978400" h="1714500">
                <a:moveTo>
                  <a:pt x="46227" y="152400"/>
                </a:moveTo>
                <a:lnTo>
                  <a:pt x="31826" y="152400"/>
                </a:lnTo>
                <a:lnTo>
                  <a:pt x="35102" y="139700"/>
                </a:lnTo>
                <a:lnTo>
                  <a:pt x="49580" y="139700"/>
                </a:lnTo>
                <a:lnTo>
                  <a:pt x="46227" y="152400"/>
                </a:lnTo>
                <a:close/>
              </a:path>
              <a:path w="4978400" h="1714500">
                <a:moveTo>
                  <a:pt x="49504" y="152400"/>
                </a:moveTo>
                <a:lnTo>
                  <a:pt x="49580" y="139700"/>
                </a:lnTo>
                <a:lnTo>
                  <a:pt x="52997" y="139700"/>
                </a:lnTo>
                <a:lnTo>
                  <a:pt x="49504" y="152400"/>
                </a:lnTo>
                <a:close/>
              </a:path>
              <a:path w="4978400" h="1714500">
                <a:moveTo>
                  <a:pt x="4928273" y="152400"/>
                </a:moveTo>
                <a:lnTo>
                  <a:pt x="4924780" y="139700"/>
                </a:lnTo>
                <a:lnTo>
                  <a:pt x="4928196" y="139700"/>
                </a:lnTo>
                <a:lnTo>
                  <a:pt x="4928273" y="152400"/>
                </a:lnTo>
                <a:close/>
              </a:path>
              <a:path w="4978400" h="1714500">
                <a:moveTo>
                  <a:pt x="4945964" y="152400"/>
                </a:moveTo>
                <a:lnTo>
                  <a:pt x="4931549" y="152400"/>
                </a:lnTo>
                <a:lnTo>
                  <a:pt x="4928196" y="139700"/>
                </a:lnTo>
                <a:lnTo>
                  <a:pt x="4942674" y="139700"/>
                </a:lnTo>
                <a:lnTo>
                  <a:pt x="4945964" y="152400"/>
                </a:lnTo>
                <a:close/>
              </a:path>
              <a:path w="4978400" h="1714500">
                <a:moveTo>
                  <a:pt x="40093" y="165100"/>
                </a:moveTo>
                <a:lnTo>
                  <a:pt x="25692" y="165100"/>
                </a:lnTo>
                <a:lnTo>
                  <a:pt x="28676" y="152400"/>
                </a:lnTo>
                <a:lnTo>
                  <a:pt x="43154" y="152400"/>
                </a:lnTo>
                <a:lnTo>
                  <a:pt x="40093" y="165100"/>
                </a:lnTo>
                <a:close/>
              </a:path>
              <a:path w="4978400" h="1714500">
                <a:moveTo>
                  <a:pt x="4952085" y="165100"/>
                </a:moveTo>
                <a:lnTo>
                  <a:pt x="4937696" y="165100"/>
                </a:lnTo>
                <a:lnTo>
                  <a:pt x="4934623" y="152400"/>
                </a:lnTo>
                <a:lnTo>
                  <a:pt x="4949101" y="152400"/>
                </a:lnTo>
                <a:lnTo>
                  <a:pt x="4952085" y="165100"/>
                </a:lnTo>
                <a:close/>
              </a:path>
              <a:path w="4978400" h="1714500">
                <a:moveTo>
                  <a:pt x="29552" y="190500"/>
                </a:moveTo>
                <a:lnTo>
                  <a:pt x="17652" y="190500"/>
                </a:lnTo>
                <a:lnTo>
                  <a:pt x="20180" y="177800"/>
                </a:lnTo>
                <a:lnTo>
                  <a:pt x="22860" y="165100"/>
                </a:lnTo>
                <a:lnTo>
                  <a:pt x="37299" y="165100"/>
                </a:lnTo>
                <a:lnTo>
                  <a:pt x="34518" y="177800"/>
                </a:lnTo>
                <a:lnTo>
                  <a:pt x="32016" y="177800"/>
                </a:lnTo>
                <a:lnTo>
                  <a:pt x="29552" y="190500"/>
                </a:lnTo>
                <a:close/>
              </a:path>
              <a:path w="4978400" h="1714500">
                <a:moveTo>
                  <a:pt x="4960137" y="190500"/>
                </a:moveTo>
                <a:lnTo>
                  <a:pt x="4948237" y="190500"/>
                </a:lnTo>
                <a:lnTo>
                  <a:pt x="4945761" y="177800"/>
                </a:lnTo>
                <a:lnTo>
                  <a:pt x="4943259" y="177800"/>
                </a:lnTo>
                <a:lnTo>
                  <a:pt x="4940477" y="165100"/>
                </a:lnTo>
                <a:lnTo>
                  <a:pt x="4954930" y="165100"/>
                </a:lnTo>
                <a:lnTo>
                  <a:pt x="4957610" y="177800"/>
                </a:lnTo>
                <a:lnTo>
                  <a:pt x="4960137" y="190500"/>
                </a:lnTo>
                <a:close/>
              </a:path>
              <a:path w="4978400" h="1714500">
                <a:moveTo>
                  <a:pt x="25184" y="203200"/>
                </a:moveTo>
                <a:lnTo>
                  <a:pt x="13081" y="203200"/>
                </a:lnTo>
                <a:lnTo>
                  <a:pt x="15278" y="190500"/>
                </a:lnTo>
                <a:lnTo>
                  <a:pt x="27343" y="190500"/>
                </a:lnTo>
                <a:lnTo>
                  <a:pt x="25184" y="203200"/>
                </a:lnTo>
                <a:close/>
              </a:path>
              <a:path w="4978400" h="1714500">
                <a:moveTo>
                  <a:pt x="4964709" y="203200"/>
                </a:moveTo>
                <a:lnTo>
                  <a:pt x="4952606" y="203200"/>
                </a:lnTo>
                <a:lnTo>
                  <a:pt x="4950447" y="190500"/>
                </a:lnTo>
                <a:lnTo>
                  <a:pt x="4962499" y="190500"/>
                </a:lnTo>
                <a:lnTo>
                  <a:pt x="4964709" y="203200"/>
                </a:lnTo>
                <a:close/>
              </a:path>
              <a:path w="4978400" h="1714500">
                <a:moveTo>
                  <a:pt x="21437" y="215900"/>
                </a:moveTo>
                <a:lnTo>
                  <a:pt x="9156" y="215900"/>
                </a:lnTo>
                <a:lnTo>
                  <a:pt x="11036" y="203200"/>
                </a:lnTo>
                <a:lnTo>
                  <a:pt x="23266" y="203200"/>
                </a:lnTo>
                <a:lnTo>
                  <a:pt x="21437" y="215900"/>
                </a:lnTo>
                <a:close/>
              </a:path>
              <a:path w="4978400" h="1714500">
                <a:moveTo>
                  <a:pt x="4968620" y="215900"/>
                </a:moveTo>
                <a:lnTo>
                  <a:pt x="4956340" y="215900"/>
                </a:lnTo>
                <a:lnTo>
                  <a:pt x="4954511" y="203200"/>
                </a:lnTo>
                <a:lnTo>
                  <a:pt x="4966754" y="203200"/>
                </a:lnTo>
                <a:lnTo>
                  <a:pt x="4968620" y="215900"/>
                </a:lnTo>
                <a:close/>
              </a:path>
              <a:path w="4978400" h="1714500">
                <a:moveTo>
                  <a:pt x="18338" y="228600"/>
                </a:moveTo>
                <a:lnTo>
                  <a:pt x="5905" y="228600"/>
                </a:lnTo>
                <a:lnTo>
                  <a:pt x="7442" y="215900"/>
                </a:lnTo>
                <a:lnTo>
                  <a:pt x="19837" y="215900"/>
                </a:lnTo>
                <a:lnTo>
                  <a:pt x="18338" y="228600"/>
                </a:lnTo>
                <a:close/>
              </a:path>
              <a:path w="4978400" h="1714500">
                <a:moveTo>
                  <a:pt x="4971872" y="228600"/>
                </a:moveTo>
                <a:lnTo>
                  <a:pt x="4959451" y="228600"/>
                </a:lnTo>
                <a:lnTo>
                  <a:pt x="4957940" y="215900"/>
                </a:lnTo>
                <a:lnTo>
                  <a:pt x="4970335" y="215900"/>
                </a:lnTo>
                <a:lnTo>
                  <a:pt x="4971872" y="228600"/>
                </a:lnTo>
                <a:close/>
              </a:path>
              <a:path w="4978400" h="1714500">
                <a:moveTo>
                  <a:pt x="17030" y="241300"/>
                </a:moveTo>
                <a:lnTo>
                  <a:pt x="3352" y="241300"/>
                </a:lnTo>
                <a:lnTo>
                  <a:pt x="4546" y="228600"/>
                </a:lnTo>
                <a:lnTo>
                  <a:pt x="18364" y="228600"/>
                </a:lnTo>
                <a:lnTo>
                  <a:pt x="17030" y="241300"/>
                </a:lnTo>
                <a:close/>
              </a:path>
              <a:path w="4978400" h="1714500">
                <a:moveTo>
                  <a:pt x="4974437" y="241300"/>
                </a:moveTo>
                <a:lnTo>
                  <a:pt x="4960746" y="241300"/>
                </a:lnTo>
                <a:lnTo>
                  <a:pt x="4959413" y="228600"/>
                </a:lnTo>
                <a:lnTo>
                  <a:pt x="4973243" y="228600"/>
                </a:lnTo>
                <a:lnTo>
                  <a:pt x="4974437" y="241300"/>
                </a:lnTo>
                <a:close/>
              </a:path>
              <a:path w="4978400" h="1714500">
                <a:moveTo>
                  <a:pt x="13500" y="266700"/>
                </a:moveTo>
                <a:lnTo>
                  <a:pt x="850" y="266700"/>
                </a:lnTo>
                <a:lnTo>
                  <a:pt x="1498" y="254000"/>
                </a:lnTo>
                <a:lnTo>
                  <a:pt x="2336" y="241300"/>
                </a:lnTo>
                <a:lnTo>
                  <a:pt x="15913" y="241300"/>
                </a:lnTo>
                <a:lnTo>
                  <a:pt x="14922" y="254000"/>
                </a:lnTo>
                <a:lnTo>
                  <a:pt x="14147" y="254000"/>
                </a:lnTo>
                <a:lnTo>
                  <a:pt x="13500" y="266700"/>
                </a:lnTo>
                <a:close/>
              </a:path>
              <a:path w="4978400" h="1714500">
                <a:moveTo>
                  <a:pt x="4976939" y="266700"/>
                </a:moveTo>
                <a:lnTo>
                  <a:pt x="4964277" y="266700"/>
                </a:lnTo>
                <a:lnTo>
                  <a:pt x="4963642" y="254000"/>
                </a:lnTo>
                <a:lnTo>
                  <a:pt x="4962855" y="254000"/>
                </a:lnTo>
                <a:lnTo>
                  <a:pt x="4961864" y="241300"/>
                </a:lnTo>
                <a:lnTo>
                  <a:pt x="4975440" y="241300"/>
                </a:lnTo>
                <a:lnTo>
                  <a:pt x="4976279" y="254000"/>
                </a:lnTo>
                <a:lnTo>
                  <a:pt x="4976939" y="266700"/>
                </a:lnTo>
                <a:close/>
              </a:path>
              <a:path w="4978400" h="1714500">
                <a:moveTo>
                  <a:pt x="12788" y="279400"/>
                </a:moveTo>
                <a:lnTo>
                  <a:pt x="88" y="279400"/>
                </a:lnTo>
                <a:lnTo>
                  <a:pt x="381" y="266700"/>
                </a:lnTo>
                <a:lnTo>
                  <a:pt x="13068" y="266700"/>
                </a:lnTo>
                <a:lnTo>
                  <a:pt x="12788" y="279400"/>
                </a:lnTo>
                <a:close/>
              </a:path>
              <a:path w="4978400" h="1714500">
                <a:moveTo>
                  <a:pt x="4977688" y="279400"/>
                </a:moveTo>
                <a:lnTo>
                  <a:pt x="4964988" y="279400"/>
                </a:lnTo>
                <a:lnTo>
                  <a:pt x="4964709" y="266700"/>
                </a:lnTo>
                <a:lnTo>
                  <a:pt x="4977409" y="266700"/>
                </a:lnTo>
                <a:lnTo>
                  <a:pt x="4977688" y="279400"/>
                </a:lnTo>
                <a:close/>
              </a:path>
              <a:path w="4978400" h="1714500">
                <a:moveTo>
                  <a:pt x="12788" y="1435100"/>
                </a:moveTo>
                <a:lnTo>
                  <a:pt x="88" y="1435100"/>
                </a:lnTo>
                <a:lnTo>
                  <a:pt x="0" y="279400"/>
                </a:lnTo>
                <a:lnTo>
                  <a:pt x="12700" y="279400"/>
                </a:lnTo>
                <a:lnTo>
                  <a:pt x="12788" y="1435100"/>
                </a:lnTo>
                <a:close/>
              </a:path>
              <a:path w="4978400" h="1714500">
                <a:moveTo>
                  <a:pt x="4977688" y="1435100"/>
                </a:moveTo>
                <a:lnTo>
                  <a:pt x="4964988" y="1435100"/>
                </a:lnTo>
                <a:lnTo>
                  <a:pt x="4965077" y="279400"/>
                </a:lnTo>
                <a:lnTo>
                  <a:pt x="4977777" y="279400"/>
                </a:lnTo>
                <a:lnTo>
                  <a:pt x="4977688" y="1435100"/>
                </a:lnTo>
                <a:close/>
              </a:path>
              <a:path w="4978400" h="1714500">
                <a:moveTo>
                  <a:pt x="13512" y="1447800"/>
                </a:moveTo>
                <a:lnTo>
                  <a:pt x="850" y="1447800"/>
                </a:lnTo>
                <a:lnTo>
                  <a:pt x="381" y="1435100"/>
                </a:lnTo>
                <a:lnTo>
                  <a:pt x="13055" y="1435100"/>
                </a:lnTo>
                <a:lnTo>
                  <a:pt x="13512" y="1447800"/>
                </a:lnTo>
                <a:close/>
              </a:path>
              <a:path w="4978400" h="1714500">
                <a:moveTo>
                  <a:pt x="4976939" y="1447800"/>
                </a:moveTo>
                <a:lnTo>
                  <a:pt x="4964264" y="1447800"/>
                </a:lnTo>
                <a:lnTo>
                  <a:pt x="4964722" y="1435100"/>
                </a:lnTo>
                <a:lnTo>
                  <a:pt x="4977409" y="1435100"/>
                </a:lnTo>
                <a:lnTo>
                  <a:pt x="4976939" y="1447800"/>
                </a:lnTo>
                <a:close/>
              </a:path>
              <a:path w="4978400" h="1714500">
                <a:moveTo>
                  <a:pt x="14947" y="1460500"/>
                </a:moveTo>
                <a:lnTo>
                  <a:pt x="2336" y="1460500"/>
                </a:lnTo>
                <a:lnTo>
                  <a:pt x="1498" y="1447800"/>
                </a:lnTo>
                <a:lnTo>
                  <a:pt x="14122" y="1447800"/>
                </a:lnTo>
                <a:lnTo>
                  <a:pt x="14947" y="1460500"/>
                </a:lnTo>
                <a:close/>
              </a:path>
              <a:path w="4978400" h="1714500">
                <a:moveTo>
                  <a:pt x="4975440" y="1460500"/>
                </a:moveTo>
                <a:lnTo>
                  <a:pt x="4962842" y="1460500"/>
                </a:lnTo>
                <a:lnTo>
                  <a:pt x="4963655" y="1447800"/>
                </a:lnTo>
                <a:lnTo>
                  <a:pt x="4976279" y="1447800"/>
                </a:lnTo>
                <a:lnTo>
                  <a:pt x="4975440" y="1460500"/>
                </a:lnTo>
                <a:close/>
              </a:path>
              <a:path w="4978400" h="1714500">
                <a:moveTo>
                  <a:pt x="19837" y="1485900"/>
                </a:moveTo>
                <a:lnTo>
                  <a:pt x="5905" y="1485900"/>
                </a:lnTo>
                <a:lnTo>
                  <a:pt x="4546" y="1473200"/>
                </a:lnTo>
                <a:lnTo>
                  <a:pt x="3352" y="1460500"/>
                </a:lnTo>
                <a:lnTo>
                  <a:pt x="15887" y="1460500"/>
                </a:lnTo>
                <a:lnTo>
                  <a:pt x="17056" y="1473200"/>
                </a:lnTo>
                <a:lnTo>
                  <a:pt x="18338" y="1473200"/>
                </a:lnTo>
                <a:lnTo>
                  <a:pt x="19837" y="1485900"/>
                </a:lnTo>
                <a:close/>
              </a:path>
              <a:path w="4978400" h="1714500">
                <a:moveTo>
                  <a:pt x="4971872" y="1485900"/>
                </a:moveTo>
                <a:lnTo>
                  <a:pt x="4957940" y="1485900"/>
                </a:lnTo>
                <a:lnTo>
                  <a:pt x="4959451" y="1473200"/>
                </a:lnTo>
                <a:lnTo>
                  <a:pt x="4960721" y="1473200"/>
                </a:lnTo>
                <a:lnTo>
                  <a:pt x="4961890" y="1460500"/>
                </a:lnTo>
                <a:lnTo>
                  <a:pt x="4974437" y="1460500"/>
                </a:lnTo>
                <a:lnTo>
                  <a:pt x="4973243" y="1473200"/>
                </a:lnTo>
                <a:lnTo>
                  <a:pt x="4971872" y="1485900"/>
                </a:lnTo>
                <a:close/>
              </a:path>
              <a:path w="4978400" h="1714500">
                <a:moveTo>
                  <a:pt x="23266" y="1498600"/>
                </a:moveTo>
                <a:lnTo>
                  <a:pt x="9156" y="1498600"/>
                </a:lnTo>
                <a:lnTo>
                  <a:pt x="7442" y="1485900"/>
                </a:lnTo>
                <a:lnTo>
                  <a:pt x="21437" y="1485900"/>
                </a:lnTo>
                <a:lnTo>
                  <a:pt x="23266" y="1498600"/>
                </a:lnTo>
                <a:close/>
              </a:path>
              <a:path w="4978400" h="1714500">
                <a:moveTo>
                  <a:pt x="4968620" y="1498600"/>
                </a:moveTo>
                <a:lnTo>
                  <a:pt x="4954511" y="1498600"/>
                </a:lnTo>
                <a:lnTo>
                  <a:pt x="4956340" y="1485900"/>
                </a:lnTo>
                <a:lnTo>
                  <a:pt x="4970335" y="1485900"/>
                </a:lnTo>
                <a:lnTo>
                  <a:pt x="4968620" y="1498600"/>
                </a:lnTo>
                <a:close/>
              </a:path>
              <a:path w="4978400" h="1714500">
                <a:moveTo>
                  <a:pt x="25222" y="1511300"/>
                </a:moveTo>
                <a:lnTo>
                  <a:pt x="13081" y="1511300"/>
                </a:lnTo>
                <a:lnTo>
                  <a:pt x="11036" y="1498600"/>
                </a:lnTo>
                <a:lnTo>
                  <a:pt x="23228" y="1498600"/>
                </a:lnTo>
                <a:lnTo>
                  <a:pt x="25222" y="1511300"/>
                </a:lnTo>
                <a:close/>
              </a:path>
              <a:path w="4978400" h="1714500">
                <a:moveTo>
                  <a:pt x="4964709" y="1511300"/>
                </a:moveTo>
                <a:lnTo>
                  <a:pt x="4952555" y="1511300"/>
                </a:lnTo>
                <a:lnTo>
                  <a:pt x="4954549" y="1498600"/>
                </a:lnTo>
                <a:lnTo>
                  <a:pt x="4966754" y="1498600"/>
                </a:lnTo>
                <a:lnTo>
                  <a:pt x="4964709" y="1511300"/>
                </a:lnTo>
                <a:close/>
              </a:path>
              <a:path w="4978400" h="1714500">
                <a:moveTo>
                  <a:pt x="29603" y="1524000"/>
                </a:moveTo>
                <a:lnTo>
                  <a:pt x="17652" y="1524000"/>
                </a:lnTo>
                <a:lnTo>
                  <a:pt x="15278" y="1511300"/>
                </a:lnTo>
                <a:lnTo>
                  <a:pt x="27292" y="1511300"/>
                </a:lnTo>
                <a:lnTo>
                  <a:pt x="29603" y="1524000"/>
                </a:lnTo>
                <a:close/>
              </a:path>
              <a:path w="4978400" h="1714500">
                <a:moveTo>
                  <a:pt x="4960137" y="1524000"/>
                </a:moveTo>
                <a:lnTo>
                  <a:pt x="4948174" y="1524000"/>
                </a:lnTo>
                <a:lnTo>
                  <a:pt x="4950498" y="1511300"/>
                </a:lnTo>
                <a:lnTo>
                  <a:pt x="4962499" y="1511300"/>
                </a:lnTo>
                <a:lnTo>
                  <a:pt x="4960137" y="1524000"/>
                </a:lnTo>
                <a:close/>
              </a:path>
              <a:path w="4978400" h="1714500">
                <a:moveTo>
                  <a:pt x="34582" y="1536700"/>
                </a:moveTo>
                <a:lnTo>
                  <a:pt x="22860" y="1536700"/>
                </a:lnTo>
                <a:lnTo>
                  <a:pt x="20180" y="1524000"/>
                </a:lnTo>
                <a:lnTo>
                  <a:pt x="31965" y="1524000"/>
                </a:lnTo>
                <a:lnTo>
                  <a:pt x="34582" y="1536700"/>
                </a:lnTo>
                <a:close/>
              </a:path>
              <a:path w="4978400" h="1714500">
                <a:moveTo>
                  <a:pt x="4954930" y="1536700"/>
                </a:moveTo>
                <a:lnTo>
                  <a:pt x="4943195" y="1536700"/>
                </a:lnTo>
                <a:lnTo>
                  <a:pt x="4945824" y="1524000"/>
                </a:lnTo>
                <a:lnTo>
                  <a:pt x="4957610" y="1524000"/>
                </a:lnTo>
                <a:lnTo>
                  <a:pt x="4954930" y="1536700"/>
                </a:lnTo>
                <a:close/>
              </a:path>
              <a:path w="4978400" h="1714500">
                <a:moveTo>
                  <a:pt x="40157" y="1549400"/>
                </a:moveTo>
                <a:lnTo>
                  <a:pt x="28676" y="1549400"/>
                </a:lnTo>
                <a:lnTo>
                  <a:pt x="25692" y="1536700"/>
                </a:lnTo>
                <a:lnTo>
                  <a:pt x="37236" y="1536700"/>
                </a:lnTo>
                <a:lnTo>
                  <a:pt x="40157" y="1549400"/>
                </a:lnTo>
                <a:close/>
              </a:path>
              <a:path w="4978400" h="1714500">
                <a:moveTo>
                  <a:pt x="43154" y="1549400"/>
                </a:moveTo>
                <a:lnTo>
                  <a:pt x="40157" y="1549400"/>
                </a:lnTo>
                <a:lnTo>
                  <a:pt x="40093" y="1536700"/>
                </a:lnTo>
                <a:lnTo>
                  <a:pt x="43154" y="1549400"/>
                </a:lnTo>
                <a:close/>
              </a:path>
              <a:path w="4978400" h="1714500">
                <a:moveTo>
                  <a:pt x="4937620" y="1549400"/>
                </a:moveTo>
                <a:lnTo>
                  <a:pt x="4934623" y="1549400"/>
                </a:lnTo>
                <a:lnTo>
                  <a:pt x="4937696" y="1536700"/>
                </a:lnTo>
                <a:lnTo>
                  <a:pt x="4937620" y="1549400"/>
                </a:lnTo>
                <a:close/>
              </a:path>
              <a:path w="4978400" h="1714500">
                <a:moveTo>
                  <a:pt x="4949101" y="1549400"/>
                </a:moveTo>
                <a:lnTo>
                  <a:pt x="4937620" y="1549400"/>
                </a:lnTo>
                <a:lnTo>
                  <a:pt x="4940541" y="1536700"/>
                </a:lnTo>
                <a:lnTo>
                  <a:pt x="4952085" y="1536700"/>
                </a:lnTo>
                <a:lnTo>
                  <a:pt x="4949101" y="1549400"/>
                </a:lnTo>
                <a:close/>
              </a:path>
              <a:path w="4978400" h="1714500">
                <a:moveTo>
                  <a:pt x="49580" y="1562100"/>
                </a:moveTo>
                <a:lnTo>
                  <a:pt x="35102" y="1562100"/>
                </a:lnTo>
                <a:lnTo>
                  <a:pt x="31826" y="1549400"/>
                </a:lnTo>
                <a:lnTo>
                  <a:pt x="46227" y="1549400"/>
                </a:lnTo>
                <a:lnTo>
                  <a:pt x="49580" y="1562100"/>
                </a:lnTo>
                <a:close/>
              </a:path>
              <a:path w="4978400" h="1714500">
                <a:moveTo>
                  <a:pt x="4942674" y="1562100"/>
                </a:moveTo>
                <a:lnTo>
                  <a:pt x="4928196" y="1562100"/>
                </a:lnTo>
                <a:lnTo>
                  <a:pt x="4931549" y="1549400"/>
                </a:lnTo>
                <a:lnTo>
                  <a:pt x="4945964" y="1549400"/>
                </a:lnTo>
                <a:lnTo>
                  <a:pt x="4942674" y="1562100"/>
                </a:lnTo>
                <a:close/>
              </a:path>
              <a:path w="4978400" h="1714500">
                <a:moveTo>
                  <a:pt x="56553" y="1574800"/>
                </a:moveTo>
                <a:lnTo>
                  <a:pt x="42113" y="1574800"/>
                </a:lnTo>
                <a:lnTo>
                  <a:pt x="38531" y="1562100"/>
                </a:lnTo>
                <a:lnTo>
                  <a:pt x="52920" y="1562100"/>
                </a:lnTo>
                <a:lnTo>
                  <a:pt x="56553" y="1574800"/>
                </a:lnTo>
                <a:close/>
              </a:path>
              <a:path w="4978400" h="1714500">
                <a:moveTo>
                  <a:pt x="4935677" y="1574800"/>
                </a:moveTo>
                <a:lnTo>
                  <a:pt x="4921224" y="1574800"/>
                </a:lnTo>
                <a:lnTo>
                  <a:pt x="4924856" y="1562100"/>
                </a:lnTo>
                <a:lnTo>
                  <a:pt x="4939245" y="1562100"/>
                </a:lnTo>
                <a:lnTo>
                  <a:pt x="4935677" y="1574800"/>
                </a:lnTo>
                <a:close/>
              </a:path>
              <a:path w="4978400" h="1714500">
                <a:moveTo>
                  <a:pt x="85051" y="1612900"/>
                </a:moveTo>
                <a:lnTo>
                  <a:pt x="66408" y="1612900"/>
                </a:lnTo>
                <a:lnTo>
                  <a:pt x="57785" y="1600200"/>
                </a:lnTo>
                <a:lnTo>
                  <a:pt x="49695" y="1587500"/>
                </a:lnTo>
                <a:lnTo>
                  <a:pt x="45821" y="1574800"/>
                </a:lnTo>
                <a:lnTo>
                  <a:pt x="60109" y="1574800"/>
                </a:lnTo>
                <a:lnTo>
                  <a:pt x="68046" y="1587500"/>
                </a:lnTo>
                <a:lnTo>
                  <a:pt x="67856" y="1587500"/>
                </a:lnTo>
                <a:lnTo>
                  <a:pt x="76301" y="1600200"/>
                </a:lnTo>
                <a:lnTo>
                  <a:pt x="76111" y="1600200"/>
                </a:lnTo>
                <a:lnTo>
                  <a:pt x="85051" y="1612900"/>
                </a:lnTo>
                <a:close/>
              </a:path>
              <a:path w="4978400" h="1714500">
                <a:moveTo>
                  <a:pt x="4911369" y="1612900"/>
                </a:moveTo>
                <a:lnTo>
                  <a:pt x="4892725" y="1612900"/>
                </a:lnTo>
                <a:lnTo>
                  <a:pt x="4901666" y="1600200"/>
                </a:lnTo>
                <a:lnTo>
                  <a:pt x="4901476" y="1600200"/>
                </a:lnTo>
                <a:lnTo>
                  <a:pt x="4909921" y="1587500"/>
                </a:lnTo>
                <a:lnTo>
                  <a:pt x="4909743" y="1587500"/>
                </a:lnTo>
                <a:lnTo>
                  <a:pt x="4917668" y="1574800"/>
                </a:lnTo>
                <a:lnTo>
                  <a:pt x="4931956" y="1574800"/>
                </a:lnTo>
                <a:lnTo>
                  <a:pt x="4928082" y="1587500"/>
                </a:lnTo>
                <a:lnTo>
                  <a:pt x="4920005" y="1600200"/>
                </a:lnTo>
                <a:lnTo>
                  <a:pt x="4911369" y="1612900"/>
                </a:lnTo>
                <a:close/>
              </a:path>
              <a:path w="4978400" h="1714500">
                <a:moveTo>
                  <a:pt x="124548" y="1651000"/>
                </a:moveTo>
                <a:lnTo>
                  <a:pt x="105829" y="1651000"/>
                </a:lnTo>
                <a:lnTo>
                  <a:pt x="95275" y="1638300"/>
                </a:lnTo>
                <a:lnTo>
                  <a:pt x="85178" y="1625600"/>
                </a:lnTo>
                <a:lnTo>
                  <a:pt x="75552" y="1612900"/>
                </a:lnTo>
                <a:lnTo>
                  <a:pt x="94056" y="1612900"/>
                </a:lnTo>
                <a:lnTo>
                  <a:pt x="103936" y="1625600"/>
                </a:lnTo>
                <a:lnTo>
                  <a:pt x="103708" y="1625600"/>
                </a:lnTo>
                <a:lnTo>
                  <a:pt x="114033" y="1638300"/>
                </a:lnTo>
                <a:lnTo>
                  <a:pt x="113804" y="1638300"/>
                </a:lnTo>
                <a:lnTo>
                  <a:pt x="124548" y="1651000"/>
                </a:lnTo>
                <a:close/>
              </a:path>
              <a:path w="4978400" h="1714500">
                <a:moveTo>
                  <a:pt x="4871948" y="1651000"/>
                </a:moveTo>
                <a:lnTo>
                  <a:pt x="4853228" y="1651000"/>
                </a:lnTo>
                <a:lnTo>
                  <a:pt x="4863985" y="1638300"/>
                </a:lnTo>
                <a:lnTo>
                  <a:pt x="4863744" y="1638300"/>
                </a:lnTo>
                <a:lnTo>
                  <a:pt x="4874069" y="1625600"/>
                </a:lnTo>
                <a:lnTo>
                  <a:pt x="4873840" y="1625600"/>
                </a:lnTo>
                <a:lnTo>
                  <a:pt x="4883721" y="1612900"/>
                </a:lnTo>
                <a:lnTo>
                  <a:pt x="4902225" y="1612900"/>
                </a:lnTo>
                <a:lnTo>
                  <a:pt x="4892598" y="1625600"/>
                </a:lnTo>
                <a:lnTo>
                  <a:pt x="4882502" y="1638300"/>
                </a:lnTo>
                <a:lnTo>
                  <a:pt x="4871948" y="1651000"/>
                </a:lnTo>
                <a:close/>
              </a:path>
              <a:path w="4978400" h="1714500">
                <a:moveTo>
                  <a:pt x="146685" y="1663700"/>
                </a:moveTo>
                <a:lnTo>
                  <a:pt x="128193" y="1663700"/>
                </a:lnTo>
                <a:lnTo>
                  <a:pt x="116814" y="1651000"/>
                </a:lnTo>
                <a:lnTo>
                  <a:pt x="140868" y="1651000"/>
                </a:lnTo>
                <a:lnTo>
                  <a:pt x="146685" y="1663700"/>
                </a:lnTo>
                <a:close/>
              </a:path>
              <a:path w="4978400" h="1714500">
                <a:moveTo>
                  <a:pt x="4849596" y="1663700"/>
                </a:moveTo>
                <a:lnTo>
                  <a:pt x="4831105" y="1663700"/>
                </a:lnTo>
                <a:lnTo>
                  <a:pt x="4836921" y="1651000"/>
                </a:lnTo>
                <a:lnTo>
                  <a:pt x="4860963" y="1651000"/>
                </a:lnTo>
                <a:lnTo>
                  <a:pt x="4849596" y="1663700"/>
                </a:lnTo>
                <a:close/>
              </a:path>
              <a:path w="4978400" h="1714500">
                <a:moveTo>
                  <a:pt x="164287" y="1676400"/>
                </a:moveTo>
                <a:lnTo>
                  <a:pt x="140017" y="1676400"/>
                </a:lnTo>
                <a:lnTo>
                  <a:pt x="134073" y="1663700"/>
                </a:lnTo>
                <a:lnTo>
                  <a:pt x="158191" y="1663700"/>
                </a:lnTo>
                <a:lnTo>
                  <a:pt x="164287" y="1676400"/>
                </a:lnTo>
                <a:close/>
              </a:path>
              <a:path w="4978400" h="1714500">
                <a:moveTo>
                  <a:pt x="4837760" y="1676400"/>
                </a:moveTo>
                <a:lnTo>
                  <a:pt x="4813490" y="1676400"/>
                </a:lnTo>
                <a:lnTo>
                  <a:pt x="4819586" y="1663700"/>
                </a:lnTo>
                <a:lnTo>
                  <a:pt x="4843703" y="1663700"/>
                </a:lnTo>
                <a:lnTo>
                  <a:pt x="4837760" y="1676400"/>
                </a:lnTo>
                <a:close/>
              </a:path>
              <a:path w="4978400" h="1714500">
                <a:moveTo>
                  <a:pt x="195275" y="1689100"/>
                </a:moveTo>
                <a:lnTo>
                  <a:pt x="164744" y="1689100"/>
                </a:lnTo>
                <a:lnTo>
                  <a:pt x="158432" y="1676400"/>
                </a:lnTo>
                <a:lnTo>
                  <a:pt x="188772" y="1676400"/>
                </a:lnTo>
                <a:lnTo>
                  <a:pt x="195275" y="1689100"/>
                </a:lnTo>
                <a:close/>
              </a:path>
              <a:path w="4978400" h="1714500">
                <a:moveTo>
                  <a:pt x="4813033" y="1689100"/>
                </a:moveTo>
                <a:lnTo>
                  <a:pt x="4782502" y="1689100"/>
                </a:lnTo>
                <a:lnTo>
                  <a:pt x="4789004" y="1676400"/>
                </a:lnTo>
                <a:lnTo>
                  <a:pt x="4819357" y="1676400"/>
                </a:lnTo>
                <a:lnTo>
                  <a:pt x="4813033" y="1689100"/>
                </a:lnTo>
                <a:close/>
              </a:path>
              <a:path w="4978400" h="1714500">
                <a:moveTo>
                  <a:pt x="241668" y="1701800"/>
                </a:moveTo>
                <a:lnTo>
                  <a:pt x="190842" y="1701800"/>
                </a:lnTo>
                <a:lnTo>
                  <a:pt x="184188" y="1689100"/>
                </a:lnTo>
                <a:lnTo>
                  <a:pt x="234695" y="1689100"/>
                </a:lnTo>
                <a:lnTo>
                  <a:pt x="241668" y="1701800"/>
                </a:lnTo>
                <a:close/>
              </a:path>
              <a:path w="4978400" h="1714500">
                <a:moveTo>
                  <a:pt x="4786947" y="1701800"/>
                </a:moveTo>
                <a:lnTo>
                  <a:pt x="4736109" y="1701800"/>
                </a:lnTo>
                <a:lnTo>
                  <a:pt x="4743081" y="1689100"/>
                </a:lnTo>
                <a:lnTo>
                  <a:pt x="4793589" y="1689100"/>
                </a:lnTo>
                <a:lnTo>
                  <a:pt x="4786947" y="1701800"/>
                </a:lnTo>
                <a:close/>
              </a:path>
              <a:path w="4978400" h="1714500">
                <a:moveTo>
                  <a:pt x="4738420" y="1714500"/>
                </a:moveTo>
                <a:lnTo>
                  <a:pt x="239356" y="1714500"/>
                </a:lnTo>
                <a:lnTo>
                  <a:pt x="232232" y="1701800"/>
                </a:lnTo>
                <a:lnTo>
                  <a:pt x="4745558" y="1701800"/>
                </a:lnTo>
                <a:lnTo>
                  <a:pt x="4738420" y="17145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802831" y="1805305"/>
            <a:ext cx="3285490" cy="125984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b="1">
                <a:latin typeface="宋体"/>
                <a:cs typeface="宋体"/>
              </a:rPr>
              <a:t>%s</a:t>
            </a:r>
            <a:r>
              <a:rPr dirty="0" sz="1800">
                <a:latin typeface="宋体"/>
                <a:cs typeface="宋体"/>
              </a:rPr>
              <a:t>：在字符串中表示任意字符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b="1">
                <a:latin typeface="宋体"/>
                <a:cs typeface="宋体"/>
              </a:rPr>
              <a:t>%f</a:t>
            </a:r>
            <a:r>
              <a:rPr dirty="0" sz="1800">
                <a:latin typeface="宋体"/>
                <a:cs typeface="宋体"/>
              </a:rPr>
              <a:t>：浮点数占位符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b="1">
                <a:latin typeface="宋体"/>
                <a:cs typeface="宋体"/>
              </a:rPr>
              <a:t>%d</a:t>
            </a:r>
            <a:r>
              <a:rPr dirty="0" sz="1800">
                <a:latin typeface="宋体"/>
                <a:cs typeface="宋体"/>
              </a:rPr>
              <a:t>：整数占位符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8536" y="3724655"/>
            <a:ext cx="10845165" cy="1141730"/>
          </a:xfrm>
          <a:custGeom>
            <a:avLst/>
            <a:gdLst/>
            <a:ahLst/>
            <a:cxnLst/>
            <a:rect l="l" t="t" r="r" b="b"/>
            <a:pathLst>
              <a:path w="10845165" h="1141729">
                <a:moveTo>
                  <a:pt x="10655808" y="1141476"/>
                </a:moveTo>
                <a:lnTo>
                  <a:pt x="190500" y="1141476"/>
                </a:lnTo>
                <a:lnTo>
                  <a:pt x="146882" y="1136636"/>
                </a:lnTo>
                <a:lnTo>
                  <a:pt x="106835" y="1122441"/>
                </a:lnTo>
                <a:lnTo>
                  <a:pt x="71497" y="1100029"/>
                </a:lnTo>
                <a:lnTo>
                  <a:pt x="42006" y="1070538"/>
                </a:lnTo>
                <a:lnTo>
                  <a:pt x="19500" y="1035107"/>
                </a:lnTo>
                <a:lnTo>
                  <a:pt x="5119" y="994873"/>
                </a:lnTo>
                <a:lnTo>
                  <a:pt x="0" y="950976"/>
                </a:lnTo>
                <a:lnTo>
                  <a:pt x="0" y="190500"/>
                </a:lnTo>
                <a:lnTo>
                  <a:pt x="5119" y="146882"/>
                </a:lnTo>
                <a:lnTo>
                  <a:pt x="19500" y="106835"/>
                </a:lnTo>
                <a:lnTo>
                  <a:pt x="42006" y="71497"/>
                </a:lnTo>
                <a:lnTo>
                  <a:pt x="71497" y="42006"/>
                </a:lnTo>
                <a:lnTo>
                  <a:pt x="106835" y="19500"/>
                </a:lnTo>
                <a:lnTo>
                  <a:pt x="146882" y="5119"/>
                </a:lnTo>
                <a:lnTo>
                  <a:pt x="190500" y="0"/>
                </a:lnTo>
                <a:lnTo>
                  <a:pt x="10655808" y="0"/>
                </a:lnTo>
                <a:lnTo>
                  <a:pt x="10706107" y="6903"/>
                </a:lnTo>
                <a:lnTo>
                  <a:pt x="10751351" y="26156"/>
                </a:lnTo>
                <a:lnTo>
                  <a:pt x="10789691" y="55949"/>
                </a:lnTo>
                <a:lnTo>
                  <a:pt x="10819276" y="94476"/>
                </a:lnTo>
                <a:lnTo>
                  <a:pt x="10838257" y="139929"/>
                </a:lnTo>
                <a:lnTo>
                  <a:pt x="10844784" y="190500"/>
                </a:lnTo>
                <a:lnTo>
                  <a:pt x="10844784" y="950976"/>
                </a:lnTo>
                <a:lnTo>
                  <a:pt x="10839995" y="994873"/>
                </a:lnTo>
                <a:lnTo>
                  <a:pt x="10825862" y="1035107"/>
                </a:lnTo>
                <a:lnTo>
                  <a:pt x="10803550" y="1070538"/>
                </a:lnTo>
                <a:lnTo>
                  <a:pt x="10774224" y="1100029"/>
                </a:lnTo>
                <a:lnTo>
                  <a:pt x="10739048" y="1122441"/>
                </a:lnTo>
                <a:lnTo>
                  <a:pt x="10699187" y="1136636"/>
                </a:lnTo>
                <a:lnTo>
                  <a:pt x="10655808" y="1141476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97179" y="3563111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6612" y="463296"/>
                </a:moveTo>
                <a:lnTo>
                  <a:pt x="77724" y="463296"/>
                </a:lnTo>
                <a:lnTo>
                  <a:pt x="47741" y="457288"/>
                </a:lnTo>
                <a:lnTo>
                  <a:pt x="23164" y="440702"/>
                </a:lnTo>
                <a:lnTo>
                  <a:pt x="6436" y="415982"/>
                </a:lnTo>
                <a:lnTo>
                  <a:pt x="0" y="385572"/>
                </a:lnTo>
                <a:lnTo>
                  <a:pt x="0" y="77724"/>
                </a:lnTo>
                <a:lnTo>
                  <a:pt x="6436" y="47313"/>
                </a:lnTo>
                <a:lnTo>
                  <a:pt x="23164" y="22593"/>
                </a:lnTo>
                <a:lnTo>
                  <a:pt x="47741" y="6007"/>
                </a:lnTo>
                <a:lnTo>
                  <a:pt x="77724" y="0"/>
                </a:lnTo>
                <a:lnTo>
                  <a:pt x="1086612" y="0"/>
                </a:lnTo>
                <a:lnTo>
                  <a:pt x="1116356" y="6007"/>
                </a:lnTo>
                <a:lnTo>
                  <a:pt x="1140694" y="22593"/>
                </a:lnTo>
                <a:lnTo>
                  <a:pt x="1157042" y="47313"/>
                </a:lnTo>
                <a:lnTo>
                  <a:pt x="1162812" y="77724"/>
                </a:lnTo>
                <a:lnTo>
                  <a:pt x="1162812" y="385572"/>
                </a:lnTo>
                <a:lnTo>
                  <a:pt x="1157042" y="415982"/>
                </a:lnTo>
                <a:lnTo>
                  <a:pt x="1140694" y="440702"/>
                </a:lnTo>
                <a:lnTo>
                  <a:pt x="1116356" y="457288"/>
                </a:lnTo>
                <a:lnTo>
                  <a:pt x="1086612" y="46329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08711" y="3649116"/>
            <a:ext cx="6732905" cy="9124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4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421005">
              <a:lnSpc>
                <a:spcPct val="100000"/>
              </a:lnSpc>
              <a:spcBef>
                <a:spcPts val="1225"/>
              </a:spcBef>
            </a:pPr>
            <a:r>
              <a:rPr dirty="0" sz="1600" spc="-5">
                <a:latin typeface="宋体"/>
                <a:cs typeface="宋体"/>
              </a:rPr>
              <a:t># %</a:t>
            </a:r>
            <a:r>
              <a:rPr dirty="0" sz="1600">
                <a:latin typeface="宋体"/>
                <a:cs typeface="宋体"/>
              </a:rPr>
              <a:t>占</a:t>
            </a:r>
            <a:r>
              <a:rPr dirty="0" sz="1600" spc="-5">
                <a:latin typeface="宋体"/>
                <a:cs typeface="宋体"/>
              </a:rPr>
              <a:t>位</a:t>
            </a:r>
            <a:endParaRPr sz="1600">
              <a:latin typeface="宋体"/>
              <a:cs typeface="宋体"/>
            </a:endParaRPr>
          </a:p>
          <a:p>
            <a:pPr marL="42100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print('</a:t>
            </a:r>
            <a:r>
              <a:rPr dirty="0" sz="1600">
                <a:latin typeface="宋体"/>
                <a:cs typeface="宋体"/>
              </a:rPr>
              <a:t>本年</a:t>
            </a:r>
            <a:r>
              <a:rPr dirty="0" sz="1600" spc="-5">
                <a:latin typeface="宋体"/>
                <a:cs typeface="宋体"/>
              </a:rPr>
              <a:t>%d</a:t>
            </a:r>
            <a:r>
              <a:rPr dirty="0" sz="1600">
                <a:latin typeface="宋体"/>
                <a:cs typeface="宋体"/>
              </a:rPr>
              <a:t>月份</a:t>
            </a:r>
            <a:r>
              <a:rPr dirty="0" sz="1600" spc="-5">
                <a:latin typeface="宋体"/>
                <a:cs typeface="宋体"/>
              </a:rPr>
              <a:t>%s</a:t>
            </a:r>
            <a:r>
              <a:rPr dirty="0" sz="1600">
                <a:latin typeface="宋体"/>
                <a:cs typeface="宋体"/>
              </a:rPr>
              <a:t>科目发生额是</a:t>
            </a:r>
            <a:r>
              <a:rPr dirty="0" sz="1600" spc="-5">
                <a:latin typeface="宋体"/>
                <a:cs typeface="宋体"/>
              </a:rPr>
              <a:t>%d</a:t>
            </a:r>
            <a:r>
              <a:rPr dirty="0" sz="1600">
                <a:latin typeface="宋体"/>
                <a:cs typeface="宋体"/>
              </a:rPr>
              <a:t>元</a:t>
            </a:r>
            <a:r>
              <a:rPr dirty="0" sz="1600" spc="-5">
                <a:latin typeface="宋体"/>
                <a:cs typeface="宋体"/>
              </a:rPr>
              <a:t>'%(3,'</a:t>
            </a:r>
            <a:r>
              <a:rPr dirty="0" sz="1600">
                <a:latin typeface="宋体"/>
                <a:cs typeface="宋体"/>
              </a:rPr>
              <a:t>主营业务收入</a:t>
            </a:r>
            <a:r>
              <a:rPr dirty="0" sz="1600" spc="-5">
                <a:latin typeface="宋体"/>
                <a:cs typeface="宋体"/>
              </a:rPr>
              <a:t>',20000))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41567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格式化方式一：使用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%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进行占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位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3"/>
                </a:moveTo>
                <a:lnTo>
                  <a:pt x="124968" y="755903"/>
                </a:lnTo>
                <a:lnTo>
                  <a:pt x="76245" y="746336"/>
                </a:lnTo>
                <a:lnTo>
                  <a:pt x="36404" y="719547"/>
                </a:lnTo>
                <a:lnTo>
                  <a:pt x="9603" y="679694"/>
                </a:lnTo>
                <a:lnTo>
                  <a:pt x="0" y="630935"/>
                </a:lnTo>
                <a:lnTo>
                  <a:pt x="0" y="126491"/>
                </a:lnTo>
                <a:lnTo>
                  <a:pt x="9603" y="77245"/>
                </a:lnTo>
                <a:lnTo>
                  <a:pt x="36404" y="37071"/>
                </a:lnTo>
                <a:lnTo>
                  <a:pt x="76245" y="9984"/>
                </a:lnTo>
                <a:lnTo>
                  <a:pt x="124968" y="0"/>
                </a:lnTo>
                <a:lnTo>
                  <a:pt x="10674096" y="0"/>
                </a:lnTo>
                <a:lnTo>
                  <a:pt x="10722818" y="9984"/>
                </a:lnTo>
                <a:lnTo>
                  <a:pt x="10762659" y="37071"/>
                </a:lnTo>
                <a:lnTo>
                  <a:pt x="10789460" y="77245"/>
                </a:lnTo>
                <a:lnTo>
                  <a:pt x="10799064" y="126491"/>
                </a:lnTo>
                <a:lnTo>
                  <a:pt x="10799064" y="630935"/>
                </a:lnTo>
                <a:lnTo>
                  <a:pt x="10789460" y="679694"/>
                </a:lnTo>
                <a:lnTo>
                  <a:pt x="10762659" y="719547"/>
                </a:lnTo>
                <a:lnTo>
                  <a:pt x="10722818" y="746336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0775" y="1460842"/>
            <a:ext cx="663003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在会计核算中，金额一般要保留两位小数，该如何实现呢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17491" y="5064252"/>
            <a:ext cx="5078095" cy="1280160"/>
          </a:xfrm>
          <a:custGeom>
            <a:avLst/>
            <a:gdLst/>
            <a:ahLst/>
            <a:cxnLst/>
            <a:rect l="l" t="t" r="r" b="b"/>
            <a:pathLst>
              <a:path w="5078095" h="1280160">
                <a:moveTo>
                  <a:pt x="4864608" y="1280160"/>
                </a:moveTo>
                <a:lnTo>
                  <a:pt x="213360" y="1280160"/>
                </a:lnTo>
                <a:lnTo>
                  <a:pt x="164638" y="1274708"/>
                </a:lnTo>
                <a:lnTo>
                  <a:pt x="119859" y="1258775"/>
                </a:lnTo>
                <a:lnTo>
                  <a:pt x="80305" y="1233642"/>
                </a:lnTo>
                <a:lnTo>
                  <a:pt x="47259" y="1200595"/>
                </a:lnTo>
                <a:lnTo>
                  <a:pt x="22004" y="1160916"/>
                </a:lnTo>
                <a:lnTo>
                  <a:pt x="5823" y="1115890"/>
                </a:lnTo>
                <a:lnTo>
                  <a:pt x="0" y="1066800"/>
                </a:lnTo>
                <a:lnTo>
                  <a:pt x="0" y="213360"/>
                </a:lnTo>
                <a:lnTo>
                  <a:pt x="5823" y="164405"/>
                </a:lnTo>
                <a:lnTo>
                  <a:pt x="22004" y="119470"/>
                </a:lnTo>
                <a:lnTo>
                  <a:pt x="47259" y="79838"/>
                </a:lnTo>
                <a:lnTo>
                  <a:pt x="80305" y="46793"/>
                </a:lnTo>
                <a:lnTo>
                  <a:pt x="119859" y="21615"/>
                </a:lnTo>
                <a:lnTo>
                  <a:pt x="164638" y="5590"/>
                </a:lnTo>
                <a:lnTo>
                  <a:pt x="213360" y="0"/>
                </a:lnTo>
                <a:lnTo>
                  <a:pt x="4864608" y="0"/>
                </a:lnTo>
                <a:lnTo>
                  <a:pt x="4913278" y="5590"/>
                </a:lnTo>
                <a:lnTo>
                  <a:pt x="4958025" y="21615"/>
                </a:lnTo>
                <a:lnTo>
                  <a:pt x="4997563" y="46793"/>
                </a:lnTo>
                <a:lnTo>
                  <a:pt x="5030611" y="79838"/>
                </a:lnTo>
                <a:lnTo>
                  <a:pt x="5055883" y="119470"/>
                </a:lnTo>
                <a:lnTo>
                  <a:pt x="5072096" y="164405"/>
                </a:lnTo>
                <a:lnTo>
                  <a:pt x="5077968" y="213360"/>
                </a:lnTo>
                <a:lnTo>
                  <a:pt x="5077968" y="1066800"/>
                </a:lnTo>
                <a:lnTo>
                  <a:pt x="5072096" y="1115890"/>
                </a:lnTo>
                <a:lnTo>
                  <a:pt x="5055883" y="1160916"/>
                </a:lnTo>
                <a:lnTo>
                  <a:pt x="5030611" y="1200595"/>
                </a:lnTo>
                <a:lnTo>
                  <a:pt x="4997563" y="1233642"/>
                </a:lnTo>
                <a:lnTo>
                  <a:pt x="4958025" y="1258775"/>
                </a:lnTo>
                <a:lnTo>
                  <a:pt x="4913278" y="1274708"/>
                </a:lnTo>
                <a:lnTo>
                  <a:pt x="4864608" y="12801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525645" y="5290692"/>
            <a:ext cx="4393565" cy="75692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宋体"/>
                <a:cs typeface="宋体"/>
              </a:rPr>
              <a:t>本年</a:t>
            </a:r>
            <a:r>
              <a:rPr dirty="0" sz="1600" spc="-5">
                <a:latin typeface="宋体"/>
                <a:cs typeface="宋体"/>
              </a:rPr>
              <a:t>3</a:t>
            </a:r>
            <a:r>
              <a:rPr dirty="0" sz="1600">
                <a:latin typeface="宋体"/>
                <a:cs typeface="宋体"/>
              </a:rPr>
              <a:t>月份主营业务收入科目发生额是</a:t>
            </a:r>
            <a:r>
              <a:rPr dirty="0" sz="1600" spc="-5">
                <a:latin typeface="宋体"/>
                <a:cs typeface="宋体"/>
              </a:rPr>
              <a:t>20000.12元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72739" y="5289803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39" h="951229">
                <a:moveTo>
                  <a:pt x="274320" y="950976"/>
                </a:moveTo>
                <a:lnTo>
                  <a:pt x="274320" y="713232"/>
                </a:lnTo>
                <a:lnTo>
                  <a:pt x="0" y="713232"/>
                </a:lnTo>
                <a:lnTo>
                  <a:pt x="0" y="237744"/>
                </a:lnTo>
                <a:lnTo>
                  <a:pt x="274320" y="237744"/>
                </a:lnTo>
                <a:lnTo>
                  <a:pt x="274320" y="0"/>
                </a:lnTo>
                <a:lnTo>
                  <a:pt x="548639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96468" y="2429255"/>
            <a:ext cx="10781030" cy="756285"/>
          </a:xfrm>
          <a:custGeom>
            <a:avLst/>
            <a:gdLst/>
            <a:ahLst/>
            <a:cxnLst/>
            <a:rect l="l" t="t" r="r" b="b"/>
            <a:pathLst>
              <a:path w="10781030" h="756285">
                <a:moveTo>
                  <a:pt x="10654284" y="755904"/>
                </a:moveTo>
                <a:lnTo>
                  <a:pt x="124968" y="755904"/>
                </a:lnTo>
                <a:lnTo>
                  <a:pt x="76245" y="746371"/>
                </a:lnTo>
                <a:lnTo>
                  <a:pt x="36404" y="719594"/>
                </a:lnTo>
                <a:lnTo>
                  <a:pt x="9603" y="679730"/>
                </a:lnTo>
                <a:lnTo>
                  <a:pt x="0" y="630936"/>
                </a:lnTo>
                <a:lnTo>
                  <a:pt x="0" y="126492"/>
                </a:lnTo>
                <a:lnTo>
                  <a:pt x="9603" y="77316"/>
                </a:lnTo>
                <a:lnTo>
                  <a:pt x="36404" y="37166"/>
                </a:lnTo>
                <a:lnTo>
                  <a:pt x="76245" y="10056"/>
                </a:lnTo>
                <a:lnTo>
                  <a:pt x="124968" y="0"/>
                </a:lnTo>
                <a:lnTo>
                  <a:pt x="10654284" y="0"/>
                </a:lnTo>
                <a:lnTo>
                  <a:pt x="10703402" y="10056"/>
                </a:lnTo>
                <a:lnTo>
                  <a:pt x="10743533" y="37166"/>
                </a:lnTo>
                <a:lnTo>
                  <a:pt x="10770662" y="77316"/>
                </a:lnTo>
                <a:lnTo>
                  <a:pt x="10780776" y="126492"/>
                </a:lnTo>
                <a:lnTo>
                  <a:pt x="10780776" y="630936"/>
                </a:lnTo>
                <a:lnTo>
                  <a:pt x="10770662" y="679730"/>
                </a:lnTo>
                <a:lnTo>
                  <a:pt x="10743533" y="719594"/>
                </a:lnTo>
                <a:lnTo>
                  <a:pt x="10703402" y="746371"/>
                </a:lnTo>
                <a:lnTo>
                  <a:pt x="10654284" y="7559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89609" y="2423160"/>
            <a:ext cx="10793730" cy="768350"/>
          </a:xfrm>
          <a:custGeom>
            <a:avLst/>
            <a:gdLst/>
            <a:ahLst/>
            <a:cxnLst/>
            <a:rect l="l" t="t" r="r" b="b"/>
            <a:pathLst>
              <a:path w="10793730" h="768350">
                <a:moveTo>
                  <a:pt x="10681385" y="767080"/>
                </a:moveTo>
                <a:lnTo>
                  <a:pt x="112242" y="767080"/>
                </a:lnTo>
                <a:lnTo>
                  <a:pt x="99314" y="764539"/>
                </a:lnTo>
                <a:lnTo>
                  <a:pt x="93027" y="762000"/>
                </a:lnTo>
                <a:lnTo>
                  <a:pt x="86880" y="760730"/>
                </a:lnTo>
                <a:lnTo>
                  <a:pt x="80860" y="758189"/>
                </a:lnTo>
                <a:lnTo>
                  <a:pt x="74993" y="755650"/>
                </a:lnTo>
                <a:lnTo>
                  <a:pt x="69291" y="751839"/>
                </a:lnTo>
                <a:lnTo>
                  <a:pt x="63741" y="749300"/>
                </a:lnTo>
                <a:lnTo>
                  <a:pt x="38773" y="728980"/>
                </a:lnTo>
                <a:lnTo>
                  <a:pt x="34391" y="725169"/>
                </a:lnTo>
                <a:lnTo>
                  <a:pt x="15976" y="698500"/>
                </a:lnTo>
                <a:lnTo>
                  <a:pt x="13055" y="693419"/>
                </a:lnTo>
                <a:lnTo>
                  <a:pt x="10401" y="687069"/>
                </a:lnTo>
                <a:lnTo>
                  <a:pt x="8039" y="681989"/>
                </a:lnTo>
                <a:lnTo>
                  <a:pt x="5956" y="675639"/>
                </a:lnTo>
                <a:lnTo>
                  <a:pt x="0" y="636269"/>
                </a:lnTo>
                <a:lnTo>
                  <a:pt x="0" y="132080"/>
                </a:lnTo>
                <a:lnTo>
                  <a:pt x="5956" y="92710"/>
                </a:lnTo>
                <a:lnTo>
                  <a:pt x="13055" y="74930"/>
                </a:lnTo>
                <a:lnTo>
                  <a:pt x="15976" y="68580"/>
                </a:lnTo>
                <a:lnTo>
                  <a:pt x="19164" y="63500"/>
                </a:lnTo>
                <a:lnTo>
                  <a:pt x="22618" y="57150"/>
                </a:lnTo>
                <a:lnTo>
                  <a:pt x="26301" y="52069"/>
                </a:lnTo>
                <a:lnTo>
                  <a:pt x="30238" y="46989"/>
                </a:lnTo>
                <a:lnTo>
                  <a:pt x="34391" y="43180"/>
                </a:lnTo>
                <a:lnTo>
                  <a:pt x="38773" y="38100"/>
                </a:lnTo>
                <a:lnTo>
                  <a:pt x="43370" y="34289"/>
                </a:lnTo>
                <a:lnTo>
                  <a:pt x="48183" y="29210"/>
                </a:lnTo>
                <a:lnTo>
                  <a:pt x="53174" y="25400"/>
                </a:lnTo>
                <a:lnTo>
                  <a:pt x="58369" y="21589"/>
                </a:lnTo>
                <a:lnTo>
                  <a:pt x="63741" y="19050"/>
                </a:lnTo>
                <a:lnTo>
                  <a:pt x="69291" y="15239"/>
                </a:lnTo>
                <a:lnTo>
                  <a:pt x="74993" y="12700"/>
                </a:lnTo>
                <a:lnTo>
                  <a:pt x="80860" y="10160"/>
                </a:lnTo>
                <a:lnTo>
                  <a:pt x="93027" y="5080"/>
                </a:lnTo>
                <a:lnTo>
                  <a:pt x="118872" y="0"/>
                </a:lnTo>
                <a:lnTo>
                  <a:pt x="10674756" y="0"/>
                </a:lnTo>
                <a:lnTo>
                  <a:pt x="10700600" y="5080"/>
                </a:lnTo>
                <a:lnTo>
                  <a:pt x="10706760" y="7619"/>
                </a:lnTo>
                <a:lnTo>
                  <a:pt x="10712767" y="10160"/>
                </a:lnTo>
                <a:lnTo>
                  <a:pt x="10718634" y="12700"/>
                </a:lnTo>
                <a:lnTo>
                  <a:pt x="120307" y="12700"/>
                </a:lnTo>
                <a:lnTo>
                  <a:pt x="114007" y="13969"/>
                </a:lnTo>
                <a:lnTo>
                  <a:pt x="108419" y="13969"/>
                </a:lnTo>
                <a:lnTo>
                  <a:pt x="102323" y="15239"/>
                </a:lnTo>
                <a:lnTo>
                  <a:pt x="102628" y="15239"/>
                </a:lnTo>
                <a:lnTo>
                  <a:pt x="96647" y="17780"/>
                </a:lnTo>
                <a:lnTo>
                  <a:pt x="96951" y="17780"/>
                </a:lnTo>
                <a:lnTo>
                  <a:pt x="91097" y="19050"/>
                </a:lnTo>
                <a:lnTo>
                  <a:pt x="91389" y="19050"/>
                </a:lnTo>
                <a:lnTo>
                  <a:pt x="85661" y="21589"/>
                </a:lnTo>
                <a:lnTo>
                  <a:pt x="85953" y="21589"/>
                </a:lnTo>
                <a:lnTo>
                  <a:pt x="80365" y="24130"/>
                </a:lnTo>
                <a:lnTo>
                  <a:pt x="80645" y="24130"/>
                </a:lnTo>
                <a:lnTo>
                  <a:pt x="75209" y="26669"/>
                </a:lnTo>
                <a:lnTo>
                  <a:pt x="75476" y="26669"/>
                </a:lnTo>
                <a:lnTo>
                  <a:pt x="70205" y="29210"/>
                </a:lnTo>
                <a:lnTo>
                  <a:pt x="70459" y="29210"/>
                </a:lnTo>
                <a:lnTo>
                  <a:pt x="65354" y="33019"/>
                </a:lnTo>
                <a:lnTo>
                  <a:pt x="65608" y="33019"/>
                </a:lnTo>
                <a:lnTo>
                  <a:pt x="60667" y="35560"/>
                </a:lnTo>
                <a:lnTo>
                  <a:pt x="60909" y="35560"/>
                </a:lnTo>
                <a:lnTo>
                  <a:pt x="56146" y="39369"/>
                </a:lnTo>
                <a:lnTo>
                  <a:pt x="56375" y="39369"/>
                </a:lnTo>
                <a:lnTo>
                  <a:pt x="51803" y="43180"/>
                </a:lnTo>
                <a:lnTo>
                  <a:pt x="52031" y="43180"/>
                </a:lnTo>
                <a:lnTo>
                  <a:pt x="47650" y="46989"/>
                </a:lnTo>
                <a:lnTo>
                  <a:pt x="47866" y="46989"/>
                </a:lnTo>
                <a:lnTo>
                  <a:pt x="43688" y="50800"/>
                </a:lnTo>
                <a:lnTo>
                  <a:pt x="43891" y="50800"/>
                </a:lnTo>
                <a:lnTo>
                  <a:pt x="39928" y="55880"/>
                </a:lnTo>
                <a:lnTo>
                  <a:pt x="40132" y="55880"/>
                </a:lnTo>
                <a:lnTo>
                  <a:pt x="36385" y="59689"/>
                </a:lnTo>
                <a:lnTo>
                  <a:pt x="36563" y="59689"/>
                </a:lnTo>
                <a:lnTo>
                  <a:pt x="33058" y="64769"/>
                </a:lnTo>
                <a:lnTo>
                  <a:pt x="33223" y="64769"/>
                </a:lnTo>
                <a:lnTo>
                  <a:pt x="29946" y="69850"/>
                </a:lnTo>
                <a:lnTo>
                  <a:pt x="30099" y="69850"/>
                </a:lnTo>
                <a:lnTo>
                  <a:pt x="27063" y="74930"/>
                </a:lnTo>
                <a:lnTo>
                  <a:pt x="27216" y="74930"/>
                </a:lnTo>
                <a:lnTo>
                  <a:pt x="24434" y="80010"/>
                </a:lnTo>
                <a:lnTo>
                  <a:pt x="24561" y="80010"/>
                </a:lnTo>
                <a:lnTo>
                  <a:pt x="22047" y="85089"/>
                </a:lnTo>
                <a:lnTo>
                  <a:pt x="19900" y="90169"/>
                </a:lnTo>
                <a:lnTo>
                  <a:pt x="18034" y="96519"/>
                </a:lnTo>
                <a:lnTo>
                  <a:pt x="16421" y="101600"/>
                </a:lnTo>
                <a:lnTo>
                  <a:pt x="15100" y="107950"/>
                </a:lnTo>
                <a:lnTo>
                  <a:pt x="14279" y="113030"/>
                </a:lnTo>
                <a:lnTo>
                  <a:pt x="14096" y="113030"/>
                </a:lnTo>
                <a:lnTo>
                  <a:pt x="13296" y="119380"/>
                </a:lnTo>
                <a:lnTo>
                  <a:pt x="12938" y="124460"/>
                </a:lnTo>
                <a:lnTo>
                  <a:pt x="12865" y="125730"/>
                </a:lnTo>
                <a:lnTo>
                  <a:pt x="12700" y="132080"/>
                </a:lnTo>
                <a:lnTo>
                  <a:pt x="12700" y="636269"/>
                </a:lnTo>
                <a:lnTo>
                  <a:pt x="12832" y="641350"/>
                </a:lnTo>
                <a:lnTo>
                  <a:pt x="13335" y="648969"/>
                </a:lnTo>
                <a:lnTo>
                  <a:pt x="14096" y="654050"/>
                </a:lnTo>
                <a:lnTo>
                  <a:pt x="15163" y="660400"/>
                </a:lnTo>
                <a:lnTo>
                  <a:pt x="16510" y="665480"/>
                </a:lnTo>
                <a:lnTo>
                  <a:pt x="18122" y="671830"/>
                </a:lnTo>
                <a:lnTo>
                  <a:pt x="20015" y="676910"/>
                </a:lnTo>
                <a:lnTo>
                  <a:pt x="22161" y="683260"/>
                </a:lnTo>
                <a:lnTo>
                  <a:pt x="22550" y="683260"/>
                </a:lnTo>
                <a:lnTo>
                  <a:pt x="24561" y="688339"/>
                </a:lnTo>
                <a:lnTo>
                  <a:pt x="24991" y="688339"/>
                </a:lnTo>
                <a:lnTo>
                  <a:pt x="27216" y="693419"/>
                </a:lnTo>
                <a:lnTo>
                  <a:pt x="27063" y="693419"/>
                </a:lnTo>
                <a:lnTo>
                  <a:pt x="30099" y="698500"/>
                </a:lnTo>
                <a:lnTo>
                  <a:pt x="29946" y="698500"/>
                </a:lnTo>
                <a:lnTo>
                  <a:pt x="33223" y="703580"/>
                </a:lnTo>
                <a:lnTo>
                  <a:pt x="33934" y="703580"/>
                </a:lnTo>
                <a:lnTo>
                  <a:pt x="36563" y="707389"/>
                </a:lnTo>
                <a:lnTo>
                  <a:pt x="36385" y="707389"/>
                </a:lnTo>
                <a:lnTo>
                  <a:pt x="40132" y="712469"/>
                </a:lnTo>
                <a:lnTo>
                  <a:pt x="39928" y="712469"/>
                </a:lnTo>
                <a:lnTo>
                  <a:pt x="43891" y="716280"/>
                </a:lnTo>
                <a:lnTo>
                  <a:pt x="43688" y="716280"/>
                </a:lnTo>
                <a:lnTo>
                  <a:pt x="47866" y="720089"/>
                </a:lnTo>
                <a:lnTo>
                  <a:pt x="47650" y="720089"/>
                </a:lnTo>
                <a:lnTo>
                  <a:pt x="52031" y="725169"/>
                </a:lnTo>
                <a:lnTo>
                  <a:pt x="52946" y="725169"/>
                </a:lnTo>
                <a:lnTo>
                  <a:pt x="56375" y="728980"/>
                </a:lnTo>
                <a:lnTo>
                  <a:pt x="57734" y="728980"/>
                </a:lnTo>
                <a:lnTo>
                  <a:pt x="60909" y="731519"/>
                </a:lnTo>
                <a:lnTo>
                  <a:pt x="60667" y="731519"/>
                </a:lnTo>
                <a:lnTo>
                  <a:pt x="65608" y="735330"/>
                </a:lnTo>
                <a:lnTo>
                  <a:pt x="65354" y="735330"/>
                </a:lnTo>
                <a:lnTo>
                  <a:pt x="70459" y="737869"/>
                </a:lnTo>
                <a:lnTo>
                  <a:pt x="70205" y="737869"/>
                </a:lnTo>
                <a:lnTo>
                  <a:pt x="75476" y="741680"/>
                </a:lnTo>
                <a:lnTo>
                  <a:pt x="75209" y="741680"/>
                </a:lnTo>
                <a:lnTo>
                  <a:pt x="80645" y="744219"/>
                </a:lnTo>
                <a:lnTo>
                  <a:pt x="80365" y="744219"/>
                </a:lnTo>
                <a:lnTo>
                  <a:pt x="85953" y="746760"/>
                </a:lnTo>
                <a:lnTo>
                  <a:pt x="85661" y="746760"/>
                </a:lnTo>
                <a:lnTo>
                  <a:pt x="91389" y="748030"/>
                </a:lnTo>
                <a:lnTo>
                  <a:pt x="91097" y="748030"/>
                </a:lnTo>
                <a:lnTo>
                  <a:pt x="96951" y="750569"/>
                </a:lnTo>
                <a:lnTo>
                  <a:pt x="96647" y="750569"/>
                </a:lnTo>
                <a:lnTo>
                  <a:pt x="102628" y="751839"/>
                </a:lnTo>
                <a:lnTo>
                  <a:pt x="102323" y="751839"/>
                </a:lnTo>
                <a:lnTo>
                  <a:pt x="108419" y="753110"/>
                </a:lnTo>
                <a:lnTo>
                  <a:pt x="108115" y="753110"/>
                </a:lnTo>
                <a:lnTo>
                  <a:pt x="114325" y="754380"/>
                </a:lnTo>
                <a:lnTo>
                  <a:pt x="114007" y="754380"/>
                </a:lnTo>
                <a:lnTo>
                  <a:pt x="120307" y="755650"/>
                </a:lnTo>
                <a:lnTo>
                  <a:pt x="10718634" y="755650"/>
                </a:lnTo>
                <a:lnTo>
                  <a:pt x="10712767" y="758189"/>
                </a:lnTo>
                <a:lnTo>
                  <a:pt x="10706760" y="760730"/>
                </a:lnTo>
                <a:lnTo>
                  <a:pt x="10700600" y="762000"/>
                </a:lnTo>
                <a:lnTo>
                  <a:pt x="10694314" y="764539"/>
                </a:lnTo>
                <a:lnTo>
                  <a:pt x="10681385" y="767080"/>
                </a:lnTo>
                <a:close/>
              </a:path>
              <a:path w="10793730" h="768350">
                <a:moveTo>
                  <a:pt x="10779582" y="114300"/>
                </a:moveTo>
                <a:lnTo>
                  <a:pt x="10778464" y="107950"/>
                </a:lnTo>
                <a:lnTo>
                  <a:pt x="10777131" y="101600"/>
                </a:lnTo>
                <a:lnTo>
                  <a:pt x="10775505" y="96519"/>
                </a:lnTo>
                <a:lnTo>
                  <a:pt x="10773613" y="90169"/>
                </a:lnTo>
                <a:lnTo>
                  <a:pt x="10771466" y="85089"/>
                </a:lnTo>
                <a:lnTo>
                  <a:pt x="10769066" y="80010"/>
                </a:lnTo>
                <a:lnTo>
                  <a:pt x="10766412" y="74930"/>
                </a:lnTo>
                <a:lnTo>
                  <a:pt x="10766564" y="74930"/>
                </a:lnTo>
                <a:lnTo>
                  <a:pt x="10763529" y="69850"/>
                </a:lnTo>
                <a:lnTo>
                  <a:pt x="10763681" y="69850"/>
                </a:lnTo>
                <a:lnTo>
                  <a:pt x="10760405" y="64769"/>
                </a:lnTo>
                <a:lnTo>
                  <a:pt x="10760583" y="64769"/>
                </a:lnTo>
                <a:lnTo>
                  <a:pt x="10757065" y="59689"/>
                </a:lnTo>
                <a:lnTo>
                  <a:pt x="10757242" y="59689"/>
                </a:lnTo>
                <a:lnTo>
                  <a:pt x="10753509" y="55880"/>
                </a:lnTo>
                <a:lnTo>
                  <a:pt x="10753699" y="55880"/>
                </a:lnTo>
                <a:lnTo>
                  <a:pt x="10749737" y="50800"/>
                </a:lnTo>
                <a:lnTo>
                  <a:pt x="10749940" y="50800"/>
                </a:lnTo>
                <a:lnTo>
                  <a:pt x="10745762" y="46989"/>
                </a:lnTo>
                <a:lnTo>
                  <a:pt x="10745978" y="46989"/>
                </a:lnTo>
                <a:lnTo>
                  <a:pt x="10741596" y="43180"/>
                </a:lnTo>
                <a:lnTo>
                  <a:pt x="10741825" y="43180"/>
                </a:lnTo>
                <a:lnTo>
                  <a:pt x="10737253" y="39369"/>
                </a:lnTo>
                <a:lnTo>
                  <a:pt x="10737481" y="39369"/>
                </a:lnTo>
                <a:lnTo>
                  <a:pt x="10732719" y="35560"/>
                </a:lnTo>
                <a:lnTo>
                  <a:pt x="10732973" y="35560"/>
                </a:lnTo>
                <a:lnTo>
                  <a:pt x="10728020" y="33019"/>
                </a:lnTo>
                <a:lnTo>
                  <a:pt x="10728274" y="33019"/>
                </a:lnTo>
                <a:lnTo>
                  <a:pt x="10723168" y="29210"/>
                </a:lnTo>
                <a:lnTo>
                  <a:pt x="10723422" y="29210"/>
                </a:lnTo>
                <a:lnTo>
                  <a:pt x="10718152" y="26669"/>
                </a:lnTo>
                <a:lnTo>
                  <a:pt x="10718419" y="26669"/>
                </a:lnTo>
                <a:lnTo>
                  <a:pt x="10712983" y="24130"/>
                </a:lnTo>
                <a:lnTo>
                  <a:pt x="10713262" y="24130"/>
                </a:lnTo>
                <a:lnTo>
                  <a:pt x="10707674" y="21589"/>
                </a:lnTo>
                <a:lnTo>
                  <a:pt x="10707966" y="21589"/>
                </a:lnTo>
                <a:lnTo>
                  <a:pt x="10702239" y="19050"/>
                </a:lnTo>
                <a:lnTo>
                  <a:pt x="10702531" y="19050"/>
                </a:lnTo>
                <a:lnTo>
                  <a:pt x="10696676" y="17780"/>
                </a:lnTo>
                <a:lnTo>
                  <a:pt x="10696981" y="17780"/>
                </a:lnTo>
                <a:lnTo>
                  <a:pt x="10690999" y="15239"/>
                </a:lnTo>
                <a:lnTo>
                  <a:pt x="10691304" y="15239"/>
                </a:lnTo>
                <a:lnTo>
                  <a:pt x="10685208" y="13969"/>
                </a:lnTo>
                <a:lnTo>
                  <a:pt x="10679620" y="13969"/>
                </a:lnTo>
                <a:lnTo>
                  <a:pt x="10673321" y="12700"/>
                </a:lnTo>
                <a:lnTo>
                  <a:pt x="10718634" y="12700"/>
                </a:lnTo>
                <a:lnTo>
                  <a:pt x="10724349" y="15239"/>
                </a:lnTo>
                <a:lnTo>
                  <a:pt x="10729887" y="19050"/>
                </a:lnTo>
                <a:lnTo>
                  <a:pt x="10735259" y="21589"/>
                </a:lnTo>
                <a:lnTo>
                  <a:pt x="10740453" y="25400"/>
                </a:lnTo>
                <a:lnTo>
                  <a:pt x="10745457" y="29210"/>
                </a:lnTo>
                <a:lnTo>
                  <a:pt x="10750257" y="34289"/>
                </a:lnTo>
                <a:lnTo>
                  <a:pt x="10754855" y="38100"/>
                </a:lnTo>
                <a:lnTo>
                  <a:pt x="10759236" y="43180"/>
                </a:lnTo>
                <a:lnTo>
                  <a:pt x="10763389" y="46989"/>
                </a:lnTo>
                <a:lnTo>
                  <a:pt x="10767326" y="52069"/>
                </a:lnTo>
                <a:lnTo>
                  <a:pt x="10771022" y="57150"/>
                </a:lnTo>
                <a:lnTo>
                  <a:pt x="10774464" y="63500"/>
                </a:lnTo>
                <a:lnTo>
                  <a:pt x="10777651" y="68580"/>
                </a:lnTo>
                <a:lnTo>
                  <a:pt x="10780572" y="74930"/>
                </a:lnTo>
                <a:lnTo>
                  <a:pt x="10783227" y="80010"/>
                </a:lnTo>
                <a:lnTo>
                  <a:pt x="10785602" y="86360"/>
                </a:lnTo>
                <a:lnTo>
                  <a:pt x="10792274" y="113030"/>
                </a:lnTo>
                <a:lnTo>
                  <a:pt x="10779531" y="113030"/>
                </a:lnTo>
                <a:lnTo>
                  <a:pt x="10779582" y="114300"/>
                </a:lnTo>
                <a:close/>
              </a:path>
              <a:path w="10793730" h="768350">
                <a:moveTo>
                  <a:pt x="14058" y="114300"/>
                </a:moveTo>
                <a:lnTo>
                  <a:pt x="14096" y="113030"/>
                </a:lnTo>
                <a:lnTo>
                  <a:pt x="14279" y="113030"/>
                </a:lnTo>
                <a:lnTo>
                  <a:pt x="14058" y="114300"/>
                </a:lnTo>
                <a:close/>
              </a:path>
              <a:path w="10793730" h="768350">
                <a:moveTo>
                  <a:pt x="10793463" y="642619"/>
                </a:moveTo>
                <a:lnTo>
                  <a:pt x="10780763" y="642619"/>
                </a:lnTo>
                <a:lnTo>
                  <a:pt x="10780928" y="636269"/>
                </a:lnTo>
                <a:lnTo>
                  <a:pt x="10780928" y="132080"/>
                </a:lnTo>
                <a:lnTo>
                  <a:pt x="10780763" y="125730"/>
                </a:lnTo>
                <a:lnTo>
                  <a:pt x="10780689" y="124460"/>
                </a:lnTo>
                <a:lnTo>
                  <a:pt x="10780293" y="119380"/>
                </a:lnTo>
                <a:lnTo>
                  <a:pt x="10779531" y="113030"/>
                </a:lnTo>
                <a:lnTo>
                  <a:pt x="10792274" y="113030"/>
                </a:lnTo>
                <a:lnTo>
                  <a:pt x="10792955" y="118110"/>
                </a:lnTo>
                <a:lnTo>
                  <a:pt x="10793463" y="124460"/>
                </a:lnTo>
                <a:lnTo>
                  <a:pt x="10793628" y="132080"/>
                </a:lnTo>
                <a:lnTo>
                  <a:pt x="10793628" y="636269"/>
                </a:lnTo>
                <a:lnTo>
                  <a:pt x="10793463" y="642619"/>
                </a:lnTo>
                <a:close/>
              </a:path>
              <a:path w="10793730" h="768350">
                <a:moveTo>
                  <a:pt x="12922" y="642619"/>
                </a:moveTo>
                <a:lnTo>
                  <a:pt x="12839" y="641350"/>
                </a:lnTo>
                <a:lnTo>
                  <a:pt x="12922" y="642619"/>
                </a:lnTo>
                <a:close/>
              </a:path>
              <a:path w="10793730" h="768350">
                <a:moveTo>
                  <a:pt x="10792955" y="648969"/>
                </a:moveTo>
                <a:lnTo>
                  <a:pt x="10780293" y="648969"/>
                </a:lnTo>
                <a:lnTo>
                  <a:pt x="10780788" y="641350"/>
                </a:lnTo>
                <a:lnTo>
                  <a:pt x="10780763" y="642619"/>
                </a:lnTo>
                <a:lnTo>
                  <a:pt x="10793463" y="642619"/>
                </a:lnTo>
                <a:lnTo>
                  <a:pt x="10792955" y="648969"/>
                </a:lnTo>
                <a:close/>
              </a:path>
              <a:path w="10793730" h="768350">
                <a:moveTo>
                  <a:pt x="13456" y="648969"/>
                </a:moveTo>
                <a:lnTo>
                  <a:pt x="13296" y="647700"/>
                </a:lnTo>
                <a:lnTo>
                  <a:pt x="13456" y="648969"/>
                </a:lnTo>
                <a:close/>
              </a:path>
              <a:path w="10793730" h="768350">
                <a:moveTo>
                  <a:pt x="10785008" y="683260"/>
                </a:moveTo>
                <a:lnTo>
                  <a:pt x="10771466" y="683260"/>
                </a:lnTo>
                <a:lnTo>
                  <a:pt x="10773727" y="676910"/>
                </a:lnTo>
                <a:lnTo>
                  <a:pt x="10775594" y="671830"/>
                </a:lnTo>
                <a:lnTo>
                  <a:pt x="10777207" y="665480"/>
                </a:lnTo>
                <a:lnTo>
                  <a:pt x="10778528" y="660400"/>
                </a:lnTo>
                <a:lnTo>
                  <a:pt x="10779582" y="654050"/>
                </a:lnTo>
                <a:lnTo>
                  <a:pt x="10780331" y="647700"/>
                </a:lnTo>
                <a:lnTo>
                  <a:pt x="10780293" y="648969"/>
                </a:lnTo>
                <a:lnTo>
                  <a:pt x="10792955" y="648969"/>
                </a:lnTo>
                <a:lnTo>
                  <a:pt x="10792104" y="656589"/>
                </a:lnTo>
                <a:lnTo>
                  <a:pt x="10790948" y="662939"/>
                </a:lnTo>
                <a:lnTo>
                  <a:pt x="10789462" y="669289"/>
                </a:lnTo>
                <a:lnTo>
                  <a:pt x="10787684" y="675639"/>
                </a:lnTo>
                <a:lnTo>
                  <a:pt x="10785602" y="681989"/>
                </a:lnTo>
                <a:lnTo>
                  <a:pt x="10785008" y="683260"/>
                </a:lnTo>
                <a:close/>
              </a:path>
              <a:path w="10793730" h="768350">
                <a:moveTo>
                  <a:pt x="22550" y="683260"/>
                </a:moveTo>
                <a:lnTo>
                  <a:pt x="22161" y="683260"/>
                </a:lnTo>
                <a:lnTo>
                  <a:pt x="22047" y="681989"/>
                </a:lnTo>
                <a:lnTo>
                  <a:pt x="22550" y="683260"/>
                </a:lnTo>
                <a:close/>
              </a:path>
              <a:path w="10793730" h="768350">
                <a:moveTo>
                  <a:pt x="10782696" y="688339"/>
                </a:moveTo>
                <a:lnTo>
                  <a:pt x="10769066" y="688339"/>
                </a:lnTo>
                <a:lnTo>
                  <a:pt x="10771593" y="681989"/>
                </a:lnTo>
                <a:lnTo>
                  <a:pt x="10771466" y="683260"/>
                </a:lnTo>
                <a:lnTo>
                  <a:pt x="10785008" y="683260"/>
                </a:lnTo>
                <a:lnTo>
                  <a:pt x="10783227" y="687069"/>
                </a:lnTo>
                <a:lnTo>
                  <a:pt x="10782696" y="688339"/>
                </a:lnTo>
                <a:close/>
              </a:path>
              <a:path w="10793730" h="768350">
                <a:moveTo>
                  <a:pt x="24991" y="688339"/>
                </a:moveTo>
                <a:lnTo>
                  <a:pt x="24561" y="688339"/>
                </a:lnTo>
                <a:lnTo>
                  <a:pt x="24434" y="687069"/>
                </a:lnTo>
                <a:lnTo>
                  <a:pt x="24991" y="688339"/>
                </a:lnTo>
                <a:close/>
              </a:path>
              <a:path w="10793730" h="768350">
                <a:moveTo>
                  <a:pt x="10775101" y="703580"/>
                </a:moveTo>
                <a:lnTo>
                  <a:pt x="10760405" y="703580"/>
                </a:lnTo>
                <a:lnTo>
                  <a:pt x="10763681" y="698500"/>
                </a:lnTo>
                <a:lnTo>
                  <a:pt x="10763529" y="698500"/>
                </a:lnTo>
                <a:lnTo>
                  <a:pt x="10766564" y="693419"/>
                </a:lnTo>
                <a:lnTo>
                  <a:pt x="10766412" y="693419"/>
                </a:lnTo>
                <a:lnTo>
                  <a:pt x="10769193" y="687069"/>
                </a:lnTo>
                <a:lnTo>
                  <a:pt x="10769066" y="688339"/>
                </a:lnTo>
                <a:lnTo>
                  <a:pt x="10782696" y="688339"/>
                </a:lnTo>
                <a:lnTo>
                  <a:pt x="10780572" y="693419"/>
                </a:lnTo>
                <a:lnTo>
                  <a:pt x="10777651" y="698500"/>
                </a:lnTo>
                <a:lnTo>
                  <a:pt x="10775101" y="703580"/>
                </a:lnTo>
                <a:close/>
              </a:path>
              <a:path w="10793730" h="768350">
                <a:moveTo>
                  <a:pt x="33934" y="703580"/>
                </a:moveTo>
                <a:lnTo>
                  <a:pt x="33223" y="703580"/>
                </a:lnTo>
                <a:lnTo>
                  <a:pt x="33058" y="702310"/>
                </a:lnTo>
                <a:lnTo>
                  <a:pt x="33934" y="703580"/>
                </a:lnTo>
                <a:close/>
              </a:path>
              <a:path w="10793730" h="768350">
                <a:moveTo>
                  <a:pt x="10759236" y="725169"/>
                </a:moveTo>
                <a:lnTo>
                  <a:pt x="10741596" y="725169"/>
                </a:lnTo>
                <a:lnTo>
                  <a:pt x="10745978" y="720089"/>
                </a:lnTo>
                <a:lnTo>
                  <a:pt x="10745762" y="720089"/>
                </a:lnTo>
                <a:lnTo>
                  <a:pt x="10749940" y="716280"/>
                </a:lnTo>
                <a:lnTo>
                  <a:pt x="10749737" y="716280"/>
                </a:lnTo>
                <a:lnTo>
                  <a:pt x="10753699" y="712469"/>
                </a:lnTo>
                <a:lnTo>
                  <a:pt x="10753509" y="712469"/>
                </a:lnTo>
                <a:lnTo>
                  <a:pt x="10757242" y="707389"/>
                </a:lnTo>
                <a:lnTo>
                  <a:pt x="10757065" y="707389"/>
                </a:lnTo>
                <a:lnTo>
                  <a:pt x="10760583" y="702310"/>
                </a:lnTo>
                <a:lnTo>
                  <a:pt x="10760405" y="703580"/>
                </a:lnTo>
                <a:lnTo>
                  <a:pt x="10775101" y="703580"/>
                </a:lnTo>
                <a:lnTo>
                  <a:pt x="10774464" y="704850"/>
                </a:lnTo>
                <a:lnTo>
                  <a:pt x="10771022" y="709930"/>
                </a:lnTo>
                <a:lnTo>
                  <a:pt x="10767326" y="715010"/>
                </a:lnTo>
                <a:lnTo>
                  <a:pt x="10763389" y="720089"/>
                </a:lnTo>
                <a:lnTo>
                  <a:pt x="10759236" y="725169"/>
                </a:lnTo>
                <a:close/>
              </a:path>
              <a:path w="10793730" h="768350">
                <a:moveTo>
                  <a:pt x="52946" y="725169"/>
                </a:moveTo>
                <a:lnTo>
                  <a:pt x="52031" y="725169"/>
                </a:lnTo>
                <a:lnTo>
                  <a:pt x="51803" y="723900"/>
                </a:lnTo>
                <a:lnTo>
                  <a:pt x="52946" y="725169"/>
                </a:lnTo>
                <a:close/>
              </a:path>
              <a:path w="10793730" h="768350">
                <a:moveTo>
                  <a:pt x="10754855" y="728980"/>
                </a:moveTo>
                <a:lnTo>
                  <a:pt x="10737253" y="728980"/>
                </a:lnTo>
                <a:lnTo>
                  <a:pt x="10741825" y="723900"/>
                </a:lnTo>
                <a:lnTo>
                  <a:pt x="10741596" y="725169"/>
                </a:lnTo>
                <a:lnTo>
                  <a:pt x="10759236" y="725169"/>
                </a:lnTo>
                <a:lnTo>
                  <a:pt x="10754855" y="728980"/>
                </a:lnTo>
                <a:close/>
              </a:path>
              <a:path w="10793730" h="768350">
                <a:moveTo>
                  <a:pt x="57734" y="728980"/>
                </a:moveTo>
                <a:lnTo>
                  <a:pt x="56375" y="728980"/>
                </a:lnTo>
                <a:lnTo>
                  <a:pt x="56146" y="727710"/>
                </a:lnTo>
                <a:lnTo>
                  <a:pt x="57734" y="728980"/>
                </a:lnTo>
                <a:close/>
              </a:path>
              <a:path w="10793730" h="768350">
                <a:moveTo>
                  <a:pt x="10718634" y="755650"/>
                </a:moveTo>
                <a:lnTo>
                  <a:pt x="10673321" y="755650"/>
                </a:lnTo>
                <a:lnTo>
                  <a:pt x="10679620" y="754380"/>
                </a:lnTo>
                <a:lnTo>
                  <a:pt x="10679315" y="754380"/>
                </a:lnTo>
                <a:lnTo>
                  <a:pt x="10685513" y="753110"/>
                </a:lnTo>
                <a:lnTo>
                  <a:pt x="10685208" y="753110"/>
                </a:lnTo>
                <a:lnTo>
                  <a:pt x="10691304" y="751839"/>
                </a:lnTo>
                <a:lnTo>
                  <a:pt x="10690999" y="751839"/>
                </a:lnTo>
                <a:lnTo>
                  <a:pt x="10696981" y="750569"/>
                </a:lnTo>
                <a:lnTo>
                  <a:pt x="10696676" y="750569"/>
                </a:lnTo>
                <a:lnTo>
                  <a:pt x="10702531" y="748030"/>
                </a:lnTo>
                <a:lnTo>
                  <a:pt x="10702239" y="748030"/>
                </a:lnTo>
                <a:lnTo>
                  <a:pt x="10707966" y="746760"/>
                </a:lnTo>
                <a:lnTo>
                  <a:pt x="10707674" y="746760"/>
                </a:lnTo>
                <a:lnTo>
                  <a:pt x="10713262" y="744219"/>
                </a:lnTo>
                <a:lnTo>
                  <a:pt x="10712983" y="744219"/>
                </a:lnTo>
                <a:lnTo>
                  <a:pt x="10718419" y="741680"/>
                </a:lnTo>
                <a:lnTo>
                  <a:pt x="10718152" y="741680"/>
                </a:lnTo>
                <a:lnTo>
                  <a:pt x="10723422" y="737869"/>
                </a:lnTo>
                <a:lnTo>
                  <a:pt x="10723168" y="737869"/>
                </a:lnTo>
                <a:lnTo>
                  <a:pt x="10728274" y="735330"/>
                </a:lnTo>
                <a:lnTo>
                  <a:pt x="10728020" y="735330"/>
                </a:lnTo>
                <a:lnTo>
                  <a:pt x="10732973" y="731519"/>
                </a:lnTo>
                <a:lnTo>
                  <a:pt x="10732719" y="731519"/>
                </a:lnTo>
                <a:lnTo>
                  <a:pt x="10737481" y="727710"/>
                </a:lnTo>
                <a:lnTo>
                  <a:pt x="10737253" y="728980"/>
                </a:lnTo>
                <a:lnTo>
                  <a:pt x="10754855" y="728980"/>
                </a:lnTo>
                <a:lnTo>
                  <a:pt x="10750257" y="734060"/>
                </a:lnTo>
                <a:lnTo>
                  <a:pt x="10724349" y="751839"/>
                </a:lnTo>
                <a:lnTo>
                  <a:pt x="10718634" y="755650"/>
                </a:lnTo>
                <a:close/>
              </a:path>
              <a:path w="10793730" h="768350">
                <a:moveTo>
                  <a:pt x="10668038" y="768350"/>
                </a:moveTo>
                <a:lnTo>
                  <a:pt x="125590" y="768350"/>
                </a:lnTo>
                <a:lnTo>
                  <a:pt x="118872" y="767080"/>
                </a:lnTo>
                <a:lnTo>
                  <a:pt x="10674756" y="767080"/>
                </a:lnTo>
                <a:lnTo>
                  <a:pt x="10668038" y="76835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30325" y="2688590"/>
            <a:ext cx="33451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宋体"/>
                <a:cs typeface="宋体"/>
              </a:rPr>
              <a:t>%.xf</a:t>
            </a:r>
            <a:r>
              <a:rPr dirty="0" sz="1800">
                <a:latin typeface="宋体"/>
                <a:cs typeface="宋体"/>
              </a:rPr>
              <a:t>：表示精确至小数点后x位。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6468" y="3624071"/>
            <a:ext cx="10781030" cy="1047115"/>
          </a:xfrm>
          <a:custGeom>
            <a:avLst/>
            <a:gdLst/>
            <a:ahLst/>
            <a:cxnLst/>
            <a:rect l="l" t="t" r="r" b="b"/>
            <a:pathLst>
              <a:path w="10781030" h="1047114">
                <a:moveTo>
                  <a:pt x="10605516" y="1046988"/>
                </a:moveTo>
                <a:lnTo>
                  <a:pt x="173735" y="1046988"/>
                </a:lnTo>
                <a:lnTo>
                  <a:pt x="127493" y="1041015"/>
                </a:lnTo>
                <a:lnTo>
                  <a:pt x="85908" y="1023591"/>
                </a:lnTo>
                <a:lnTo>
                  <a:pt x="50672" y="996410"/>
                </a:lnTo>
                <a:lnTo>
                  <a:pt x="23480" y="961164"/>
                </a:lnTo>
                <a:lnTo>
                  <a:pt x="6025" y="919547"/>
                </a:lnTo>
                <a:lnTo>
                  <a:pt x="0" y="873251"/>
                </a:lnTo>
                <a:lnTo>
                  <a:pt x="0" y="173736"/>
                </a:lnTo>
                <a:lnTo>
                  <a:pt x="6025" y="127388"/>
                </a:lnTo>
                <a:lnTo>
                  <a:pt x="23480" y="85739"/>
                </a:lnTo>
                <a:lnTo>
                  <a:pt x="50673" y="50482"/>
                </a:lnTo>
                <a:lnTo>
                  <a:pt x="85908" y="23311"/>
                </a:lnTo>
                <a:lnTo>
                  <a:pt x="127493" y="5919"/>
                </a:lnTo>
                <a:lnTo>
                  <a:pt x="173735" y="0"/>
                </a:lnTo>
                <a:lnTo>
                  <a:pt x="10605516" y="0"/>
                </a:lnTo>
                <a:lnTo>
                  <a:pt x="10652082" y="5919"/>
                </a:lnTo>
                <a:lnTo>
                  <a:pt x="10693907" y="23311"/>
                </a:lnTo>
                <a:lnTo>
                  <a:pt x="10729340" y="50482"/>
                </a:lnTo>
                <a:lnTo>
                  <a:pt x="10756730" y="85739"/>
                </a:lnTo>
                <a:lnTo>
                  <a:pt x="10774425" y="127388"/>
                </a:lnTo>
                <a:lnTo>
                  <a:pt x="10780776" y="173736"/>
                </a:lnTo>
                <a:lnTo>
                  <a:pt x="10780776" y="873251"/>
                </a:lnTo>
                <a:lnTo>
                  <a:pt x="10774426" y="919547"/>
                </a:lnTo>
                <a:lnTo>
                  <a:pt x="10756730" y="961164"/>
                </a:lnTo>
                <a:lnTo>
                  <a:pt x="10729341" y="996410"/>
                </a:lnTo>
                <a:lnTo>
                  <a:pt x="10693908" y="1023591"/>
                </a:lnTo>
                <a:lnTo>
                  <a:pt x="10652082" y="1041015"/>
                </a:lnTo>
                <a:lnTo>
                  <a:pt x="10605516" y="1046988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5112" y="3461003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6"/>
                </a:moveTo>
                <a:lnTo>
                  <a:pt x="77723" y="463296"/>
                </a:lnTo>
                <a:lnTo>
                  <a:pt x="47313" y="457597"/>
                </a:lnTo>
                <a:lnTo>
                  <a:pt x="22593" y="441274"/>
                </a:lnTo>
                <a:lnTo>
                  <a:pt x="6007" y="416911"/>
                </a:lnTo>
                <a:lnTo>
                  <a:pt x="0" y="387096"/>
                </a:lnTo>
                <a:lnTo>
                  <a:pt x="0" y="77724"/>
                </a:lnTo>
                <a:lnTo>
                  <a:pt x="6007" y="47598"/>
                </a:lnTo>
                <a:lnTo>
                  <a:pt x="22593" y="22974"/>
                </a:lnTo>
                <a:lnTo>
                  <a:pt x="47313" y="6293"/>
                </a:lnTo>
                <a:lnTo>
                  <a:pt x="77723" y="0"/>
                </a:lnTo>
                <a:lnTo>
                  <a:pt x="1085088" y="0"/>
                </a:lnTo>
                <a:lnTo>
                  <a:pt x="1115284" y="6293"/>
                </a:lnTo>
                <a:lnTo>
                  <a:pt x="1139932" y="22974"/>
                </a:lnTo>
                <a:lnTo>
                  <a:pt x="1156589" y="47598"/>
                </a:lnTo>
                <a:lnTo>
                  <a:pt x="1162812" y="77724"/>
                </a:lnTo>
                <a:lnTo>
                  <a:pt x="1162812" y="387096"/>
                </a:lnTo>
                <a:lnTo>
                  <a:pt x="1156589" y="416911"/>
                </a:lnTo>
                <a:lnTo>
                  <a:pt x="1139932" y="441274"/>
                </a:lnTo>
                <a:lnTo>
                  <a:pt x="1115284" y="457597"/>
                </a:lnTo>
                <a:lnTo>
                  <a:pt x="1085088" y="46329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25881" y="3547516"/>
            <a:ext cx="7342505" cy="9124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421005">
              <a:lnSpc>
                <a:spcPct val="100000"/>
              </a:lnSpc>
              <a:spcBef>
                <a:spcPts val="1225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数字格式</a:t>
            </a:r>
            <a:r>
              <a:rPr dirty="0" sz="1600" spc="-5">
                <a:latin typeface="宋体"/>
                <a:cs typeface="宋体"/>
              </a:rPr>
              <a:t>化</a:t>
            </a:r>
            <a:endParaRPr sz="1600">
              <a:latin typeface="宋体"/>
              <a:cs typeface="宋体"/>
            </a:endParaRPr>
          </a:p>
          <a:p>
            <a:pPr marL="42100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print('</a:t>
            </a:r>
            <a:r>
              <a:rPr dirty="0" sz="1600">
                <a:latin typeface="宋体"/>
                <a:cs typeface="宋体"/>
              </a:rPr>
              <a:t>本年</a:t>
            </a:r>
            <a:r>
              <a:rPr dirty="0" sz="1600" spc="-5">
                <a:latin typeface="宋体"/>
                <a:cs typeface="宋体"/>
              </a:rPr>
              <a:t>%d</a:t>
            </a:r>
            <a:r>
              <a:rPr dirty="0" sz="1600">
                <a:latin typeface="宋体"/>
                <a:cs typeface="宋体"/>
              </a:rPr>
              <a:t>月份</a:t>
            </a:r>
            <a:r>
              <a:rPr dirty="0" sz="1600" spc="-5">
                <a:latin typeface="宋体"/>
                <a:cs typeface="宋体"/>
              </a:rPr>
              <a:t>%s</a:t>
            </a:r>
            <a:r>
              <a:rPr dirty="0" sz="1600">
                <a:latin typeface="宋体"/>
                <a:cs typeface="宋体"/>
              </a:rPr>
              <a:t>科目发生额是</a:t>
            </a:r>
            <a:r>
              <a:rPr dirty="0" sz="1600" spc="-5">
                <a:latin typeface="宋体"/>
                <a:cs typeface="宋体"/>
              </a:rPr>
              <a:t>%.2f</a:t>
            </a:r>
            <a:r>
              <a:rPr dirty="0" sz="1600">
                <a:latin typeface="宋体"/>
                <a:cs typeface="宋体"/>
              </a:rPr>
              <a:t>元</a:t>
            </a:r>
            <a:r>
              <a:rPr dirty="0" sz="1600" spc="-5">
                <a:latin typeface="宋体"/>
                <a:cs typeface="宋体"/>
              </a:rPr>
              <a:t>'%(3,'</a:t>
            </a:r>
            <a:r>
              <a:rPr dirty="0" sz="1600">
                <a:latin typeface="宋体"/>
                <a:cs typeface="宋体"/>
              </a:rPr>
              <a:t>主营业务收入</a:t>
            </a:r>
            <a:r>
              <a:rPr dirty="0" sz="1600" spc="-5">
                <a:latin typeface="宋体"/>
                <a:cs typeface="宋体"/>
              </a:rPr>
              <a:t>',20000.123))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347"/>
            <a:ext cx="43103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格式化方式二：使用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{}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进行占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位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39583" y="3334511"/>
            <a:ext cx="4299585" cy="2476500"/>
          </a:xfrm>
          <a:custGeom>
            <a:avLst/>
            <a:gdLst/>
            <a:ahLst/>
            <a:cxnLst/>
            <a:rect l="l" t="t" r="r" b="b"/>
            <a:pathLst>
              <a:path w="4299584" h="2476500">
                <a:moveTo>
                  <a:pt x="3886200" y="2476500"/>
                </a:moveTo>
                <a:lnTo>
                  <a:pt x="413004" y="2476500"/>
                </a:lnTo>
                <a:lnTo>
                  <a:pt x="364768" y="2473697"/>
                </a:lnTo>
                <a:lnTo>
                  <a:pt x="318177" y="2465551"/>
                </a:lnTo>
                <a:lnTo>
                  <a:pt x="273542" y="2452370"/>
                </a:lnTo>
                <a:lnTo>
                  <a:pt x="231171" y="2434463"/>
                </a:lnTo>
                <a:lnTo>
                  <a:pt x="191373" y="2412139"/>
                </a:lnTo>
                <a:lnTo>
                  <a:pt x="154458" y="2385709"/>
                </a:lnTo>
                <a:lnTo>
                  <a:pt x="120734" y="2355480"/>
                </a:lnTo>
                <a:lnTo>
                  <a:pt x="90510" y="2321762"/>
                </a:lnTo>
                <a:lnTo>
                  <a:pt x="64097" y="2284864"/>
                </a:lnTo>
                <a:lnTo>
                  <a:pt x="41803" y="2245095"/>
                </a:lnTo>
                <a:lnTo>
                  <a:pt x="23937" y="2202764"/>
                </a:lnTo>
                <a:lnTo>
                  <a:pt x="10808" y="2158182"/>
                </a:lnTo>
                <a:lnTo>
                  <a:pt x="2726" y="2111656"/>
                </a:lnTo>
                <a:lnTo>
                  <a:pt x="0" y="2063496"/>
                </a:lnTo>
                <a:lnTo>
                  <a:pt x="0" y="413003"/>
                </a:lnTo>
                <a:lnTo>
                  <a:pt x="2726" y="364793"/>
                </a:lnTo>
                <a:lnTo>
                  <a:pt x="10808" y="318224"/>
                </a:lnTo>
                <a:lnTo>
                  <a:pt x="23937" y="273606"/>
                </a:lnTo>
                <a:lnTo>
                  <a:pt x="41803" y="231249"/>
                </a:lnTo>
                <a:lnTo>
                  <a:pt x="64097" y="191461"/>
                </a:lnTo>
                <a:lnTo>
                  <a:pt x="90510" y="154551"/>
                </a:lnTo>
                <a:lnTo>
                  <a:pt x="120734" y="120829"/>
                </a:lnTo>
                <a:lnTo>
                  <a:pt x="154458" y="90604"/>
                </a:lnTo>
                <a:lnTo>
                  <a:pt x="191373" y="64185"/>
                </a:lnTo>
                <a:lnTo>
                  <a:pt x="231171" y="41881"/>
                </a:lnTo>
                <a:lnTo>
                  <a:pt x="273542" y="24001"/>
                </a:lnTo>
                <a:lnTo>
                  <a:pt x="318177" y="10855"/>
                </a:lnTo>
                <a:lnTo>
                  <a:pt x="364768" y="2751"/>
                </a:lnTo>
                <a:lnTo>
                  <a:pt x="413004" y="0"/>
                </a:lnTo>
                <a:lnTo>
                  <a:pt x="3886200" y="0"/>
                </a:lnTo>
                <a:lnTo>
                  <a:pt x="3934410" y="2751"/>
                </a:lnTo>
                <a:lnTo>
                  <a:pt x="3980979" y="10855"/>
                </a:lnTo>
                <a:lnTo>
                  <a:pt x="4025597" y="24001"/>
                </a:lnTo>
                <a:lnTo>
                  <a:pt x="4067954" y="41881"/>
                </a:lnTo>
                <a:lnTo>
                  <a:pt x="4107742" y="64185"/>
                </a:lnTo>
                <a:lnTo>
                  <a:pt x="4144652" y="90604"/>
                </a:lnTo>
                <a:lnTo>
                  <a:pt x="4178374" y="120829"/>
                </a:lnTo>
                <a:lnTo>
                  <a:pt x="4208599" y="154551"/>
                </a:lnTo>
                <a:lnTo>
                  <a:pt x="4235018" y="191461"/>
                </a:lnTo>
                <a:lnTo>
                  <a:pt x="4257322" y="231249"/>
                </a:lnTo>
                <a:lnTo>
                  <a:pt x="4275202" y="273606"/>
                </a:lnTo>
                <a:lnTo>
                  <a:pt x="4288348" y="318224"/>
                </a:lnTo>
                <a:lnTo>
                  <a:pt x="4296452" y="364793"/>
                </a:lnTo>
                <a:lnTo>
                  <a:pt x="4299204" y="413003"/>
                </a:lnTo>
                <a:lnTo>
                  <a:pt x="4299204" y="2063496"/>
                </a:lnTo>
                <a:lnTo>
                  <a:pt x="4296452" y="2111656"/>
                </a:lnTo>
                <a:lnTo>
                  <a:pt x="4288348" y="2158182"/>
                </a:lnTo>
                <a:lnTo>
                  <a:pt x="4275202" y="2202764"/>
                </a:lnTo>
                <a:lnTo>
                  <a:pt x="4257322" y="2245095"/>
                </a:lnTo>
                <a:lnTo>
                  <a:pt x="4235018" y="2284864"/>
                </a:lnTo>
                <a:lnTo>
                  <a:pt x="4208599" y="2321762"/>
                </a:lnTo>
                <a:lnTo>
                  <a:pt x="4178374" y="2355480"/>
                </a:lnTo>
                <a:lnTo>
                  <a:pt x="4144652" y="2385709"/>
                </a:lnTo>
                <a:lnTo>
                  <a:pt x="4107742" y="2412139"/>
                </a:lnTo>
                <a:lnTo>
                  <a:pt x="4067954" y="2434463"/>
                </a:lnTo>
                <a:lnTo>
                  <a:pt x="4025597" y="2452370"/>
                </a:lnTo>
                <a:lnTo>
                  <a:pt x="3980979" y="2465551"/>
                </a:lnTo>
                <a:lnTo>
                  <a:pt x="3934410" y="2473697"/>
                </a:lnTo>
                <a:lnTo>
                  <a:pt x="3886200" y="2476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703184" y="3824477"/>
            <a:ext cx="3479165" cy="148844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 marR="309880">
              <a:lnSpc>
                <a:spcPct val="150000"/>
              </a:lnSpc>
            </a:pPr>
            <a:r>
              <a:rPr dirty="0" sz="1600">
                <a:latin typeface="宋体"/>
                <a:cs typeface="宋体"/>
              </a:rPr>
              <a:t>主营业务收入科目发生额是</a:t>
            </a:r>
            <a:r>
              <a:rPr dirty="0" sz="1600" spc="-5">
                <a:latin typeface="宋体"/>
                <a:cs typeface="宋体"/>
              </a:rPr>
              <a:t>20000元 </a:t>
            </a:r>
            <a:r>
              <a:rPr dirty="0" sz="1600">
                <a:latin typeface="宋体"/>
                <a:cs typeface="宋体"/>
              </a:rPr>
              <a:t>主营业务收入科目发生额是</a:t>
            </a:r>
            <a:r>
              <a:rPr dirty="0" sz="1600" spc="-5">
                <a:latin typeface="宋体"/>
                <a:cs typeface="宋体"/>
              </a:rPr>
              <a:t>20000元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宋体"/>
                <a:cs typeface="宋体"/>
              </a:rPr>
              <a:t>主营业务收入科目发生额是</a:t>
            </a:r>
            <a:r>
              <a:rPr dirty="0" sz="1600" spc="-5">
                <a:latin typeface="宋体"/>
                <a:cs typeface="宋体"/>
              </a:rPr>
              <a:t>20000.12元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11467" y="4096511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40" h="951229">
                <a:moveTo>
                  <a:pt x="274320" y="950976"/>
                </a:moveTo>
                <a:lnTo>
                  <a:pt x="274320" y="713232"/>
                </a:lnTo>
                <a:lnTo>
                  <a:pt x="0" y="713232"/>
                </a:lnTo>
                <a:lnTo>
                  <a:pt x="0" y="237743"/>
                </a:lnTo>
                <a:lnTo>
                  <a:pt x="274320" y="237743"/>
                </a:lnTo>
                <a:lnTo>
                  <a:pt x="274320" y="0"/>
                </a:lnTo>
                <a:lnTo>
                  <a:pt x="548639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96468" y="1229867"/>
            <a:ext cx="10799445" cy="1260475"/>
          </a:xfrm>
          <a:custGeom>
            <a:avLst/>
            <a:gdLst/>
            <a:ahLst/>
            <a:cxnLst/>
            <a:rect l="l" t="t" r="r" b="b"/>
            <a:pathLst>
              <a:path w="10799445" h="1260475">
                <a:moveTo>
                  <a:pt x="10590276" y="1260347"/>
                </a:moveTo>
                <a:lnTo>
                  <a:pt x="208787" y="1260347"/>
                </a:lnTo>
                <a:lnTo>
                  <a:pt x="160902" y="1254753"/>
                </a:lnTo>
                <a:lnTo>
                  <a:pt x="116899" y="1238916"/>
                </a:lnTo>
                <a:lnTo>
                  <a:pt x="78060" y="1214092"/>
                </a:lnTo>
                <a:lnTo>
                  <a:pt x="45669" y="1181536"/>
                </a:lnTo>
                <a:lnTo>
                  <a:pt x="21007" y="1142504"/>
                </a:lnTo>
                <a:lnTo>
                  <a:pt x="5356" y="1098252"/>
                </a:lnTo>
                <a:lnTo>
                  <a:pt x="0" y="1050035"/>
                </a:lnTo>
                <a:lnTo>
                  <a:pt x="0" y="210311"/>
                </a:lnTo>
                <a:lnTo>
                  <a:pt x="5356" y="162095"/>
                </a:lnTo>
                <a:lnTo>
                  <a:pt x="21007" y="117843"/>
                </a:lnTo>
                <a:lnTo>
                  <a:pt x="45669" y="78811"/>
                </a:lnTo>
                <a:lnTo>
                  <a:pt x="78060" y="46255"/>
                </a:lnTo>
                <a:lnTo>
                  <a:pt x="116899" y="21431"/>
                </a:lnTo>
                <a:lnTo>
                  <a:pt x="160902" y="5594"/>
                </a:lnTo>
                <a:lnTo>
                  <a:pt x="208787" y="0"/>
                </a:lnTo>
                <a:lnTo>
                  <a:pt x="10590276" y="0"/>
                </a:lnTo>
                <a:lnTo>
                  <a:pt x="10638161" y="5594"/>
                </a:lnTo>
                <a:lnTo>
                  <a:pt x="10682164" y="21431"/>
                </a:lnTo>
                <a:lnTo>
                  <a:pt x="10721003" y="46255"/>
                </a:lnTo>
                <a:lnTo>
                  <a:pt x="10753394" y="78811"/>
                </a:lnTo>
                <a:lnTo>
                  <a:pt x="10778056" y="117843"/>
                </a:lnTo>
                <a:lnTo>
                  <a:pt x="10793707" y="162095"/>
                </a:lnTo>
                <a:lnTo>
                  <a:pt x="10799064" y="210311"/>
                </a:lnTo>
                <a:lnTo>
                  <a:pt x="10799064" y="1050035"/>
                </a:lnTo>
                <a:lnTo>
                  <a:pt x="10793707" y="1098252"/>
                </a:lnTo>
                <a:lnTo>
                  <a:pt x="10778056" y="1142504"/>
                </a:lnTo>
                <a:lnTo>
                  <a:pt x="10753394" y="1181536"/>
                </a:lnTo>
                <a:lnTo>
                  <a:pt x="10721003" y="1214092"/>
                </a:lnTo>
                <a:lnTo>
                  <a:pt x="10682164" y="1238916"/>
                </a:lnTo>
                <a:lnTo>
                  <a:pt x="10638161" y="1254753"/>
                </a:lnTo>
                <a:lnTo>
                  <a:pt x="10590276" y="1260347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20775" y="1309204"/>
            <a:ext cx="779335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另一种格式化字符串的方法是</a:t>
            </a:r>
            <a:r>
              <a:rPr dirty="0" sz="2000" spc="-3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str.format()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函数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，使用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{}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进行占位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； 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在格式化时，可以指定参数名、索引、数字格式化等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9391" y="2923032"/>
            <a:ext cx="5549265" cy="3298190"/>
          </a:xfrm>
          <a:custGeom>
            <a:avLst/>
            <a:gdLst/>
            <a:ahLst/>
            <a:cxnLst/>
            <a:rect l="l" t="t" r="r" b="b"/>
            <a:pathLst>
              <a:path w="5549265" h="3298190">
                <a:moveTo>
                  <a:pt x="4998720" y="3297936"/>
                </a:moveTo>
                <a:lnTo>
                  <a:pt x="550164" y="3297936"/>
                </a:lnTo>
                <a:lnTo>
                  <a:pt x="502733" y="3295937"/>
                </a:lnTo>
                <a:lnTo>
                  <a:pt x="456424" y="3290011"/>
                </a:lnTo>
                <a:lnTo>
                  <a:pt x="411399" y="3280323"/>
                </a:lnTo>
                <a:lnTo>
                  <a:pt x="367824" y="3267036"/>
                </a:lnTo>
                <a:lnTo>
                  <a:pt x="325863" y="3250315"/>
                </a:lnTo>
                <a:lnTo>
                  <a:pt x="285681" y="3230325"/>
                </a:lnTo>
                <a:lnTo>
                  <a:pt x="247442" y="3207230"/>
                </a:lnTo>
                <a:lnTo>
                  <a:pt x="211310" y="3181194"/>
                </a:lnTo>
                <a:lnTo>
                  <a:pt x="177451" y="3152382"/>
                </a:lnTo>
                <a:lnTo>
                  <a:pt x="146028" y="3120959"/>
                </a:lnTo>
                <a:lnTo>
                  <a:pt x="117206" y="3087089"/>
                </a:lnTo>
                <a:lnTo>
                  <a:pt x="91149" y="3050936"/>
                </a:lnTo>
                <a:lnTo>
                  <a:pt x="68022" y="3012665"/>
                </a:lnTo>
                <a:lnTo>
                  <a:pt x="47989" y="2972441"/>
                </a:lnTo>
                <a:lnTo>
                  <a:pt x="31216" y="2930427"/>
                </a:lnTo>
                <a:lnTo>
                  <a:pt x="17866" y="2886789"/>
                </a:lnTo>
                <a:lnTo>
                  <a:pt x="8103" y="2841691"/>
                </a:lnTo>
                <a:lnTo>
                  <a:pt x="2093" y="2795297"/>
                </a:lnTo>
                <a:lnTo>
                  <a:pt x="0" y="2747772"/>
                </a:lnTo>
                <a:lnTo>
                  <a:pt x="0" y="550164"/>
                </a:lnTo>
                <a:lnTo>
                  <a:pt x="2093" y="502733"/>
                </a:lnTo>
                <a:lnTo>
                  <a:pt x="8103" y="456424"/>
                </a:lnTo>
                <a:lnTo>
                  <a:pt x="17866" y="411399"/>
                </a:lnTo>
                <a:lnTo>
                  <a:pt x="31216" y="367824"/>
                </a:lnTo>
                <a:lnTo>
                  <a:pt x="47989" y="325863"/>
                </a:lnTo>
                <a:lnTo>
                  <a:pt x="68022" y="285681"/>
                </a:lnTo>
                <a:lnTo>
                  <a:pt x="91149" y="247442"/>
                </a:lnTo>
                <a:lnTo>
                  <a:pt x="117206" y="211310"/>
                </a:lnTo>
                <a:lnTo>
                  <a:pt x="146028" y="177451"/>
                </a:lnTo>
                <a:lnTo>
                  <a:pt x="177451" y="146028"/>
                </a:lnTo>
                <a:lnTo>
                  <a:pt x="211310" y="117206"/>
                </a:lnTo>
                <a:lnTo>
                  <a:pt x="247442" y="91149"/>
                </a:lnTo>
                <a:lnTo>
                  <a:pt x="285681" y="68022"/>
                </a:lnTo>
                <a:lnTo>
                  <a:pt x="325863" y="47989"/>
                </a:lnTo>
                <a:lnTo>
                  <a:pt x="367824" y="31216"/>
                </a:lnTo>
                <a:lnTo>
                  <a:pt x="411399" y="17866"/>
                </a:lnTo>
                <a:lnTo>
                  <a:pt x="456424" y="8103"/>
                </a:lnTo>
                <a:lnTo>
                  <a:pt x="502733" y="2093"/>
                </a:lnTo>
                <a:lnTo>
                  <a:pt x="550164" y="0"/>
                </a:lnTo>
                <a:lnTo>
                  <a:pt x="4998720" y="0"/>
                </a:lnTo>
                <a:lnTo>
                  <a:pt x="5046169" y="2093"/>
                </a:lnTo>
                <a:lnTo>
                  <a:pt x="5092495" y="8103"/>
                </a:lnTo>
                <a:lnTo>
                  <a:pt x="5137535" y="17866"/>
                </a:lnTo>
                <a:lnTo>
                  <a:pt x="5181122" y="31216"/>
                </a:lnTo>
                <a:lnTo>
                  <a:pt x="5223093" y="47989"/>
                </a:lnTo>
                <a:lnTo>
                  <a:pt x="5263284" y="68022"/>
                </a:lnTo>
                <a:lnTo>
                  <a:pt x="5301530" y="91149"/>
                </a:lnTo>
                <a:lnTo>
                  <a:pt x="5337665" y="117206"/>
                </a:lnTo>
                <a:lnTo>
                  <a:pt x="5371527" y="146028"/>
                </a:lnTo>
                <a:lnTo>
                  <a:pt x="5402950" y="177451"/>
                </a:lnTo>
                <a:lnTo>
                  <a:pt x="5431770" y="211310"/>
                </a:lnTo>
                <a:lnTo>
                  <a:pt x="5457823" y="247442"/>
                </a:lnTo>
                <a:lnTo>
                  <a:pt x="5480943" y="285681"/>
                </a:lnTo>
                <a:lnTo>
                  <a:pt x="5500967" y="325863"/>
                </a:lnTo>
                <a:lnTo>
                  <a:pt x="5517730" y="367824"/>
                </a:lnTo>
                <a:lnTo>
                  <a:pt x="5531068" y="411399"/>
                </a:lnTo>
                <a:lnTo>
                  <a:pt x="5540816" y="456424"/>
                </a:lnTo>
                <a:lnTo>
                  <a:pt x="5546809" y="502733"/>
                </a:lnTo>
                <a:lnTo>
                  <a:pt x="5548884" y="550164"/>
                </a:lnTo>
                <a:lnTo>
                  <a:pt x="5548884" y="2747772"/>
                </a:lnTo>
                <a:lnTo>
                  <a:pt x="5546809" y="2795297"/>
                </a:lnTo>
                <a:lnTo>
                  <a:pt x="5540816" y="2841691"/>
                </a:lnTo>
                <a:lnTo>
                  <a:pt x="5531068" y="2886789"/>
                </a:lnTo>
                <a:lnTo>
                  <a:pt x="5517730" y="2930427"/>
                </a:lnTo>
                <a:lnTo>
                  <a:pt x="5500967" y="2972441"/>
                </a:lnTo>
                <a:lnTo>
                  <a:pt x="5480943" y="3012665"/>
                </a:lnTo>
                <a:lnTo>
                  <a:pt x="5457823" y="3050936"/>
                </a:lnTo>
                <a:lnTo>
                  <a:pt x="5431770" y="3087089"/>
                </a:lnTo>
                <a:lnTo>
                  <a:pt x="5402950" y="3120959"/>
                </a:lnTo>
                <a:lnTo>
                  <a:pt x="5371527" y="3152382"/>
                </a:lnTo>
                <a:lnTo>
                  <a:pt x="5337665" y="3181194"/>
                </a:lnTo>
                <a:lnTo>
                  <a:pt x="5301530" y="3207230"/>
                </a:lnTo>
                <a:lnTo>
                  <a:pt x="5263284" y="3230325"/>
                </a:lnTo>
                <a:lnTo>
                  <a:pt x="5223093" y="3250315"/>
                </a:lnTo>
                <a:lnTo>
                  <a:pt x="5181122" y="3267036"/>
                </a:lnTo>
                <a:lnTo>
                  <a:pt x="5137535" y="3280323"/>
                </a:lnTo>
                <a:lnTo>
                  <a:pt x="5092495" y="3290011"/>
                </a:lnTo>
                <a:lnTo>
                  <a:pt x="5046169" y="3295937"/>
                </a:lnTo>
                <a:lnTo>
                  <a:pt x="4998720" y="3297936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91844" y="3809364"/>
            <a:ext cx="9398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',20000))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1844" y="4297045"/>
            <a:ext cx="4799965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设置指定位置，从</a:t>
            </a:r>
            <a:r>
              <a:rPr dirty="0" sz="1600" spc="-5">
                <a:latin typeface="宋体"/>
                <a:cs typeface="宋体"/>
              </a:rPr>
              <a:t>0</a:t>
            </a:r>
            <a:r>
              <a:rPr dirty="0" sz="1600">
                <a:latin typeface="宋体"/>
                <a:cs typeface="宋体"/>
              </a:rPr>
              <a:t>开</a:t>
            </a:r>
            <a:r>
              <a:rPr dirty="0" sz="1600" spc="-5">
                <a:latin typeface="宋体"/>
                <a:cs typeface="宋体"/>
              </a:rPr>
              <a:t>始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print('{1}</a:t>
            </a:r>
            <a:r>
              <a:rPr dirty="0" sz="1600">
                <a:latin typeface="宋体"/>
                <a:cs typeface="宋体"/>
              </a:rPr>
              <a:t>科目发生额是</a:t>
            </a:r>
            <a:r>
              <a:rPr dirty="0" sz="1600" spc="-5">
                <a:latin typeface="宋体"/>
                <a:cs typeface="宋体"/>
              </a:rPr>
              <a:t>{0}</a:t>
            </a:r>
            <a:r>
              <a:rPr dirty="0" sz="1600">
                <a:latin typeface="宋体"/>
                <a:cs typeface="宋体"/>
              </a:rPr>
              <a:t>元</a:t>
            </a:r>
            <a:r>
              <a:rPr dirty="0" sz="1600" spc="-5">
                <a:latin typeface="宋体"/>
                <a:cs typeface="宋体"/>
              </a:rPr>
              <a:t>'.format(20000,'</a:t>
            </a:r>
            <a:r>
              <a:rPr dirty="0" sz="1600">
                <a:latin typeface="宋体"/>
                <a:cs typeface="宋体"/>
              </a:rPr>
              <a:t>主</a:t>
            </a:r>
            <a:r>
              <a:rPr dirty="0" sz="1600" spc="-5">
                <a:latin typeface="宋体"/>
                <a:cs typeface="宋体"/>
              </a:rPr>
              <a:t>营 </a:t>
            </a:r>
            <a:r>
              <a:rPr dirty="0" sz="1600">
                <a:latin typeface="宋体"/>
                <a:cs typeface="宋体"/>
              </a:rPr>
              <a:t>业务收入</a:t>
            </a:r>
            <a:r>
              <a:rPr dirty="0" sz="1600" spc="-5">
                <a:latin typeface="宋体"/>
                <a:cs typeface="宋体"/>
              </a:rPr>
              <a:t>'))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1844" y="5272404"/>
            <a:ext cx="4799965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数字格式</a:t>
            </a:r>
            <a:r>
              <a:rPr dirty="0" sz="1600" spc="-5">
                <a:latin typeface="宋体"/>
                <a:cs typeface="宋体"/>
              </a:rPr>
              <a:t>化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print('{}</a:t>
            </a:r>
            <a:r>
              <a:rPr dirty="0" sz="1600">
                <a:latin typeface="宋体"/>
                <a:cs typeface="宋体"/>
              </a:rPr>
              <a:t>科目发生额是</a:t>
            </a:r>
            <a:r>
              <a:rPr dirty="0" sz="1600" spc="-5">
                <a:latin typeface="宋体"/>
                <a:cs typeface="宋体"/>
              </a:rPr>
              <a:t>{:.2f}</a:t>
            </a:r>
            <a:r>
              <a:rPr dirty="0" sz="1600">
                <a:latin typeface="宋体"/>
                <a:cs typeface="宋体"/>
              </a:rPr>
              <a:t>元</a:t>
            </a:r>
            <a:r>
              <a:rPr dirty="0" sz="1600" spc="-5">
                <a:latin typeface="宋体"/>
                <a:cs typeface="宋体"/>
              </a:rPr>
              <a:t>'.format('</a:t>
            </a:r>
            <a:r>
              <a:rPr dirty="0" sz="1600">
                <a:latin typeface="宋体"/>
                <a:cs typeface="宋体"/>
              </a:rPr>
              <a:t>主营业</a:t>
            </a:r>
            <a:r>
              <a:rPr dirty="0" sz="1600" spc="-5">
                <a:latin typeface="宋体"/>
                <a:cs typeface="宋体"/>
              </a:rPr>
              <a:t>务 </a:t>
            </a:r>
            <a:r>
              <a:rPr dirty="0" sz="1600">
                <a:latin typeface="宋体"/>
                <a:cs typeface="宋体"/>
              </a:rPr>
              <a:t>收入</a:t>
            </a:r>
            <a:r>
              <a:rPr dirty="0" sz="1600" spc="-5">
                <a:latin typeface="宋体"/>
                <a:cs typeface="宋体"/>
              </a:rPr>
              <a:t>',20000.123))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4904" y="2836164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6"/>
                </a:moveTo>
                <a:lnTo>
                  <a:pt x="77724" y="463296"/>
                </a:lnTo>
                <a:lnTo>
                  <a:pt x="47241" y="457216"/>
                </a:lnTo>
                <a:lnTo>
                  <a:pt x="22498" y="440607"/>
                </a:lnTo>
                <a:lnTo>
                  <a:pt x="5936" y="415911"/>
                </a:lnTo>
                <a:lnTo>
                  <a:pt x="0" y="385572"/>
                </a:lnTo>
                <a:lnTo>
                  <a:pt x="0" y="77724"/>
                </a:lnTo>
                <a:lnTo>
                  <a:pt x="5936" y="47241"/>
                </a:lnTo>
                <a:lnTo>
                  <a:pt x="22498" y="22498"/>
                </a:lnTo>
                <a:lnTo>
                  <a:pt x="47241" y="5936"/>
                </a:lnTo>
                <a:lnTo>
                  <a:pt x="77724" y="0"/>
                </a:lnTo>
                <a:lnTo>
                  <a:pt x="1085088" y="0"/>
                </a:lnTo>
                <a:lnTo>
                  <a:pt x="1115213" y="5936"/>
                </a:lnTo>
                <a:lnTo>
                  <a:pt x="1139837" y="22498"/>
                </a:lnTo>
                <a:lnTo>
                  <a:pt x="1156518" y="47241"/>
                </a:lnTo>
                <a:lnTo>
                  <a:pt x="1162812" y="77724"/>
                </a:lnTo>
                <a:lnTo>
                  <a:pt x="1162812" y="385572"/>
                </a:lnTo>
                <a:lnTo>
                  <a:pt x="1156518" y="415911"/>
                </a:lnTo>
                <a:lnTo>
                  <a:pt x="1139837" y="440607"/>
                </a:lnTo>
                <a:lnTo>
                  <a:pt x="1115213" y="457216"/>
                </a:lnTo>
                <a:lnTo>
                  <a:pt x="1085088" y="46329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5546" y="2922041"/>
            <a:ext cx="5106670" cy="9124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6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318770">
              <a:lnSpc>
                <a:spcPct val="100000"/>
              </a:lnSpc>
              <a:spcBef>
                <a:spcPts val="122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不设置指定位置，按默认顺</a:t>
            </a:r>
            <a:r>
              <a:rPr dirty="0" sz="1600" spc="-5">
                <a:latin typeface="宋体"/>
                <a:cs typeface="宋体"/>
              </a:rPr>
              <a:t>序</a:t>
            </a:r>
            <a:endParaRPr sz="1600">
              <a:latin typeface="宋体"/>
              <a:cs typeface="宋体"/>
            </a:endParaRPr>
          </a:p>
          <a:p>
            <a:pPr marL="31877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print('{}</a:t>
            </a:r>
            <a:r>
              <a:rPr dirty="0" sz="1600">
                <a:latin typeface="宋体"/>
                <a:cs typeface="宋体"/>
              </a:rPr>
              <a:t>科目发生额是</a:t>
            </a:r>
            <a:r>
              <a:rPr dirty="0" sz="1600" spc="-5">
                <a:latin typeface="宋体"/>
                <a:cs typeface="宋体"/>
              </a:rPr>
              <a:t>{}</a:t>
            </a:r>
            <a:r>
              <a:rPr dirty="0" sz="1600">
                <a:latin typeface="宋体"/>
                <a:cs typeface="宋体"/>
              </a:rPr>
              <a:t>元</a:t>
            </a:r>
            <a:r>
              <a:rPr dirty="0" sz="1600" spc="-5">
                <a:latin typeface="宋体"/>
                <a:cs typeface="宋体"/>
              </a:rPr>
              <a:t>'.format('</a:t>
            </a:r>
            <a:r>
              <a:rPr dirty="0" sz="1600">
                <a:latin typeface="宋体"/>
                <a:cs typeface="宋体"/>
              </a:rPr>
              <a:t>主营业务收</a:t>
            </a:r>
            <a:r>
              <a:rPr dirty="0" sz="1600" spc="-5">
                <a:latin typeface="宋体"/>
                <a:cs typeface="宋体"/>
              </a:rPr>
              <a:t>入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347"/>
            <a:ext cx="43103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格式化方式二：使用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{}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进行占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位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426463"/>
            <a:ext cx="10799445" cy="2129155"/>
          </a:xfrm>
          <a:custGeom>
            <a:avLst/>
            <a:gdLst/>
            <a:ahLst/>
            <a:cxnLst/>
            <a:rect l="l" t="t" r="r" b="b"/>
            <a:pathLst>
              <a:path w="10799445" h="2129154">
                <a:moveTo>
                  <a:pt x="10443972" y="2129028"/>
                </a:moveTo>
                <a:lnTo>
                  <a:pt x="355091" y="2129028"/>
                </a:lnTo>
                <a:lnTo>
                  <a:pt x="306780" y="2125903"/>
                </a:lnTo>
                <a:lnTo>
                  <a:pt x="260464" y="2116559"/>
                </a:lnTo>
                <a:lnTo>
                  <a:pt x="216566" y="2101416"/>
                </a:lnTo>
                <a:lnTo>
                  <a:pt x="175508" y="2080897"/>
                </a:lnTo>
                <a:lnTo>
                  <a:pt x="137713" y="2055426"/>
                </a:lnTo>
                <a:lnTo>
                  <a:pt x="103603" y="2025424"/>
                </a:lnTo>
                <a:lnTo>
                  <a:pt x="73601" y="1991314"/>
                </a:lnTo>
                <a:lnTo>
                  <a:pt x="48130" y="1953519"/>
                </a:lnTo>
                <a:lnTo>
                  <a:pt x="27611" y="1912461"/>
                </a:lnTo>
                <a:lnTo>
                  <a:pt x="12468" y="1868563"/>
                </a:lnTo>
                <a:lnTo>
                  <a:pt x="3124" y="1822247"/>
                </a:lnTo>
                <a:lnTo>
                  <a:pt x="0" y="1773936"/>
                </a:lnTo>
                <a:lnTo>
                  <a:pt x="0" y="355092"/>
                </a:lnTo>
                <a:lnTo>
                  <a:pt x="3124" y="306838"/>
                </a:lnTo>
                <a:lnTo>
                  <a:pt x="12468" y="260570"/>
                </a:lnTo>
                <a:lnTo>
                  <a:pt x="27611" y="216709"/>
                </a:lnTo>
                <a:lnTo>
                  <a:pt x="48130" y="175677"/>
                </a:lnTo>
                <a:lnTo>
                  <a:pt x="73601" y="137898"/>
                </a:lnTo>
                <a:lnTo>
                  <a:pt x="103603" y="103793"/>
                </a:lnTo>
                <a:lnTo>
                  <a:pt x="137713" y="73786"/>
                </a:lnTo>
                <a:lnTo>
                  <a:pt x="175508" y="48299"/>
                </a:lnTo>
                <a:lnTo>
                  <a:pt x="216566" y="27754"/>
                </a:lnTo>
                <a:lnTo>
                  <a:pt x="260464" y="12574"/>
                </a:lnTo>
                <a:lnTo>
                  <a:pt x="306780" y="3182"/>
                </a:lnTo>
                <a:lnTo>
                  <a:pt x="355091" y="0"/>
                </a:lnTo>
                <a:lnTo>
                  <a:pt x="10443972" y="0"/>
                </a:lnTo>
                <a:lnTo>
                  <a:pt x="10492283" y="3182"/>
                </a:lnTo>
                <a:lnTo>
                  <a:pt x="10538599" y="12574"/>
                </a:lnTo>
                <a:lnTo>
                  <a:pt x="10582497" y="27754"/>
                </a:lnTo>
                <a:lnTo>
                  <a:pt x="10623555" y="48299"/>
                </a:lnTo>
                <a:lnTo>
                  <a:pt x="10661350" y="73786"/>
                </a:lnTo>
                <a:lnTo>
                  <a:pt x="10695460" y="103793"/>
                </a:lnTo>
                <a:lnTo>
                  <a:pt x="10725462" y="137898"/>
                </a:lnTo>
                <a:lnTo>
                  <a:pt x="10750933" y="175677"/>
                </a:lnTo>
                <a:lnTo>
                  <a:pt x="10771452" y="216709"/>
                </a:lnTo>
                <a:lnTo>
                  <a:pt x="10786595" y="260570"/>
                </a:lnTo>
                <a:lnTo>
                  <a:pt x="10795939" y="306838"/>
                </a:lnTo>
                <a:lnTo>
                  <a:pt x="10799064" y="355092"/>
                </a:lnTo>
                <a:lnTo>
                  <a:pt x="10799064" y="1773936"/>
                </a:lnTo>
                <a:lnTo>
                  <a:pt x="10795939" y="1822247"/>
                </a:lnTo>
                <a:lnTo>
                  <a:pt x="10786595" y="1868563"/>
                </a:lnTo>
                <a:lnTo>
                  <a:pt x="10771452" y="1912461"/>
                </a:lnTo>
                <a:lnTo>
                  <a:pt x="10750933" y="1953519"/>
                </a:lnTo>
                <a:lnTo>
                  <a:pt x="10725462" y="1991314"/>
                </a:lnTo>
                <a:lnTo>
                  <a:pt x="10695460" y="2025424"/>
                </a:lnTo>
                <a:lnTo>
                  <a:pt x="10661350" y="2055426"/>
                </a:lnTo>
                <a:lnTo>
                  <a:pt x="10623555" y="2080897"/>
                </a:lnTo>
                <a:lnTo>
                  <a:pt x="10582497" y="2101416"/>
                </a:lnTo>
                <a:lnTo>
                  <a:pt x="10538599" y="2116559"/>
                </a:lnTo>
                <a:lnTo>
                  <a:pt x="10492283" y="2125903"/>
                </a:lnTo>
                <a:lnTo>
                  <a:pt x="10443972" y="2129028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54736" y="1363980"/>
            <a:ext cx="1163320" cy="464820"/>
          </a:xfrm>
          <a:custGeom>
            <a:avLst/>
            <a:gdLst/>
            <a:ahLst/>
            <a:cxnLst/>
            <a:rect l="l" t="t" r="r" b="b"/>
            <a:pathLst>
              <a:path w="1163320" h="464819">
                <a:moveTo>
                  <a:pt x="1085088" y="464820"/>
                </a:moveTo>
                <a:lnTo>
                  <a:pt x="77723" y="464820"/>
                </a:lnTo>
                <a:lnTo>
                  <a:pt x="47186" y="458735"/>
                </a:lnTo>
                <a:lnTo>
                  <a:pt x="22417" y="442117"/>
                </a:lnTo>
                <a:lnTo>
                  <a:pt x="5870" y="417419"/>
                </a:lnTo>
                <a:lnTo>
                  <a:pt x="0" y="387096"/>
                </a:lnTo>
                <a:lnTo>
                  <a:pt x="0" y="77724"/>
                </a:lnTo>
                <a:lnTo>
                  <a:pt x="5870" y="47757"/>
                </a:lnTo>
                <a:lnTo>
                  <a:pt x="22417" y="23179"/>
                </a:lnTo>
                <a:lnTo>
                  <a:pt x="47186" y="6441"/>
                </a:lnTo>
                <a:lnTo>
                  <a:pt x="77723" y="0"/>
                </a:lnTo>
                <a:lnTo>
                  <a:pt x="1085088" y="0"/>
                </a:lnTo>
                <a:lnTo>
                  <a:pt x="1115125" y="6441"/>
                </a:lnTo>
                <a:lnTo>
                  <a:pt x="1139728" y="23179"/>
                </a:lnTo>
                <a:lnTo>
                  <a:pt x="1156441" y="47757"/>
                </a:lnTo>
                <a:lnTo>
                  <a:pt x="1162812" y="77724"/>
                </a:lnTo>
                <a:lnTo>
                  <a:pt x="1162812" y="387096"/>
                </a:lnTo>
                <a:lnTo>
                  <a:pt x="1156441" y="417419"/>
                </a:lnTo>
                <a:lnTo>
                  <a:pt x="1139728" y="442117"/>
                </a:lnTo>
                <a:lnTo>
                  <a:pt x="1115125" y="458735"/>
                </a:lnTo>
                <a:lnTo>
                  <a:pt x="1085088" y="46482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65276" y="1450771"/>
            <a:ext cx="10117455" cy="1666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7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351155">
              <a:lnSpc>
                <a:spcPct val="100000"/>
              </a:lnSpc>
              <a:spcBef>
                <a:spcPts val="1405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设置关键字参</a:t>
            </a:r>
            <a:r>
              <a:rPr dirty="0" sz="1600" spc="-5">
                <a:latin typeface="宋体"/>
                <a:cs typeface="宋体"/>
              </a:rPr>
              <a:t>数</a:t>
            </a:r>
            <a:endParaRPr sz="1600">
              <a:latin typeface="宋体"/>
              <a:cs typeface="宋体"/>
            </a:endParaRPr>
          </a:p>
          <a:p>
            <a:pPr marL="35115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print('{account}</a:t>
            </a:r>
            <a:r>
              <a:rPr dirty="0" sz="1600">
                <a:latin typeface="宋体"/>
                <a:cs typeface="宋体"/>
              </a:rPr>
              <a:t>科目发生额是</a:t>
            </a:r>
            <a:r>
              <a:rPr dirty="0" sz="1600" spc="-5">
                <a:latin typeface="宋体"/>
                <a:cs typeface="宋体"/>
              </a:rPr>
              <a:t>{amount}</a:t>
            </a:r>
            <a:r>
              <a:rPr dirty="0" sz="1600">
                <a:latin typeface="宋体"/>
                <a:cs typeface="宋体"/>
              </a:rPr>
              <a:t>元</a:t>
            </a:r>
            <a:r>
              <a:rPr dirty="0" sz="1600" spc="-5">
                <a:latin typeface="宋体"/>
                <a:cs typeface="宋体"/>
              </a:rPr>
              <a:t>'.format(account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'</a:t>
            </a:r>
            <a:r>
              <a:rPr dirty="0" sz="1600">
                <a:latin typeface="宋体"/>
                <a:cs typeface="宋体"/>
              </a:rPr>
              <a:t>主营业务收入</a:t>
            </a:r>
            <a:r>
              <a:rPr dirty="0" sz="1600" spc="-5">
                <a:latin typeface="宋体"/>
                <a:cs typeface="宋体"/>
              </a:rPr>
              <a:t>',amount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20000))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Times New Roman"/>
              <a:cs typeface="Times New Roman"/>
            </a:endParaRPr>
          </a:p>
          <a:p>
            <a:pPr marL="351155">
              <a:lnSpc>
                <a:spcPct val="100000"/>
              </a:lnSpc>
              <a:spcBef>
                <a:spcPts val="5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关键字参数数字格式</a:t>
            </a:r>
            <a:r>
              <a:rPr dirty="0" sz="1600" spc="-5">
                <a:latin typeface="宋体"/>
                <a:cs typeface="宋体"/>
              </a:rPr>
              <a:t>化</a:t>
            </a:r>
            <a:endParaRPr sz="1600">
              <a:latin typeface="宋体"/>
              <a:cs typeface="宋体"/>
            </a:endParaRPr>
          </a:p>
          <a:p>
            <a:pPr marL="35115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print('{account}</a:t>
            </a:r>
            <a:r>
              <a:rPr dirty="0" sz="1600">
                <a:latin typeface="宋体"/>
                <a:cs typeface="宋体"/>
              </a:rPr>
              <a:t>科目发生额是</a:t>
            </a:r>
            <a:r>
              <a:rPr dirty="0" sz="1600" spc="-5">
                <a:latin typeface="宋体"/>
                <a:cs typeface="宋体"/>
              </a:rPr>
              <a:t>{amount:.2f}</a:t>
            </a:r>
            <a:r>
              <a:rPr dirty="0" sz="1600">
                <a:latin typeface="宋体"/>
                <a:cs typeface="宋体"/>
              </a:rPr>
              <a:t>元</a:t>
            </a:r>
            <a:r>
              <a:rPr dirty="0" sz="1600" spc="-5">
                <a:latin typeface="宋体"/>
                <a:cs typeface="宋体"/>
              </a:rPr>
              <a:t>'.format(account</a:t>
            </a:r>
            <a:r>
              <a:rPr dirty="0" sz="1600" spc="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'</a:t>
            </a:r>
            <a:r>
              <a:rPr dirty="0" sz="1600">
                <a:latin typeface="宋体"/>
                <a:cs typeface="宋体"/>
              </a:rPr>
              <a:t>主营业务收入</a:t>
            </a:r>
            <a:r>
              <a:rPr dirty="0" sz="1600" spc="-5">
                <a:latin typeface="宋体"/>
                <a:cs typeface="宋体"/>
              </a:rPr>
              <a:t>',amount</a:t>
            </a:r>
            <a:r>
              <a:rPr dirty="0" sz="1600" spc="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20000.123))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7616" y="4504944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40" h="951229">
                <a:moveTo>
                  <a:pt x="274320" y="950976"/>
                </a:moveTo>
                <a:lnTo>
                  <a:pt x="274320" y="713231"/>
                </a:lnTo>
                <a:lnTo>
                  <a:pt x="0" y="713231"/>
                </a:lnTo>
                <a:lnTo>
                  <a:pt x="0" y="237743"/>
                </a:lnTo>
                <a:lnTo>
                  <a:pt x="274320" y="237743"/>
                </a:lnTo>
                <a:lnTo>
                  <a:pt x="274320" y="0"/>
                </a:lnTo>
                <a:lnTo>
                  <a:pt x="548640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32660" y="4136135"/>
            <a:ext cx="7543800" cy="1689100"/>
          </a:xfrm>
          <a:custGeom>
            <a:avLst/>
            <a:gdLst/>
            <a:ahLst/>
            <a:cxnLst/>
            <a:rect l="l" t="t" r="r" b="b"/>
            <a:pathLst>
              <a:path w="7543800" h="1689100">
                <a:moveTo>
                  <a:pt x="7261859" y="1688591"/>
                </a:moveTo>
                <a:lnTo>
                  <a:pt x="281939" y="1688591"/>
                </a:lnTo>
                <a:lnTo>
                  <a:pt x="236206" y="1684942"/>
                </a:lnTo>
                <a:lnTo>
                  <a:pt x="192833" y="1674301"/>
                </a:lnTo>
                <a:lnTo>
                  <a:pt x="152397" y="1657246"/>
                </a:lnTo>
                <a:lnTo>
                  <a:pt x="115475" y="1634352"/>
                </a:lnTo>
                <a:lnTo>
                  <a:pt x="82643" y="1606195"/>
                </a:lnTo>
                <a:lnTo>
                  <a:pt x="54477" y="1573353"/>
                </a:lnTo>
                <a:lnTo>
                  <a:pt x="31553" y="1536402"/>
                </a:lnTo>
                <a:lnTo>
                  <a:pt x="14448" y="1495916"/>
                </a:lnTo>
                <a:lnTo>
                  <a:pt x="3738" y="1452474"/>
                </a:lnTo>
                <a:lnTo>
                  <a:pt x="0" y="1406652"/>
                </a:lnTo>
                <a:lnTo>
                  <a:pt x="0" y="281939"/>
                </a:lnTo>
                <a:lnTo>
                  <a:pt x="3738" y="236220"/>
                </a:lnTo>
                <a:lnTo>
                  <a:pt x="14448" y="192857"/>
                </a:lnTo>
                <a:lnTo>
                  <a:pt x="31553" y="152429"/>
                </a:lnTo>
                <a:lnTo>
                  <a:pt x="54477" y="115512"/>
                </a:lnTo>
                <a:lnTo>
                  <a:pt x="82643" y="82681"/>
                </a:lnTo>
                <a:lnTo>
                  <a:pt x="115475" y="54514"/>
                </a:lnTo>
                <a:lnTo>
                  <a:pt x="152397" y="31585"/>
                </a:lnTo>
                <a:lnTo>
                  <a:pt x="192833" y="14473"/>
                </a:lnTo>
                <a:lnTo>
                  <a:pt x="236206" y="3752"/>
                </a:lnTo>
                <a:lnTo>
                  <a:pt x="281939" y="0"/>
                </a:lnTo>
                <a:lnTo>
                  <a:pt x="7261859" y="0"/>
                </a:lnTo>
                <a:lnTo>
                  <a:pt x="7307648" y="3752"/>
                </a:lnTo>
                <a:lnTo>
                  <a:pt x="7351063" y="14473"/>
                </a:lnTo>
                <a:lnTo>
                  <a:pt x="7391530" y="31585"/>
                </a:lnTo>
                <a:lnTo>
                  <a:pt x="7428470" y="54514"/>
                </a:lnTo>
                <a:lnTo>
                  <a:pt x="7461308" y="82681"/>
                </a:lnTo>
                <a:lnTo>
                  <a:pt x="7489468" y="115512"/>
                </a:lnTo>
                <a:lnTo>
                  <a:pt x="7512374" y="152429"/>
                </a:lnTo>
                <a:lnTo>
                  <a:pt x="7529448" y="192857"/>
                </a:lnTo>
                <a:lnTo>
                  <a:pt x="7540116" y="236220"/>
                </a:lnTo>
                <a:lnTo>
                  <a:pt x="7543800" y="281939"/>
                </a:lnTo>
                <a:lnTo>
                  <a:pt x="7543800" y="1406652"/>
                </a:lnTo>
                <a:lnTo>
                  <a:pt x="7540116" y="1452474"/>
                </a:lnTo>
                <a:lnTo>
                  <a:pt x="7529448" y="1495916"/>
                </a:lnTo>
                <a:lnTo>
                  <a:pt x="7512374" y="1536402"/>
                </a:lnTo>
                <a:lnTo>
                  <a:pt x="7489468" y="1573353"/>
                </a:lnTo>
                <a:lnTo>
                  <a:pt x="7461308" y="1606195"/>
                </a:lnTo>
                <a:lnTo>
                  <a:pt x="7428470" y="1634352"/>
                </a:lnTo>
                <a:lnTo>
                  <a:pt x="7391530" y="1657246"/>
                </a:lnTo>
                <a:lnTo>
                  <a:pt x="7351063" y="1674301"/>
                </a:lnTo>
                <a:lnTo>
                  <a:pt x="7307648" y="1684942"/>
                </a:lnTo>
                <a:lnTo>
                  <a:pt x="7261859" y="16885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845981" y="4382846"/>
            <a:ext cx="3479165" cy="112331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宋体"/>
                <a:cs typeface="宋体"/>
              </a:rPr>
              <a:t>主营业务收入科目发生额是</a:t>
            </a:r>
            <a:r>
              <a:rPr dirty="0" sz="1600" spc="-5">
                <a:latin typeface="宋体"/>
                <a:cs typeface="宋体"/>
              </a:rPr>
              <a:t>20000元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宋体"/>
                <a:cs typeface="宋体"/>
              </a:rPr>
              <a:t>主营业务收入科目发生额是</a:t>
            </a:r>
            <a:r>
              <a:rPr dirty="0" sz="1600" spc="-5">
                <a:latin typeface="宋体"/>
                <a:cs typeface="宋体"/>
              </a:rPr>
              <a:t>20000.12元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课堂小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结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722120"/>
            <a:ext cx="10799445" cy="3587750"/>
          </a:xfrm>
          <a:custGeom>
            <a:avLst/>
            <a:gdLst/>
            <a:ahLst/>
            <a:cxnLst/>
            <a:rect l="l" t="t" r="r" b="b"/>
            <a:pathLst>
              <a:path w="10799445" h="3587750">
                <a:moveTo>
                  <a:pt x="10201656" y="3587495"/>
                </a:moveTo>
                <a:lnTo>
                  <a:pt x="597407" y="3587495"/>
                </a:lnTo>
                <a:lnTo>
                  <a:pt x="548374" y="3585479"/>
                </a:lnTo>
                <a:lnTo>
                  <a:pt x="500431" y="3579603"/>
                </a:lnTo>
                <a:lnTo>
                  <a:pt x="453734" y="3570021"/>
                </a:lnTo>
                <a:lnTo>
                  <a:pt x="408436" y="3556886"/>
                </a:lnTo>
                <a:lnTo>
                  <a:pt x="364693" y="3540352"/>
                </a:lnTo>
                <a:lnTo>
                  <a:pt x="322659" y="3520572"/>
                </a:lnTo>
                <a:lnTo>
                  <a:pt x="282487" y="3497698"/>
                </a:lnTo>
                <a:lnTo>
                  <a:pt x="244333" y="3471884"/>
                </a:lnTo>
                <a:lnTo>
                  <a:pt x="208350" y="3443284"/>
                </a:lnTo>
                <a:lnTo>
                  <a:pt x="174693" y="3412050"/>
                </a:lnTo>
                <a:lnTo>
                  <a:pt x="143516" y="3378335"/>
                </a:lnTo>
                <a:lnTo>
                  <a:pt x="114974" y="3342294"/>
                </a:lnTo>
                <a:lnTo>
                  <a:pt x="89220" y="3304078"/>
                </a:lnTo>
                <a:lnTo>
                  <a:pt x="66410" y="3263841"/>
                </a:lnTo>
                <a:lnTo>
                  <a:pt x="46698" y="3221737"/>
                </a:lnTo>
                <a:lnTo>
                  <a:pt x="30237" y="3177919"/>
                </a:lnTo>
                <a:lnTo>
                  <a:pt x="17182" y="3132539"/>
                </a:lnTo>
                <a:lnTo>
                  <a:pt x="7688" y="3085751"/>
                </a:lnTo>
                <a:lnTo>
                  <a:pt x="1909" y="3037708"/>
                </a:lnTo>
                <a:lnTo>
                  <a:pt x="0" y="2988564"/>
                </a:lnTo>
                <a:lnTo>
                  <a:pt x="0" y="597407"/>
                </a:lnTo>
                <a:lnTo>
                  <a:pt x="1909" y="548355"/>
                </a:lnTo>
                <a:lnTo>
                  <a:pt x="7688" y="500397"/>
                </a:lnTo>
                <a:lnTo>
                  <a:pt x="17182" y="453685"/>
                </a:lnTo>
                <a:lnTo>
                  <a:pt x="30237" y="408375"/>
                </a:lnTo>
                <a:lnTo>
                  <a:pt x="46698" y="364622"/>
                </a:lnTo>
                <a:lnTo>
                  <a:pt x="66410" y="322579"/>
                </a:lnTo>
                <a:lnTo>
                  <a:pt x="89220" y="282400"/>
                </a:lnTo>
                <a:lnTo>
                  <a:pt x="114974" y="244241"/>
                </a:lnTo>
                <a:lnTo>
                  <a:pt x="143516" y="208255"/>
                </a:lnTo>
                <a:lnTo>
                  <a:pt x="174693" y="174598"/>
                </a:lnTo>
                <a:lnTo>
                  <a:pt x="208350" y="143422"/>
                </a:lnTo>
                <a:lnTo>
                  <a:pt x="244333" y="114882"/>
                </a:lnTo>
                <a:lnTo>
                  <a:pt x="282487" y="89134"/>
                </a:lnTo>
                <a:lnTo>
                  <a:pt x="322659" y="66330"/>
                </a:lnTo>
                <a:lnTo>
                  <a:pt x="364693" y="46626"/>
                </a:lnTo>
                <a:lnTo>
                  <a:pt x="408436" y="30176"/>
                </a:lnTo>
                <a:lnTo>
                  <a:pt x="453734" y="17134"/>
                </a:lnTo>
                <a:lnTo>
                  <a:pt x="500431" y="7654"/>
                </a:lnTo>
                <a:lnTo>
                  <a:pt x="548374" y="1891"/>
                </a:lnTo>
                <a:lnTo>
                  <a:pt x="597407" y="0"/>
                </a:lnTo>
                <a:lnTo>
                  <a:pt x="10201656" y="0"/>
                </a:lnTo>
                <a:lnTo>
                  <a:pt x="10250689" y="1891"/>
                </a:lnTo>
                <a:lnTo>
                  <a:pt x="10298632" y="7654"/>
                </a:lnTo>
                <a:lnTo>
                  <a:pt x="10345329" y="17134"/>
                </a:lnTo>
                <a:lnTo>
                  <a:pt x="10390627" y="30176"/>
                </a:lnTo>
                <a:lnTo>
                  <a:pt x="10434370" y="46626"/>
                </a:lnTo>
                <a:lnTo>
                  <a:pt x="10476404" y="66330"/>
                </a:lnTo>
                <a:lnTo>
                  <a:pt x="10516576" y="89134"/>
                </a:lnTo>
                <a:lnTo>
                  <a:pt x="10554730" y="114882"/>
                </a:lnTo>
                <a:lnTo>
                  <a:pt x="10590713" y="143422"/>
                </a:lnTo>
                <a:lnTo>
                  <a:pt x="10624370" y="174598"/>
                </a:lnTo>
                <a:lnTo>
                  <a:pt x="10655547" y="208255"/>
                </a:lnTo>
                <a:lnTo>
                  <a:pt x="10684089" y="244241"/>
                </a:lnTo>
                <a:lnTo>
                  <a:pt x="10709843" y="282400"/>
                </a:lnTo>
                <a:lnTo>
                  <a:pt x="10732653" y="322579"/>
                </a:lnTo>
                <a:lnTo>
                  <a:pt x="10752365" y="364622"/>
                </a:lnTo>
                <a:lnTo>
                  <a:pt x="10768826" y="408375"/>
                </a:lnTo>
                <a:lnTo>
                  <a:pt x="10781881" y="453685"/>
                </a:lnTo>
                <a:lnTo>
                  <a:pt x="10791375" y="500397"/>
                </a:lnTo>
                <a:lnTo>
                  <a:pt x="10797154" y="548355"/>
                </a:lnTo>
                <a:lnTo>
                  <a:pt x="10799064" y="597407"/>
                </a:lnTo>
                <a:lnTo>
                  <a:pt x="10799064" y="2988564"/>
                </a:lnTo>
                <a:lnTo>
                  <a:pt x="10797154" y="3037708"/>
                </a:lnTo>
                <a:lnTo>
                  <a:pt x="10791375" y="3085751"/>
                </a:lnTo>
                <a:lnTo>
                  <a:pt x="10781881" y="3132539"/>
                </a:lnTo>
                <a:lnTo>
                  <a:pt x="10768826" y="3177919"/>
                </a:lnTo>
                <a:lnTo>
                  <a:pt x="10752365" y="3221737"/>
                </a:lnTo>
                <a:lnTo>
                  <a:pt x="10732653" y="3263841"/>
                </a:lnTo>
                <a:lnTo>
                  <a:pt x="10709843" y="3304078"/>
                </a:lnTo>
                <a:lnTo>
                  <a:pt x="10684089" y="3342294"/>
                </a:lnTo>
                <a:lnTo>
                  <a:pt x="10655547" y="3378335"/>
                </a:lnTo>
                <a:lnTo>
                  <a:pt x="10624370" y="3412050"/>
                </a:lnTo>
                <a:lnTo>
                  <a:pt x="10590713" y="3443284"/>
                </a:lnTo>
                <a:lnTo>
                  <a:pt x="10554730" y="3471884"/>
                </a:lnTo>
                <a:lnTo>
                  <a:pt x="10516576" y="3497698"/>
                </a:lnTo>
                <a:lnTo>
                  <a:pt x="10476404" y="3520572"/>
                </a:lnTo>
                <a:lnTo>
                  <a:pt x="10434370" y="3540352"/>
                </a:lnTo>
                <a:lnTo>
                  <a:pt x="10390627" y="3556886"/>
                </a:lnTo>
                <a:lnTo>
                  <a:pt x="10345329" y="3570021"/>
                </a:lnTo>
                <a:lnTo>
                  <a:pt x="10298632" y="3579603"/>
                </a:lnTo>
                <a:lnTo>
                  <a:pt x="10250689" y="3585479"/>
                </a:lnTo>
                <a:lnTo>
                  <a:pt x="10201656" y="35874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9609" y="1715135"/>
            <a:ext cx="10812780" cy="3594100"/>
          </a:xfrm>
          <a:custGeom>
            <a:avLst/>
            <a:gdLst/>
            <a:ahLst/>
            <a:cxnLst/>
            <a:rect l="l" t="t" r="r" b="b"/>
            <a:pathLst>
              <a:path w="10812780" h="3594100">
                <a:moveTo>
                  <a:pt x="10344912" y="12700"/>
                </a:moveTo>
                <a:lnTo>
                  <a:pt x="467868" y="12700"/>
                </a:lnTo>
                <a:lnTo>
                  <a:pt x="482549" y="0"/>
                </a:lnTo>
                <a:lnTo>
                  <a:pt x="10330230" y="0"/>
                </a:lnTo>
                <a:lnTo>
                  <a:pt x="10344912" y="12700"/>
                </a:lnTo>
                <a:close/>
              </a:path>
              <a:path w="10812780" h="3594100">
                <a:moveTo>
                  <a:pt x="470649" y="25400"/>
                </a:moveTo>
                <a:lnTo>
                  <a:pt x="424637" y="25400"/>
                </a:lnTo>
                <a:lnTo>
                  <a:pt x="438899" y="12700"/>
                </a:lnTo>
                <a:lnTo>
                  <a:pt x="485178" y="12700"/>
                </a:lnTo>
                <a:lnTo>
                  <a:pt x="470649" y="25400"/>
                </a:lnTo>
                <a:close/>
              </a:path>
              <a:path w="10812780" h="3594100">
                <a:moveTo>
                  <a:pt x="10388142" y="25400"/>
                </a:moveTo>
                <a:lnTo>
                  <a:pt x="10342130" y="25400"/>
                </a:lnTo>
                <a:lnTo>
                  <a:pt x="10327601" y="12700"/>
                </a:lnTo>
                <a:lnTo>
                  <a:pt x="10373880" y="12700"/>
                </a:lnTo>
                <a:lnTo>
                  <a:pt x="10388142" y="25400"/>
                </a:lnTo>
                <a:close/>
              </a:path>
              <a:path w="10812780" h="3594100">
                <a:moveTo>
                  <a:pt x="428332" y="38100"/>
                </a:moveTo>
                <a:lnTo>
                  <a:pt x="382739" y="38100"/>
                </a:lnTo>
                <a:lnTo>
                  <a:pt x="396544" y="25400"/>
                </a:lnTo>
                <a:lnTo>
                  <a:pt x="442442" y="25400"/>
                </a:lnTo>
                <a:lnTo>
                  <a:pt x="428332" y="38100"/>
                </a:lnTo>
                <a:close/>
              </a:path>
              <a:path w="10812780" h="3594100">
                <a:moveTo>
                  <a:pt x="10430040" y="38100"/>
                </a:moveTo>
                <a:lnTo>
                  <a:pt x="10384447" y="38100"/>
                </a:lnTo>
                <a:lnTo>
                  <a:pt x="10370337" y="25400"/>
                </a:lnTo>
                <a:lnTo>
                  <a:pt x="10416235" y="25400"/>
                </a:lnTo>
                <a:lnTo>
                  <a:pt x="10430040" y="38100"/>
                </a:lnTo>
                <a:close/>
              </a:path>
              <a:path w="10812780" h="3594100">
                <a:moveTo>
                  <a:pt x="387337" y="50800"/>
                </a:moveTo>
                <a:lnTo>
                  <a:pt x="355625" y="50800"/>
                </a:lnTo>
                <a:lnTo>
                  <a:pt x="369100" y="38100"/>
                </a:lnTo>
                <a:lnTo>
                  <a:pt x="400989" y="38100"/>
                </a:lnTo>
                <a:lnTo>
                  <a:pt x="387337" y="50800"/>
                </a:lnTo>
                <a:close/>
              </a:path>
              <a:path w="10812780" h="3594100">
                <a:moveTo>
                  <a:pt x="10457154" y="50800"/>
                </a:moveTo>
                <a:lnTo>
                  <a:pt x="10425442" y="50800"/>
                </a:lnTo>
                <a:lnTo>
                  <a:pt x="10411790" y="38100"/>
                </a:lnTo>
                <a:lnTo>
                  <a:pt x="10443679" y="38100"/>
                </a:lnTo>
                <a:lnTo>
                  <a:pt x="10457154" y="50800"/>
                </a:lnTo>
                <a:close/>
              </a:path>
              <a:path w="10812780" h="3594100">
                <a:moveTo>
                  <a:pt x="360794" y="63500"/>
                </a:moveTo>
                <a:lnTo>
                  <a:pt x="329209" y="63500"/>
                </a:lnTo>
                <a:lnTo>
                  <a:pt x="342328" y="50800"/>
                </a:lnTo>
                <a:lnTo>
                  <a:pt x="374116" y="50800"/>
                </a:lnTo>
                <a:lnTo>
                  <a:pt x="360794" y="63500"/>
                </a:lnTo>
                <a:close/>
              </a:path>
              <a:path w="10812780" h="3594100">
                <a:moveTo>
                  <a:pt x="10483570" y="63500"/>
                </a:moveTo>
                <a:lnTo>
                  <a:pt x="10451985" y="63500"/>
                </a:lnTo>
                <a:lnTo>
                  <a:pt x="10438650" y="50800"/>
                </a:lnTo>
                <a:lnTo>
                  <a:pt x="10470451" y="50800"/>
                </a:lnTo>
                <a:lnTo>
                  <a:pt x="10483570" y="63500"/>
                </a:lnTo>
                <a:close/>
              </a:path>
              <a:path w="10812780" h="3594100">
                <a:moveTo>
                  <a:pt x="334937" y="76200"/>
                </a:moveTo>
                <a:lnTo>
                  <a:pt x="303517" y="76200"/>
                </a:lnTo>
                <a:lnTo>
                  <a:pt x="316268" y="63500"/>
                </a:lnTo>
                <a:lnTo>
                  <a:pt x="347916" y="63500"/>
                </a:lnTo>
                <a:lnTo>
                  <a:pt x="334937" y="76200"/>
                </a:lnTo>
                <a:close/>
              </a:path>
              <a:path w="10812780" h="3594100">
                <a:moveTo>
                  <a:pt x="10509262" y="76200"/>
                </a:moveTo>
                <a:lnTo>
                  <a:pt x="10477842" y="76200"/>
                </a:lnTo>
                <a:lnTo>
                  <a:pt x="10464863" y="63500"/>
                </a:lnTo>
                <a:lnTo>
                  <a:pt x="10496511" y="63500"/>
                </a:lnTo>
                <a:lnTo>
                  <a:pt x="10509262" y="76200"/>
                </a:lnTo>
                <a:close/>
              </a:path>
              <a:path w="10812780" h="3594100">
                <a:moveTo>
                  <a:pt x="285394" y="101600"/>
                </a:moveTo>
                <a:lnTo>
                  <a:pt x="266446" y="101600"/>
                </a:lnTo>
                <a:lnTo>
                  <a:pt x="278599" y="88900"/>
                </a:lnTo>
                <a:lnTo>
                  <a:pt x="290969" y="76200"/>
                </a:lnTo>
                <a:lnTo>
                  <a:pt x="322402" y="76200"/>
                </a:lnTo>
                <a:lnTo>
                  <a:pt x="309791" y="88900"/>
                </a:lnTo>
                <a:lnTo>
                  <a:pt x="297624" y="88900"/>
                </a:lnTo>
                <a:lnTo>
                  <a:pt x="285394" y="101600"/>
                </a:lnTo>
                <a:close/>
              </a:path>
              <a:path w="10812780" h="3594100">
                <a:moveTo>
                  <a:pt x="10546334" y="101600"/>
                </a:moveTo>
                <a:lnTo>
                  <a:pt x="10527385" y="101600"/>
                </a:lnTo>
                <a:lnTo>
                  <a:pt x="10515155" y="88900"/>
                </a:lnTo>
                <a:lnTo>
                  <a:pt x="10502988" y="88900"/>
                </a:lnTo>
                <a:lnTo>
                  <a:pt x="10490377" y="76200"/>
                </a:lnTo>
                <a:lnTo>
                  <a:pt x="10521810" y="76200"/>
                </a:lnTo>
                <a:lnTo>
                  <a:pt x="10534180" y="88900"/>
                </a:lnTo>
                <a:lnTo>
                  <a:pt x="10546334" y="101600"/>
                </a:lnTo>
                <a:close/>
              </a:path>
              <a:path w="10812780" h="3594100">
                <a:moveTo>
                  <a:pt x="250291" y="127000"/>
                </a:moveTo>
                <a:lnTo>
                  <a:pt x="231228" y="127000"/>
                </a:lnTo>
                <a:lnTo>
                  <a:pt x="242747" y="114300"/>
                </a:lnTo>
                <a:lnTo>
                  <a:pt x="254495" y="101600"/>
                </a:lnTo>
                <a:lnTo>
                  <a:pt x="273621" y="101600"/>
                </a:lnTo>
                <a:lnTo>
                  <a:pt x="261785" y="114300"/>
                </a:lnTo>
                <a:lnTo>
                  <a:pt x="261912" y="114300"/>
                </a:lnTo>
                <a:lnTo>
                  <a:pt x="250291" y="127000"/>
                </a:lnTo>
                <a:close/>
              </a:path>
              <a:path w="10812780" h="3594100">
                <a:moveTo>
                  <a:pt x="10581551" y="127000"/>
                </a:moveTo>
                <a:lnTo>
                  <a:pt x="10562488" y="127000"/>
                </a:lnTo>
                <a:lnTo>
                  <a:pt x="10550867" y="114300"/>
                </a:lnTo>
                <a:lnTo>
                  <a:pt x="10539158" y="101600"/>
                </a:lnTo>
                <a:lnTo>
                  <a:pt x="10558284" y="101600"/>
                </a:lnTo>
                <a:lnTo>
                  <a:pt x="10570032" y="114300"/>
                </a:lnTo>
                <a:lnTo>
                  <a:pt x="10581551" y="127000"/>
                </a:lnTo>
                <a:close/>
              </a:path>
              <a:path w="10812780" h="3594100">
                <a:moveTo>
                  <a:pt x="206476" y="165100"/>
                </a:moveTo>
                <a:lnTo>
                  <a:pt x="187375" y="165100"/>
                </a:lnTo>
                <a:lnTo>
                  <a:pt x="197993" y="152400"/>
                </a:lnTo>
                <a:lnTo>
                  <a:pt x="208838" y="139700"/>
                </a:lnTo>
                <a:lnTo>
                  <a:pt x="219925" y="127000"/>
                </a:lnTo>
                <a:lnTo>
                  <a:pt x="239128" y="127000"/>
                </a:lnTo>
                <a:lnTo>
                  <a:pt x="227952" y="139700"/>
                </a:lnTo>
                <a:lnTo>
                  <a:pt x="217106" y="152400"/>
                </a:lnTo>
                <a:lnTo>
                  <a:pt x="206476" y="165100"/>
                </a:lnTo>
                <a:close/>
              </a:path>
              <a:path w="10812780" h="3594100">
                <a:moveTo>
                  <a:pt x="10625391" y="165100"/>
                </a:moveTo>
                <a:lnTo>
                  <a:pt x="10606303" y="165100"/>
                </a:lnTo>
                <a:lnTo>
                  <a:pt x="10595559" y="152400"/>
                </a:lnTo>
                <a:lnTo>
                  <a:pt x="10584713" y="139700"/>
                </a:lnTo>
                <a:lnTo>
                  <a:pt x="10573651" y="127000"/>
                </a:lnTo>
                <a:lnTo>
                  <a:pt x="10592854" y="127000"/>
                </a:lnTo>
                <a:lnTo>
                  <a:pt x="10603941" y="139700"/>
                </a:lnTo>
                <a:lnTo>
                  <a:pt x="10614787" y="152400"/>
                </a:lnTo>
                <a:lnTo>
                  <a:pt x="10625391" y="165100"/>
                </a:lnTo>
                <a:close/>
              </a:path>
              <a:path w="10812780" h="3594100">
                <a:moveTo>
                  <a:pt x="121805" y="254000"/>
                </a:moveTo>
                <a:lnTo>
                  <a:pt x="111506" y="254000"/>
                </a:lnTo>
                <a:lnTo>
                  <a:pt x="120065" y="241300"/>
                </a:lnTo>
                <a:lnTo>
                  <a:pt x="147370" y="203200"/>
                </a:lnTo>
                <a:lnTo>
                  <a:pt x="177012" y="165100"/>
                </a:lnTo>
                <a:lnTo>
                  <a:pt x="196202" y="165100"/>
                </a:lnTo>
                <a:lnTo>
                  <a:pt x="185940" y="177800"/>
                </a:lnTo>
                <a:lnTo>
                  <a:pt x="176022" y="190500"/>
                </a:lnTo>
                <a:lnTo>
                  <a:pt x="166344" y="203200"/>
                </a:lnTo>
                <a:lnTo>
                  <a:pt x="156921" y="215900"/>
                </a:lnTo>
                <a:lnTo>
                  <a:pt x="147853" y="215900"/>
                </a:lnTo>
                <a:lnTo>
                  <a:pt x="138836" y="228600"/>
                </a:lnTo>
                <a:lnTo>
                  <a:pt x="130187" y="241300"/>
                </a:lnTo>
                <a:lnTo>
                  <a:pt x="121805" y="254000"/>
                </a:lnTo>
                <a:close/>
              </a:path>
              <a:path w="10812780" h="3594100">
                <a:moveTo>
                  <a:pt x="10701274" y="254000"/>
                </a:moveTo>
                <a:lnTo>
                  <a:pt x="10690974" y="254000"/>
                </a:lnTo>
                <a:lnTo>
                  <a:pt x="10682503" y="241300"/>
                </a:lnTo>
                <a:lnTo>
                  <a:pt x="10673842" y="228600"/>
                </a:lnTo>
                <a:lnTo>
                  <a:pt x="10664926" y="215900"/>
                </a:lnTo>
                <a:lnTo>
                  <a:pt x="10655858" y="215900"/>
                </a:lnTo>
                <a:lnTo>
                  <a:pt x="10646333" y="203200"/>
                </a:lnTo>
                <a:lnTo>
                  <a:pt x="10636656" y="190500"/>
                </a:lnTo>
                <a:lnTo>
                  <a:pt x="10626737" y="177800"/>
                </a:lnTo>
                <a:lnTo>
                  <a:pt x="10616577" y="165100"/>
                </a:lnTo>
                <a:lnTo>
                  <a:pt x="10635767" y="165100"/>
                </a:lnTo>
                <a:lnTo>
                  <a:pt x="10645902" y="177800"/>
                </a:lnTo>
                <a:lnTo>
                  <a:pt x="10674769" y="215900"/>
                </a:lnTo>
                <a:lnTo>
                  <a:pt x="10692714" y="241300"/>
                </a:lnTo>
                <a:lnTo>
                  <a:pt x="10701274" y="254000"/>
                </a:lnTo>
                <a:close/>
              </a:path>
              <a:path w="10812780" h="3594100">
                <a:moveTo>
                  <a:pt x="166446" y="3390900"/>
                </a:moveTo>
                <a:lnTo>
                  <a:pt x="147370" y="3390900"/>
                </a:lnTo>
                <a:lnTo>
                  <a:pt x="138010" y="3378200"/>
                </a:lnTo>
                <a:lnTo>
                  <a:pt x="111506" y="3340100"/>
                </a:lnTo>
                <a:lnTo>
                  <a:pt x="87490" y="3302000"/>
                </a:lnTo>
                <a:lnTo>
                  <a:pt x="66116" y="3263900"/>
                </a:lnTo>
                <a:lnTo>
                  <a:pt x="47498" y="3225800"/>
                </a:lnTo>
                <a:lnTo>
                  <a:pt x="31750" y="3187700"/>
                </a:lnTo>
                <a:lnTo>
                  <a:pt x="22923" y="3149600"/>
                </a:lnTo>
                <a:lnTo>
                  <a:pt x="19024" y="3136900"/>
                </a:lnTo>
                <a:lnTo>
                  <a:pt x="9436" y="3098800"/>
                </a:lnTo>
                <a:lnTo>
                  <a:pt x="4851" y="3060700"/>
                </a:lnTo>
                <a:lnTo>
                  <a:pt x="3124" y="3048000"/>
                </a:lnTo>
                <a:lnTo>
                  <a:pt x="1765" y="3035300"/>
                </a:lnTo>
                <a:lnTo>
                  <a:pt x="787" y="3022600"/>
                </a:lnTo>
                <a:lnTo>
                  <a:pt x="190" y="3009900"/>
                </a:lnTo>
                <a:lnTo>
                  <a:pt x="0" y="2984500"/>
                </a:lnTo>
                <a:lnTo>
                  <a:pt x="0" y="596900"/>
                </a:lnTo>
                <a:lnTo>
                  <a:pt x="190" y="584200"/>
                </a:lnTo>
                <a:lnTo>
                  <a:pt x="787" y="571500"/>
                </a:lnTo>
                <a:lnTo>
                  <a:pt x="1765" y="546100"/>
                </a:lnTo>
                <a:lnTo>
                  <a:pt x="3124" y="533400"/>
                </a:lnTo>
                <a:lnTo>
                  <a:pt x="4851" y="520700"/>
                </a:lnTo>
                <a:lnTo>
                  <a:pt x="6959" y="508000"/>
                </a:lnTo>
                <a:lnTo>
                  <a:pt x="9436" y="495300"/>
                </a:lnTo>
                <a:lnTo>
                  <a:pt x="12280" y="469900"/>
                </a:lnTo>
                <a:lnTo>
                  <a:pt x="22923" y="431800"/>
                </a:lnTo>
                <a:lnTo>
                  <a:pt x="36677" y="393700"/>
                </a:lnTo>
                <a:lnTo>
                  <a:pt x="53390" y="355600"/>
                </a:lnTo>
                <a:lnTo>
                  <a:pt x="59601" y="330200"/>
                </a:lnTo>
                <a:lnTo>
                  <a:pt x="80073" y="292100"/>
                </a:lnTo>
                <a:lnTo>
                  <a:pt x="103212" y="254000"/>
                </a:lnTo>
                <a:lnTo>
                  <a:pt x="121894" y="254000"/>
                </a:lnTo>
                <a:lnTo>
                  <a:pt x="113690" y="266700"/>
                </a:lnTo>
                <a:lnTo>
                  <a:pt x="105867" y="279400"/>
                </a:lnTo>
                <a:lnTo>
                  <a:pt x="98310" y="292100"/>
                </a:lnTo>
                <a:lnTo>
                  <a:pt x="91046" y="304800"/>
                </a:lnTo>
                <a:lnTo>
                  <a:pt x="84061" y="317500"/>
                </a:lnTo>
                <a:lnTo>
                  <a:pt x="77381" y="330200"/>
                </a:lnTo>
                <a:lnTo>
                  <a:pt x="71005" y="342900"/>
                </a:lnTo>
                <a:lnTo>
                  <a:pt x="64922" y="355600"/>
                </a:lnTo>
                <a:lnTo>
                  <a:pt x="59156" y="368300"/>
                </a:lnTo>
                <a:lnTo>
                  <a:pt x="53708" y="381000"/>
                </a:lnTo>
                <a:lnTo>
                  <a:pt x="48577" y="393700"/>
                </a:lnTo>
                <a:lnTo>
                  <a:pt x="43764" y="406400"/>
                </a:lnTo>
                <a:lnTo>
                  <a:pt x="39268" y="419100"/>
                </a:lnTo>
                <a:lnTo>
                  <a:pt x="35115" y="431800"/>
                </a:lnTo>
                <a:lnTo>
                  <a:pt x="31305" y="444500"/>
                </a:lnTo>
                <a:lnTo>
                  <a:pt x="27825" y="469900"/>
                </a:lnTo>
                <a:lnTo>
                  <a:pt x="24701" y="482600"/>
                </a:lnTo>
                <a:lnTo>
                  <a:pt x="21932" y="495300"/>
                </a:lnTo>
                <a:lnTo>
                  <a:pt x="19507" y="508000"/>
                </a:lnTo>
                <a:lnTo>
                  <a:pt x="17437" y="520700"/>
                </a:lnTo>
                <a:lnTo>
                  <a:pt x="15748" y="533400"/>
                </a:lnTo>
                <a:lnTo>
                  <a:pt x="15087" y="546100"/>
                </a:lnTo>
                <a:lnTo>
                  <a:pt x="14427" y="546100"/>
                </a:lnTo>
                <a:lnTo>
                  <a:pt x="13462" y="571500"/>
                </a:lnTo>
                <a:lnTo>
                  <a:pt x="12890" y="584200"/>
                </a:lnTo>
                <a:lnTo>
                  <a:pt x="12700" y="596900"/>
                </a:lnTo>
                <a:lnTo>
                  <a:pt x="12700" y="2984500"/>
                </a:lnTo>
                <a:lnTo>
                  <a:pt x="12890" y="3009900"/>
                </a:lnTo>
                <a:lnTo>
                  <a:pt x="13474" y="3022600"/>
                </a:lnTo>
                <a:lnTo>
                  <a:pt x="14427" y="3035300"/>
                </a:lnTo>
                <a:lnTo>
                  <a:pt x="15760" y="3048000"/>
                </a:lnTo>
                <a:lnTo>
                  <a:pt x="17462" y="3060700"/>
                </a:lnTo>
                <a:lnTo>
                  <a:pt x="19532" y="3086100"/>
                </a:lnTo>
                <a:lnTo>
                  <a:pt x="21958" y="3098800"/>
                </a:lnTo>
                <a:lnTo>
                  <a:pt x="24739" y="3111500"/>
                </a:lnTo>
                <a:lnTo>
                  <a:pt x="27863" y="3124200"/>
                </a:lnTo>
                <a:lnTo>
                  <a:pt x="31343" y="3136900"/>
                </a:lnTo>
                <a:lnTo>
                  <a:pt x="35166" y="3149600"/>
                </a:lnTo>
                <a:lnTo>
                  <a:pt x="39319" y="3162300"/>
                </a:lnTo>
                <a:lnTo>
                  <a:pt x="43815" y="3175000"/>
                </a:lnTo>
                <a:lnTo>
                  <a:pt x="48628" y="3187700"/>
                </a:lnTo>
                <a:lnTo>
                  <a:pt x="53759" y="3213100"/>
                </a:lnTo>
                <a:lnTo>
                  <a:pt x="59220" y="3225800"/>
                </a:lnTo>
                <a:lnTo>
                  <a:pt x="64998" y="3238500"/>
                </a:lnTo>
                <a:lnTo>
                  <a:pt x="71069" y="3251200"/>
                </a:lnTo>
                <a:lnTo>
                  <a:pt x="77457" y="3263900"/>
                </a:lnTo>
                <a:lnTo>
                  <a:pt x="84137" y="3276600"/>
                </a:lnTo>
                <a:lnTo>
                  <a:pt x="91122" y="3289300"/>
                </a:lnTo>
                <a:lnTo>
                  <a:pt x="98386" y="3302000"/>
                </a:lnTo>
                <a:lnTo>
                  <a:pt x="105943" y="3314700"/>
                </a:lnTo>
                <a:lnTo>
                  <a:pt x="113690" y="3314700"/>
                </a:lnTo>
                <a:lnTo>
                  <a:pt x="121894" y="3327400"/>
                </a:lnTo>
                <a:lnTo>
                  <a:pt x="130276" y="3340100"/>
                </a:lnTo>
                <a:lnTo>
                  <a:pt x="138937" y="3352800"/>
                </a:lnTo>
                <a:lnTo>
                  <a:pt x="147853" y="3365500"/>
                </a:lnTo>
                <a:lnTo>
                  <a:pt x="157022" y="3378200"/>
                </a:lnTo>
                <a:lnTo>
                  <a:pt x="166446" y="3390900"/>
                </a:lnTo>
                <a:close/>
              </a:path>
              <a:path w="10812780" h="3594100">
                <a:moveTo>
                  <a:pt x="10798365" y="558800"/>
                </a:moveTo>
                <a:lnTo>
                  <a:pt x="10797019" y="533400"/>
                </a:lnTo>
                <a:lnTo>
                  <a:pt x="10795317" y="520700"/>
                </a:lnTo>
                <a:lnTo>
                  <a:pt x="10793247" y="508000"/>
                </a:lnTo>
                <a:lnTo>
                  <a:pt x="10790821" y="495300"/>
                </a:lnTo>
                <a:lnTo>
                  <a:pt x="10788040" y="482600"/>
                </a:lnTo>
                <a:lnTo>
                  <a:pt x="10784916" y="469900"/>
                </a:lnTo>
                <a:lnTo>
                  <a:pt x="10781436" y="444500"/>
                </a:lnTo>
                <a:lnTo>
                  <a:pt x="10777613" y="431800"/>
                </a:lnTo>
                <a:lnTo>
                  <a:pt x="10773460" y="419100"/>
                </a:lnTo>
                <a:lnTo>
                  <a:pt x="10768965" y="406400"/>
                </a:lnTo>
                <a:lnTo>
                  <a:pt x="10764151" y="393700"/>
                </a:lnTo>
                <a:lnTo>
                  <a:pt x="10759020" y="381000"/>
                </a:lnTo>
                <a:lnTo>
                  <a:pt x="10753559" y="368300"/>
                </a:lnTo>
                <a:lnTo>
                  <a:pt x="10747781" y="355600"/>
                </a:lnTo>
                <a:lnTo>
                  <a:pt x="10741710" y="342900"/>
                </a:lnTo>
                <a:lnTo>
                  <a:pt x="10735322" y="330200"/>
                </a:lnTo>
                <a:lnTo>
                  <a:pt x="10728642" y="317500"/>
                </a:lnTo>
                <a:lnTo>
                  <a:pt x="10721657" y="304800"/>
                </a:lnTo>
                <a:lnTo>
                  <a:pt x="10714393" y="292100"/>
                </a:lnTo>
                <a:lnTo>
                  <a:pt x="10706836" y="279400"/>
                </a:lnTo>
                <a:lnTo>
                  <a:pt x="10699000" y="266700"/>
                </a:lnTo>
                <a:lnTo>
                  <a:pt x="10690885" y="254000"/>
                </a:lnTo>
                <a:lnTo>
                  <a:pt x="10709567" y="254000"/>
                </a:lnTo>
                <a:lnTo>
                  <a:pt x="10732706" y="292100"/>
                </a:lnTo>
                <a:lnTo>
                  <a:pt x="10753178" y="330200"/>
                </a:lnTo>
                <a:lnTo>
                  <a:pt x="10759389" y="355600"/>
                </a:lnTo>
                <a:lnTo>
                  <a:pt x="10765282" y="368300"/>
                </a:lnTo>
                <a:lnTo>
                  <a:pt x="10781030" y="406400"/>
                </a:lnTo>
                <a:lnTo>
                  <a:pt x="10793755" y="444500"/>
                </a:lnTo>
                <a:lnTo>
                  <a:pt x="10803343" y="495300"/>
                </a:lnTo>
                <a:lnTo>
                  <a:pt x="10805820" y="508000"/>
                </a:lnTo>
                <a:lnTo>
                  <a:pt x="10807928" y="520700"/>
                </a:lnTo>
                <a:lnTo>
                  <a:pt x="10809655" y="533400"/>
                </a:lnTo>
                <a:lnTo>
                  <a:pt x="10811014" y="546100"/>
                </a:lnTo>
                <a:lnTo>
                  <a:pt x="10798352" y="546100"/>
                </a:lnTo>
                <a:lnTo>
                  <a:pt x="10798365" y="558800"/>
                </a:lnTo>
                <a:close/>
              </a:path>
              <a:path w="10812780" h="3594100">
                <a:moveTo>
                  <a:pt x="14414" y="558800"/>
                </a:moveTo>
                <a:lnTo>
                  <a:pt x="14427" y="546100"/>
                </a:lnTo>
                <a:lnTo>
                  <a:pt x="15087" y="546100"/>
                </a:lnTo>
                <a:lnTo>
                  <a:pt x="14414" y="558800"/>
                </a:lnTo>
                <a:close/>
              </a:path>
              <a:path w="10812780" h="3594100">
                <a:moveTo>
                  <a:pt x="10665409" y="3390900"/>
                </a:moveTo>
                <a:lnTo>
                  <a:pt x="10646333" y="3390900"/>
                </a:lnTo>
                <a:lnTo>
                  <a:pt x="10655858" y="3378200"/>
                </a:lnTo>
                <a:lnTo>
                  <a:pt x="10665028" y="3365500"/>
                </a:lnTo>
                <a:lnTo>
                  <a:pt x="10673943" y="3352800"/>
                </a:lnTo>
                <a:lnTo>
                  <a:pt x="10682592" y="3340100"/>
                </a:lnTo>
                <a:lnTo>
                  <a:pt x="10690974" y="3327400"/>
                </a:lnTo>
                <a:lnTo>
                  <a:pt x="10699076" y="3314700"/>
                </a:lnTo>
                <a:lnTo>
                  <a:pt x="10706836" y="3314700"/>
                </a:lnTo>
                <a:lnTo>
                  <a:pt x="10714469" y="3302000"/>
                </a:lnTo>
                <a:lnTo>
                  <a:pt x="10721733" y="3289300"/>
                </a:lnTo>
                <a:lnTo>
                  <a:pt x="10728718" y="3276600"/>
                </a:lnTo>
                <a:lnTo>
                  <a:pt x="10735398" y="3263900"/>
                </a:lnTo>
                <a:lnTo>
                  <a:pt x="10741774" y="3251200"/>
                </a:lnTo>
                <a:lnTo>
                  <a:pt x="10747844" y="3238500"/>
                </a:lnTo>
                <a:lnTo>
                  <a:pt x="10753623" y="3225800"/>
                </a:lnTo>
                <a:lnTo>
                  <a:pt x="10759071" y="3213100"/>
                </a:lnTo>
                <a:lnTo>
                  <a:pt x="10764202" y="3187700"/>
                </a:lnTo>
                <a:lnTo>
                  <a:pt x="10769015" y="3175000"/>
                </a:lnTo>
                <a:lnTo>
                  <a:pt x="10773498" y="3162300"/>
                </a:lnTo>
                <a:lnTo>
                  <a:pt x="10777651" y="3149600"/>
                </a:lnTo>
                <a:lnTo>
                  <a:pt x="10781474" y="3136900"/>
                </a:lnTo>
                <a:lnTo>
                  <a:pt x="10784941" y="3124200"/>
                </a:lnTo>
                <a:lnTo>
                  <a:pt x="10788078" y="3111500"/>
                </a:lnTo>
                <a:lnTo>
                  <a:pt x="10790859" y="3098800"/>
                </a:lnTo>
                <a:lnTo>
                  <a:pt x="10793272" y="3086100"/>
                </a:lnTo>
                <a:lnTo>
                  <a:pt x="10795342" y="3060700"/>
                </a:lnTo>
                <a:lnTo>
                  <a:pt x="10797032" y="3048000"/>
                </a:lnTo>
                <a:lnTo>
                  <a:pt x="10798365" y="3035300"/>
                </a:lnTo>
                <a:lnTo>
                  <a:pt x="10799318" y="3022600"/>
                </a:lnTo>
                <a:lnTo>
                  <a:pt x="10799889" y="3009900"/>
                </a:lnTo>
                <a:lnTo>
                  <a:pt x="10800080" y="2984500"/>
                </a:lnTo>
                <a:lnTo>
                  <a:pt x="10800080" y="596900"/>
                </a:lnTo>
                <a:lnTo>
                  <a:pt x="10799889" y="584200"/>
                </a:lnTo>
                <a:lnTo>
                  <a:pt x="10799305" y="571500"/>
                </a:lnTo>
                <a:lnTo>
                  <a:pt x="10798352" y="546100"/>
                </a:lnTo>
                <a:lnTo>
                  <a:pt x="10811014" y="546100"/>
                </a:lnTo>
                <a:lnTo>
                  <a:pt x="10811992" y="571500"/>
                </a:lnTo>
                <a:lnTo>
                  <a:pt x="10812576" y="584200"/>
                </a:lnTo>
                <a:lnTo>
                  <a:pt x="10812780" y="596900"/>
                </a:lnTo>
                <a:lnTo>
                  <a:pt x="10812780" y="2984500"/>
                </a:lnTo>
                <a:lnTo>
                  <a:pt x="10811992" y="3022600"/>
                </a:lnTo>
                <a:lnTo>
                  <a:pt x="10807928" y="3060700"/>
                </a:lnTo>
                <a:lnTo>
                  <a:pt x="10805820" y="3086100"/>
                </a:lnTo>
                <a:lnTo>
                  <a:pt x="10797311" y="3124200"/>
                </a:lnTo>
                <a:lnTo>
                  <a:pt x="10789856" y="3149600"/>
                </a:lnTo>
                <a:lnTo>
                  <a:pt x="10785602" y="3175000"/>
                </a:lnTo>
                <a:lnTo>
                  <a:pt x="10770857" y="3213100"/>
                </a:lnTo>
                <a:lnTo>
                  <a:pt x="10753178" y="3251200"/>
                </a:lnTo>
                <a:lnTo>
                  <a:pt x="10732706" y="3289300"/>
                </a:lnTo>
                <a:lnTo>
                  <a:pt x="10709567" y="3327400"/>
                </a:lnTo>
                <a:lnTo>
                  <a:pt x="10683875" y="3365500"/>
                </a:lnTo>
                <a:lnTo>
                  <a:pt x="10674769" y="3378200"/>
                </a:lnTo>
                <a:lnTo>
                  <a:pt x="10665409" y="3390900"/>
                </a:lnTo>
                <a:close/>
              </a:path>
              <a:path w="10812780" h="3594100">
                <a:moveTo>
                  <a:pt x="217220" y="3441700"/>
                </a:moveTo>
                <a:lnTo>
                  <a:pt x="197993" y="3441700"/>
                </a:lnTo>
                <a:lnTo>
                  <a:pt x="187375" y="3429000"/>
                </a:lnTo>
                <a:lnTo>
                  <a:pt x="177012" y="3416300"/>
                </a:lnTo>
                <a:lnTo>
                  <a:pt x="166878" y="3403600"/>
                </a:lnTo>
                <a:lnTo>
                  <a:pt x="156997" y="3390900"/>
                </a:lnTo>
                <a:lnTo>
                  <a:pt x="166344" y="3390900"/>
                </a:lnTo>
                <a:lnTo>
                  <a:pt x="176123" y="3403600"/>
                </a:lnTo>
                <a:lnTo>
                  <a:pt x="185940" y="3403600"/>
                </a:lnTo>
                <a:lnTo>
                  <a:pt x="196202" y="3416300"/>
                </a:lnTo>
                <a:lnTo>
                  <a:pt x="206590" y="3429000"/>
                </a:lnTo>
                <a:lnTo>
                  <a:pt x="217220" y="3441700"/>
                </a:lnTo>
                <a:close/>
              </a:path>
              <a:path w="10812780" h="3594100">
                <a:moveTo>
                  <a:pt x="10614787" y="3441700"/>
                </a:moveTo>
                <a:lnTo>
                  <a:pt x="10595559" y="3441700"/>
                </a:lnTo>
                <a:lnTo>
                  <a:pt x="10606303" y="3429000"/>
                </a:lnTo>
                <a:lnTo>
                  <a:pt x="10616692" y="3416300"/>
                </a:lnTo>
                <a:lnTo>
                  <a:pt x="10626839" y="3403600"/>
                </a:lnTo>
                <a:lnTo>
                  <a:pt x="10636656" y="3403600"/>
                </a:lnTo>
                <a:lnTo>
                  <a:pt x="10646435" y="3390900"/>
                </a:lnTo>
                <a:lnTo>
                  <a:pt x="10655782" y="3390900"/>
                </a:lnTo>
                <a:lnTo>
                  <a:pt x="10645902" y="3403600"/>
                </a:lnTo>
                <a:lnTo>
                  <a:pt x="10635767" y="3416300"/>
                </a:lnTo>
                <a:lnTo>
                  <a:pt x="10625391" y="3429000"/>
                </a:lnTo>
                <a:lnTo>
                  <a:pt x="10614787" y="3441700"/>
                </a:lnTo>
                <a:close/>
              </a:path>
              <a:path w="10812780" h="3594100">
                <a:moveTo>
                  <a:pt x="273621" y="3479800"/>
                </a:moveTo>
                <a:lnTo>
                  <a:pt x="242747" y="3479800"/>
                </a:lnTo>
                <a:lnTo>
                  <a:pt x="231228" y="3467100"/>
                </a:lnTo>
                <a:lnTo>
                  <a:pt x="219925" y="3454400"/>
                </a:lnTo>
                <a:lnTo>
                  <a:pt x="208838" y="3441700"/>
                </a:lnTo>
                <a:lnTo>
                  <a:pt x="227952" y="3441700"/>
                </a:lnTo>
                <a:lnTo>
                  <a:pt x="239128" y="3454400"/>
                </a:lnTo>
                <a:lnTo>
                  <a:pt x="250418" y="3467100"/>
                </a:lnTo>
                <a:lnTo>
                  <a:pt x="261785" y="3467100"/>
                </a:lnTo>
                <a:lnTo>
                  <a:pt x="273621" y="3479800"/>
                </a:lnTo>
                <a:close/>
              </a:path>
              <a:path w="10812780" h="3594100">
                <a:moveTo>
                  <a:pt x="10570032" y="3479800"/>
                </a:moveTo>
                <a:lnTo>
                  <a:pt x="10539158" y="3479800"/>
                </a:lnTo>
                <a:lnTo>
                  <a:pt x="10550994" y="3467100"/>
                </a:lnTo>
                <a:lnTo>
                  <a:pt x="10562361" y="3467100"/>
                </a:lnTo>
                <a:lnTo>
                  <a:pt x="10573766" y="3454400"/>
                </a:lnTo>
                <a:lnTo>
                  <a:pt x="10584827" y="3441700"/>
                </a:lnTo>
                <a:lnTo>
                  <a:pt x="10603941" y="3441700"/>
                </a:lnTo>
                <a:lnTo>
                  <a:pt x="10592854" y="3454400"/>
                </a:lnTo>
                <a:lnTo>
                  <a:pt x="10581551" y="3467100"/>
                </a:lnTo>
                <a:lnTo>
                  <a:pt x="10570032" y="3479800"/>
                </a:lnTo>
                <a:close/>
              </a:path>
              <a:path w="10812780" h="3594100">
                <a:moveTo>
                  <a:pt x="309918" y="3505200"/>
                </a:moveTo>
                <a:lnTo>
                  <a:pt x="278599" y="3505200"/>
                </a:lnTo>
                <a:lnTo>
                  <a:pt x="266446" y="3492500"/>
                </a:lnTo>
                <a:lnTo>
                  <a:pt x="254495" y="3479800"/>
                </a:lnTo>
                <a:lnTo>
                  <a:pt x="273494" y="3479800"/>
                </a:lnTo>
                <a:lnTo>
                  <a:pt x="285521" y="3492500"/>
                </a:lnTo>
                <a:lnTo>
                  <a:pt x="297497" y="3492500"/>
                </a:lnTo>
                <a:lnTo>
                  <a:pt x="309918" y="3505200"/>
                </a:lnTo>
                <a:close/>
              </a:path>
              <a:path w="10812780" h="3594100">
                <a:moveTo>
                  <a:pt x="10534180" y="3505200"/>
                </a:moveTo>
                <a:lnTo>
                  <a:pt x="10502861" y="3505200"/>
                </a:lnTo>
                <a:lnTo>
                  <a:pt x="10515282" y="3492500"/>
                </a:lnTo>
                <a:lnTo>
                  <a:pt x="10527258" y="3492500"/>
                </a:lnTo>
                <a:lnTo>
                  <a:pt x="10539285" y="3479800"/>
                </a:lnTo>
                <a:lnTo>
                  <a:pt x="10558284" y="3479800"/>
                </a:lnTo>
                <a:lnTo>
                  <a:pt x="10546334" y="3492500"/>
                </a:lnTo>
                <a:lnTo>
                  <a:pt x="10534180" y="3505200"/>
                </a:lnTo>
                <a:close/>
              </a:path>
              <a:path w="10812780" h="3594100">
                <a:moveTo>
                  <a:pt x="335064" y="3517900"/>
                </a:moveTo>
                <a:lnTo>
                  <a:pt x="303517" y="3517900"/>
                </a:lnTo>
                <a:lnTo>
                  <a:pt x="290969" y="3505200"/>
                </a:lnTo>
                <a:lnTo>
                  <a:pt x="322262" y="3505200"/>
                </a:lnTo>
                <a:lnTo>
                  <a:pt x="335064" y="3517900"/>
                </a:lnTo>
                <a:close/>
              </a:path>
              <a:path w="10812780" h="3594100">
                <a:moveTo>
                  <a:pt x="10509262" y="3517900"/>
                </a:moveTo>
                <a:lnTo>
                  <a:pt x="10477715" y="3517900"/>
                </a:lnTo>
                <a:lnTo>
                  <a:pt x="10490517" y="3505200"/>
                </a:lnTo>
                <a:lnTo>
                  <a:pt x="10521810" y="3505200"/>
                </a:lnTo>
                <a:lnTo>
                  <a:pt x="10509262" y="3517900"/>
                </a:lnTo>
                <a:close/>
              </a:path>
              <a:path w="10812780" h="3594100">
                <a:moveTo>
                  <a:pt x="360934" y="3530600"/>
                </a:moveTo>
                <a:lnTo>
                  <a:pt x="329209" y="3530600"/>
                </a:lnTo>
                <a:lnTo>
                  <a:pt x="316268" y="3517900"/>
                </a:lnTo>
                <a:lnTo>
                  <a:pt x="347776" y="3517900"/>
                </a:lnTo>
                <a:lnTo>
                  <a:pt x="360934" y="3530600"/>
                </a:lnTo>
                <a:close/>
              </a:path>
              <a:path w="10812780" h="3594100">
                <a:moveTo>
                  <a:pt x="10483570" y="3530600"/>
                </a:moveTo>
                <a:lnTo>
                  <a:pt x="10451846" y="3530600"/>
                </a:lnTo>
                <a:lnTo>
                  <a:pt x="10465003" y="3517900"/>
                </a:lnTo>
                <a:lnTo>
                  <a:pt x="10496511" y="3517900"/>
                </a:lnTo>
                <a:lnTo>
                  <a:pt x="10483570" y="3530600"/>
                </a:lnTo>
                <a:close/>
              </a:path>
              <a:path w="10812780" h="3594100">
                <a:moveTo>
                  <a:pt x="387477" y="3543300"/>
                </a:moveTo>
                <a:lnTo>
                  <a:pt x="355625" y="3543300"/>
                </a:lnTo>
                <a:lnTo>
                  <a:pt x="342328" y="3530600"/>
                </a:lnTo>
                <a:lnTo>
                  <a:pt x="373976" y="3530600"/>
                </a:lnTo>
                <a:lnTo>
                  <a:pt x="387477" y="3543300"/>
                </a:lnTo>
                <a:close/>
              </a:path>
              <a:path w="10812780" h="3594100">
                <a:moveTo>
                  <a:pt x="10457154" y="3543300"/>
                </a:moveTo>
                <a:lnTo>
                  <a:pt x="10425303" y="3543300"/>
                </a:lnTo>
                <a:lnTo>
                  <a:pt x="10438803" y="3530600"/>
                </a:lnTo>
                <a:lnTo>
                  <a:pt x="10470451" y="3530600"/>
                </a:lnTo>
                <a:lnTo>
                  <a:pt x="10457154" y="3543300"/>
                </a:lnTo>
                <a:close/>
              </a:path>
              <a:path w="10812780" h="3594100">
                <a:moveTo>
                  <a:pt x="414655" y="3556000"/>
                </a:moveTo>
                <a:lnTo>
                  <a:pt x="382739" y="3556000"/>
                </a:lnTo>
                <a:lnTo>
                  <a:pt x="369100" y="3543300"/>
                </a:lnTo>
                <a:lnTo>
                  <a:pt x="400837" y="3543300"/>
                </a:lnTo>
                <a:lnTo>
                  <a:pt x="414655" y="3556000"/>
                </a:lnTo>
                <a:close/>
              </a:path>
              <a:path w="10812780" h="3594100">
                <a:moveTo>
                  <a:pt x="10430040" y="3556000"/>
                </a:moveTo>
                <a:lnTo>
                  <a:pt x="10398125" y="3556000"/>
                </a:lnTo>
                <a:lnTo>
                  <a:pt x="10411942" y="3543300"/>
                </a:lnTo>
                <a:lnTo>
                  <a:pt x="10443679" y="3543300"/>
                </a:lnTo>
                <a:lnTo>
                  <a:pt x="10430040" y="3556000"/>
                </a:lnTo>
                <a:close/>
              </a:path>
              <a:path w="10812780" h="3594100">
                <a:moveTo>
                  <a:pt x="456552" y="3568700"/>
                </a:moveTo>
                <a:lnTo>
                  <a:pt x="410514" y="3568700"/>
                </a:lnTo>
                <a:lnTo>
                  <a:pt x="396544" y="3556000"/>
                </a:lnTo>
                <a:lnTo>
                  <a:pt x="442290" y="3556000"/>
                </a:lnTo>
                <a:lnTo>
                  <a:pt x="456552" y="3568700"/>
                </a:lnTo>
                <a:close/>
              </a:path>
              <a:path w="10812780" h="3594100">
                <a:moveTo>
                  <a:pt x="10402265" y="3568700"/>
                </a:moveTo>
                <a:lnTo>
                  <a:pt x="10356227" y="3568700"/>
                </a:lnTo>
                <a:lnTo>
                  <a:pt x="10370489" y="3556000"/>
                </a:lnTo>
                <a:lnTo>
                  <a:pt x="10416235" y="3556000"/>
                </a:lnTo>
                <a:lnTo>
                  <a:pt x="10402265" y="3568700"/>
                </a:lnTo>
                <a:close/>
              </a:path>
              <a:path w="10812780" h="3594100">
                <a:moveTo>
                  <a:pt x="529056" y="3581400"/>
                </a:moveTo>
                <a:lnTo>
                  <a:pt x="453313" y="3581400"/>
                </a:lnTo>
                <a:lnTo>
                  <a:pt x="438899" y="3568700"/>
                </a:lnTo>
                <a:lnTo>
                  <a:pt x="514159" y="3568700"/>
                </a:lnTo>
                <a:lnTo>
                  <a:pt x="529056" y="3581400"/>
                </a:lnTo>
                <a:close/>
              </a:path>
              <a:path w="10812780" h="3594100">
                <a:moveTo>
                  <a:pt x="10359466" y="3581400"/>
                </a:moveTo>
                <a:lnTo>
                  <a:pt x="10283723" y="3581400"/>
                </a:lnTo>
                <a:lnTo>
                  <a:pt x="10298620" y="3568700"/>
                </a:lnTo>
                <a:lnTo>
                  <a:pt x="10373880" y="3568700"/>
                </a:lnTo>
                <a:lnTo>
                  <a:pt x="10359466" y="3581400"/>
                </a:lnTo>
                <a:close/>
              </a:path>
              <a:path w="10812780" h="3594100">
                <a:moveTo>
                  <a:pt x="10285399" y="3594100"/>
                </a:moveTo>
                <a:lnTo>
                  <a:pt x="527380" y="3594100"/>
                </a:lnTo>
                <a:lnTo>
                  <a:pt x="512318" y="3581400"/>
                </a:lnTo>
                <a:lnTo>
                  <a:pt x="10300462" y="3581400"/>
                </a:lnTo>
                <a:lnTo>
                  <a:pt x="10285399" y="35941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64336" y="2084832"/>
            <a:ext cx="9862185" cy="2860675"/>
          </a:xfrm>
          <a:custGeom>
            <a:avLst/>
            <a:gdLst/>
            <a:ahLst/>
            <a:cxnLst/>
            <a:rect l="l" t="t" r="r" b="b"/>
            <a:pathLst>
              <a:path w="9862185" h="2860675">
                <a:moveTo>
                  <a:pt x="0" y="0"/>
                </a:moveTo>
                <a:lnTo>
                  <a:pt x="9861804" y="0"/>
                </a:lnTo>
                <a:lnTo>
                  <a:pt x="9861804" y="2860548"/>
                </a:lnTo>
                <a:lnTo>
                  <a:pt x="0" y="28605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43711" y="2078697"/>
            <a:ext cx="9521825" cy="27686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 b="1">
                <a:latin typeface="宋体"/>
                <a:cs typeface="宋体"/>
              </a:rPr>
              <a:t>字符串标识：</a:t>
            </a:r>
            <a:r>
              <a:rPr dirty="0" sz="2000">
                <a:latin typeface="宋体"/>
                <a:cs typeface="宋体"/>
              </a:rPr>
              <a:t>单引号、双引号、三引号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 b="1">
                <a:latin typeface="宋体"/>
                <a:cs typeface="宋体"/>
              </a:rPr>
              <a:t>转义字符</a:t>
            </a:r>
            <a:r>
              <a:rPr dirty="0" sz="2000" spc="-5" b="1">
                <a:latin typeface="宋体"/>
                <a:cs typeface="宋体"/>
              </a:rPr>
              <a:t>(\)</a:t>
            </a:r>
            <a:r>
              <a:rPr dirty="0" sz="2000" spc="-5">
                <a:latin typeface="宋体"/>
                <a:cs typeface="宋体"/>
              </a:rPr>
              <a:t>：</a:t>
            </a:r>
            <a:r>
              <a:rPr dirty="0" sz="2000">
                <a:latin typeface="宋体"/>
                <a:cs typeface="宋体"/>
              </a:rPr>
              <a:t>在字符串前面加</a:t>
            </a:r>
            <a:r>
              <a:rPr dirty="0" sz="2000" spc="-5" b="1">
                <a:latin typeface="宋体"/>
                <a:cs typeface="宋体"/>
              </a:rPr>
              <a:t>r</a:t>
            </a:r>
            <a:r>
              <a:rPr dirty="0" sz="2000" spc="-5">
                <a:latin typeface="宋体"/>
                <a:cs typeface="宋体"/>
              </a:rPr>
              <a:t>，</a:t>
            </a:r>
            <a:r>
              <a:rPr dirty="0" sz="2000">
                <a:latin typeface="宋体"/>
                <a:cs typeface="宋体"/>
              </a:rPr>
              <a:t>表示</a:t>
            </a:r>
            <a:r>
              <a:rPr dirty="0" sz="2000" spc="-5" b="1">
                <a:latin typeface="宋体"/>
                <a:cs typeface="宋体"/>
              </a:rPr>
              <a:t>r</a:t>
            </a:r>
            <a:r>
              <a:rPr dirty="0" sz="2000" b="1">
                <a:latin typeface="宋体"/>
                <a:cs typeface="宋体"/>
              </a:rPr>
              <a:t>后面的字符串是纯字符串</a:t>
            </a:r>
            <a:r>
              <a:rPr dirty="0" sz="2000">
                <a:latin typeface="宋体"/>
                <a:cs typeface="宋体"/>
              </a:rPr>
              <a:t>，不要转义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 b="1">
                <a:latin typeface="宋体"/>
                <a:cs typeface="宋体"/>
              </a:rPr>
              <a:t>索引</a:t>
            </a:r>
            <a:r>
              <a:rPr dirty="0" sz="2000">
                <a:latin typeface="宋体"/>
                <a:cs typeface="宋体"/>
              </a:rPr>
              <a:t>：</a:t>
            </a:r>
            <a:r>
              <a:rPr dirty="0" sz="2000" b="1">
                <a:latin typeface="宋体"/>
                <a:cs typeface="宋体"/>
              </a:rPr>
              <a:t>正索引</a:t>
            </a:r>
            <a:r>
              <a:rPr dirty="0" sz="2000">
                <a:latin typeface="宋体"/>
                <a:cs typeface="宋体"/>
              </a:rPr>
              <a:t>从左到右，从</a:t>
            </a:r>
            <a:r>
              <a:rPr dirty="0" sz="2000" spc="-5">
                <a:latin typeface="宋体"/>
                <a:cs typeface="宋体"/>
              </a:rPr>
              <a:t>0</a:t>
            </a:r>
            <a:r>
              <a:rPr dirty="0" sz="2000">
                <a:latin typeface="宋体"/>
                <a:cs typeface="宋体"/>
              </a:rPr>
              <a:t>开始，</a:t>
            </a:r>
            <a:r>
              <a:rPr dirty="0" sz="2000" b="1">
                <a:latin typeface="宋体"/>
                <a:cs typeface="宋体"/>
              </a:rPr>
              <a:t>负索引</a:t>
            </a:r>
            <a:r>
              <a:rPr dirty="0" sz="2000">
                <a:latin typeface="宋体"/>
                <a:cs typeface="宋体"/>
              </a:rPr>
              <a:t>从右到左，从</a:t>
            </a:r>
            <a:r>
              <a:rPr dirty="0" sz="2000" spc="-5">
                <a:latin typeface="宋体"/>
                <a:cs typeface="宋体"/>
              </a:rPr>
              <a:t>-1</a:t>
            </a:r>
            <a:r>
              <a:rPr dirty="0" sz="2000">
                <a:latin typeface="宋体"/>
                <a:cs typeface="宋体"/>
              </a:rPr>
              <a:t>开始；</a:t>
            </a:r>
            <a:r>
              <a:rPr dirty="0" sz="2000" spc="-5">
                <a:latin typeface="宋体"/>
                <a:cs typeface="宋体"/>
              </a:rPr>
              <a:t> </a:t>
            </a:r>
            <a:r>
              <a:rPr dirty="0" sz="2000">
                <a:latin typeface="宋体"/>
                <a:cs typeface="宋体"/>
              </a:rPr>
              <a:t> 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 b="1">
                <a:latin typeface="宋体"/>
                <a:cs typeface="宋体"/>
              </a:rPr>
              <a:t>字符串常规操作</a:t>
            </a:r>
            <a:r>
              <a:rPr dirty="0" sz="2000">
                <a:latin typeface="宋体"/>
                <a:cs typeface="宋体"/>
              </a:rPr>
              <a:t>：拼接、重复输出、获取单个字符、切片、成员运算符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 b="1">
                <a:latin typeface="宋体"/>
                <a:cs typeface="宋体"/>
              </a:rPr>
              <a:t>字符串常用函数</a:t>
            </a:r>
            <a:r>
              <a:rPr dirty="0" sz="2000" spc="-5">
                <a:latin typeface="宋体"/>
                <a:cs typeface="宋体"/>
              </a:rPr>
              <a:t>：find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join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lower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upper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len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replace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split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strip</a:t>
            </a:r>
            <a:r>
              <a:rPr dirty="0" sz="2000">
                <a:latin typeface="宋体"/>
                <a:cs typeface="宋体"/>
              </a:rPr>
              <a:t>等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 b="1">
                <a:latin typeface="宋体"/>
                <a:cs typeface="宋体"/>
              </a:rPr>
              <a:t>格式化字符串</a:t>
            </a:r>
            <a:r>
              <a:rPr dirty="0" sz="2000">
                <a:latin typeface="宋体"/>
                <a:cs typeface="宋体"/>
              </a:rPr>
              <a:t>：使用</a:t>
            </a:r>
            <a:r>
              <a:rPr dirty="0" sz="2000" spc="-5" b="1">
                <a:latin typeface="宋体"/>
                <a:cs typeface="宋体"/>
              </a:rPr>
              <a:t>%</a:t>
            </a:r>
            <a:r>
              <a:rPr dirty="0" sz="2000">
                <a:latin typeface="宋体"/>
                <a:cs typeface="宋体"/>
              </a:rPr>
              <a:t>进行占位，使用</a:t>
            </a:r>
            <a:r>
              <a:rPr dirty="0" sz="2000" spc="-5" b="1">
                <a:latin typeface="宋体"/>
                <a:cs typeface="宋体"/>
              </a:rPr>
              <a:t>{}</a:t>
            </a:r>
            <a:r>
              <a:rPr dirty="0" sz="2000">
                <a:latin typeface="宋体"/>
                <a:cs typeface="宋体"/>
              </a:rPr>
              <a:t>进行占位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94030">
              <a:lnSpc>
                <a:spcPct val="100000"/>
              </a:lnSpc>
              <a:spcBef>
                <a:spcPts val="100"/>
              </a:spcBef>
            </a:pPr>
            <a:r>
              <a:rPr dirty="0"/>
              <a:t>谢谢观看</a:t>
            </a:r>
          </a:p>
        </p:txBody>
      </p:sp>
      <p:sp>
        <p:nvSpPr>
          <p:cNvPr id="3" name="object 3"/>
          <p:cNvSpPr/>
          <p:nvPr/>
        </p:nvSpPr>
        <p:spPr>
          <a:xfrm>
            <a:off x="281368" y="990955"/>
            <a:ext cx="1097915" cy="1085215"/>
          </a:xfrm>
          <a:custGeom>
            <a:avLst/>
            <a:gdLst/>
            <a:ahLst/>
            <a:cxnLst/>
            <a:rect l="l" t="t" r="r" b="b"/>
            <a:pathLst>
              <a:path w="1097915" h="1085214">
                <a:moveTo>
                  <a:pt x="1097876" y="1085113"/>
                </a:moveTo>
                <a:lnTo>
                  <a:pt x="0" y="807783"/>
                </a:lnTo>
                <a:lnTo>
                  <a:pt x="788009" y="0"/>
                </a:lnTo>
                <a:lnTo>
                  <a:pt x="792013" y="14020"/>
                </a:lnTo>
                <a:lnTo>
                  <a:pt x="778802" y="14020"/>
                </a:lnTo>
                <a:lnTo>
                  <a:pt x="781806" y="24543"/>
                </a:lnTo>
                <a:lnTo>
                  <a:pt x="27121" y="798169"/>
                </a:lnTo>
                <a:lnTo>
                  <a:pt x="13792" y="798169"/>
                </a:lnTo>
                <a:lnTo>
                  <a:pt x="16789" y="808761"/>
                </a:lnTo>
                <a:lnTo>
                  <a:pt x="55722" y="808761"/>
                </a:lnTo>
                <a:lnTo>
                  <a:pt x="1079610" y="1067402"/>
                </a:lnTo>
                <a:lnTo>
                  <a:pt x="1082636" y="1078001"/>
                </a:lnTo>
                <a:lnTo>
                  <a:pt x="1095845" y="1078001"/>
                </a:lnTo>
                <a:lnTo>
                  <a:pt x="1097876" y="1085113"/>
                </a:lnTo>
                <a:close/>
              </a:path>
              <a:path w="1097915" h="1085214">
                <a:moveTo>
                  <a:pt x="781806" y="24543"/>
                </a:moveTo>
                <a:lnTo>
                  <a:pt x="778802" y="14020"/>
                </a:lnTo>
                <a:lnTo>
                  <a:pt x="789457" y="16700"/>
                </a:lnTo>
                <a:lnTo>
                  <a:pt x="781806" y="24543"/>
                </a:lnTo>
                <a:close/>
              </a:path>
              <a:path w="1097915" h="1085214">
                <a:moveTo>
                  <a:pt x="1095845" y="1078001"/>
                </a:moveTo>
                <a:lnTo>
                  <a:pt x="1082636" y="1078001"/>
                </a:lnTo>
                <a:lnTo>
                  <a:pt x="1090295" y="1070102"/>
                </a:lnTo>
                <a:lnTo>
                  <a:pt x="1079610" y="1067402"/>
                </a:lnTo>
                <a:lnTo>
                  <a:pt x="781806" y="24543"/>
                </a:lnTo>
                <a:lnTo>
                  <a:pt x="789457" y="16700"/>
                </a:lnTo>
                <a:lnTo>
                  <a:pt x="778802" y="14020"/>
                </a:lnTo>
                <a:lnTo>
                  <a:pt x="792013" y="14020"/>
                </a:lnTo>
                <a:lnTo>
                  <a:pt x="1095845" y="1078001"/>
                </a:lnTo>
                <a:close/>
              </a:path>
              <a:path w="1097915" h="1085214">
                <a:moveTo>
                  <a:pt x="16789" y="808761"/>
                </a:moveTo>
                <a:lnTo>
                  <a:pt x="13792" y="798169"/>
                </a:lnTo>
                <a:lnTo>
                  <a:pt x="24486" y="800871"/>
                </a:lnTo>
                <a:lnTo>
                  <a:pt x="16789" y="808761"/>
                </a:lnTo>
                <a:close/>
              </a:path>
              <a:path w="1097915" h="1085214">
                <a:moveTo>
                  <a:pt x="24486" y="800871"/>
                </a:moveTo>
                <a:lnTo>
                  <a:pt x="13792" y="798169"/>
                </a:lnTo>
                <a:lnTo>
                  <a:pt x="27121" y="798169"/>
                </a:lnTo>
                <a:lnTo>
                  <a:pt x="24486" y="800871"/>
                </a:lnTo>
                <a:close/>
              </a:path>
              <a:path w="1097915" h="1085214">
                <a:moveTo>
                  <a:pt x="55722" y="808761"/>
                </a:moveTo>
                <a:lnTo>
                  <a:pt x="16789" y="808761"/>
                </a:lnTo>
                <a:lnTo>
                  <a:pt x="24486" y="800871"/>
                </a:lnTo>
                <a:lnTo>
                  <a:pt x="55722" y="808761"/>
                </a:lnTo>
                <a:close/>
              </a:path>
              <a:path w="1097915" h="1085214">
                <a:moveTo>
                  <a:pt x="1082636" y="1078001"/>
                </a:moveTo>
                <a:lnTo>
                  <a:pt x="1079610" y="1067402"/>
                </a:lnTo>
                <a:lnTo>
                  <a:pt x="1090295" y="1070102"/>
                </a:lnTo>
                <a:lnTo>
                  <a:pt x="1082636" y="1078001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55775" y="204177"/>
            <a:ext cx="1704975" cy="1703070"/>
          </a:xfrm>
          <a:custGeom>
            <a:avLst/>
            <a:gdLst/>
            <a:ahLst/>
            <a:cxnLst/>
            <a:rect l="l" t="t" r="r" b="b"/>
            <a:pathLst>
              <a:path w="1704975" h="1703070">
                <a:moveTo>
                  <a:pt x="456120" y="1702625"/>
                </a:moveTo>
                <a:lnTo>
                  <a:pt x="0" y="0"/>
                </a:lnTo>
                <a:lnTo>
                  <a:pt x="27638" y="7289"/>
                </a:lnTo>
                <a:lnTo>
                  <a:pt x="15100" y="7289"/>
                </a:lnTo>
                <a:lnTo>
                  <a:pt x="7353" y="15074"/>
                </a:lnTo>
                <a:lnTo>
                  <a:pt x="17933" y="17865"/>
                </a:lnTo>
                <a:lnTo>
                  <a:pt x="462677" y="1678042"/>
                </a:lnTo>
                <a:lnTo>
                  <a:pt x="454901" y="1685848"/>
                </a:lnTo>
                <a:lnTo>
                  <a:pt x="465531" y="1688693"/>
                </a:lnTo>
                <a:lnTo>
                  <a:pt x="469998" y="1688693"/>
                </a:lnTo>
                <a:lnTo>
                  <a:pt x="456120" y="1702625"/>
                </a:lnTo>
                <a:close/>
              </a:path>
              <a:path w="1704975" h="1703070">
                <a:moveTo>
                  <a:pt x="17933" y="17865"/>
                </a:moveTo>
                <a:lnTo>
                  <a:pt x="7353" y="15074"/>
                </a:lnTo>
                <a:lnTo>
                  <a:pt x="15100" y="7289"/>
                </a:lnTo>
                <a:lnTo>
                  <a:pt x="17933" y="17865"/>
                </a:lnTo>
                <a:close/>
              </a:path>
              <a:path w="1704975" h="1703070">
                <a:moveTo>
                  <a:pt x="1679822" y="456207"/>
                </a:moveTo>
                <a:lnTo>
                  <a:pt x="17933" y="17865"/>
                </a:lnTo>
                <a:lnTo>
                  <a:pt x="15100" y="7289"/>
                </a:lnTo>
                <a:lnTo>
                  <a:pt x="27638" y="7289"/>
                </a:lnTo>
                <a:lnTo>
                  <a:pt x="1700044" y="448398"/>
                </a:lnTo>
                <a:lnTo>
                  <a:pt x="1687601" y="448398"/>
                </a:lnTo>
                <a:lnTo>
                  <a:pt x="1679822" y="456207"/>
                </a:lnTo>
                <a:close/>
              </a:path>
              <a:path w="1704975" h="1703070">
                <a:moveTo>
                  <a:pt x="1690471" y="459016"/>
                </a:moveTo>
                <a:lnTo>
                  <a:pt x="1679822" y="456207"/>
                </a:lnTo>
                <a:lnTo>
                  <a:pt x="1687601" y="448398"/>
                </a:lnTo>
                <a:lnTo>
                  <a:pt x="1690471" y="459016"/>
                </a:lnTo>
                <a:close/>
              </a:path>
              <a:path w="1704975" h="1703070">
                <a:moveTo>
                  <a:pt x="1694940" y="459016"/>
                </a:moveTo>
                <a:lnTo>
                  <a:pt x="1690471" y="459016"/>
                </a:lnTo>
                <a:lnTo>
                  <a:pt x="1687601" y="448398"/>
                </a:lnTo>
                <a:lnTo>
                  <a:pt x="1700044" y="448398"/>
                </a:lnTo>
                <a:lnTo>
                  <a:pt x="1704378" y="449541"/>
                </a:lnTo>
                <a:lnTo>
                  <a:pt x="1694940" y="459016"/>
                </a:lnTo>
                <a:close/>
              </a:path>
              <a:path w="1704975" h="1703070">
                <a:moveTo>
                  <a:pt x="469998" y="1688693"/>
                </a:moveTo>
                <a:lnTo>
                  <a:pt x="465531" y="1688693"/>
                </a:lnTo>
                <a:lnTo>
                  <a:pt x="462677" y="1678042"/>
                </a:lnTo>
                <a:lnTo>
                  <a:pt x="1679822" y="456207"/>
                </a:lnTo>
                <a:lnTo>
                  <a:pt x="1690471" y="459016"/>
                </a:lnTo>
                <a:lnTo>
                  <a:pt x="1694940" y="459016"/>
                </a:lnTo>
                <a:lnTo>
                  <a:pt x="469998" y="1688693"/>
                </a:lnTo>
                <a:close/>
              </a:path>
              <a:path w="1704975" h="1703070">
                <a:moveTo>
                  <a:pt x="465531" y="1688693"/>
                </a:moveTo>
                <a:lnTo>
                  <a:pt x="454901" y="1685848"/>
                </a:lnTo>
                <a:lnTo>
                  <a:pt x="462677" y="1678042"/>
                </a:lnTo>
                <a:lnTo>
                  <a:pt x="465531" y="1688693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460990" y="4259198"/>
            <a:ext cx="1703705" cy="1703705"/>
          </a:xfrm>
          <a:custGeom>
            <a:avLst/>
            <a:gdLst/>
            <a:ahLst/>
            <a:cxnLst/>
            <a:rect l="l" t="t" r="r" b="b"/>
            <a:pathLst>
              <a:path w="1703704" h="1703704">
                <a:moveTo>
                  <a:pt x="452818" y="1703501"/>
                </a:moveTo>
                <a:lnTo>
                  <a:pt x="0" y="0"/>
                </a:lnTo>
                <a:lnTo>
                  <a:pt x="27566" y="7327"/>
                </a:lnTo>
                <a:lnTo>
                  <a:pt x="15074" y="7327"/>
                </a:lnTo>
                <a:lnTo>
                  <a:pt x="7315" y="15087"/>
                </a:lnTo>
                <a:lnTo>
                  <a:pt x="17884" y="17897"/>
                </a:lnTo>
                <a:lnTo>
                  <a:pt x="459432" y="1678930"/>
                </a:lnTo>
                <a:lnTo>
                  <a:pt x="451637" y="1686725"/>
                </a:lnTo>
                <a:lnTo>
                  <a:pt x="462267" y="1689595"/>
                </a:lnTo>
                <a:lnTo>
                  <a:pt x="466725" y="1689595"/>
                </a:lnTo>
                <a:lnTo>
                  <a:pt x="452818" y="1703501"/>
                </a:lnTo>
                <a:close/>
              </a:path>
              <a:path w="1703704" h="1703704">
                <a:moveTo>
                  <a:pt x="17884" y="17897"/>
                </a:moveTo>
                <a:lnTo>
                  <a:pt x="7315" y="15087"/>
                </a:lnTo>
                <a:lnTo>
                  <a:pt x="15074" y="7327"/>
                </a:lnTo>
                <a:lnTo>
                  <a:pt x="17884" y="17897"/>
                </a:lnTo>
                <a:close/>
              </a:path>
              <a:path w="1703704" h="1703704">
                <a:moveTo>
                  <a:pt x="1678927" y="459447"/>
                </a:moveTo>
                <a:lnTo>
                  <a:pt x="17884" y="17897"/>
                </a:lnTo>
                <a:lnTo>
                  <a:pt x="15074" y="7327"/>
                </a:lnTo>
                <a:lnTo>
                  <a:pt x="27566" y="7327"/>
                </a:lnTo>
                <a:lnTo>
                  <a:pt x="1699045" y="451650"/>
                </a:lnTo>
                <a:lnTo>
                  <a:pt x="1686725" y="451650"/>
                </a:lnTo>
                <a:lnTo>
                  <a:pt x="1678927" y="459447"/>
                </a:lnTo>
                <a:close/>
              </a:path>
              <a:path w="1703704" h="1703704">
                <a:moveTo>
                  <a:pt x="1689582" y="462279"/>
                </a:moveTo>
                <a:lnTo>
                  <a:pt x="1678927" y="459447"/>
                </a:lnTo>
                <a:lnTo>
                  <a:pt x="1686725" y="451650"/>
                </a:lnTo>
                <a:lnTo>
                  <a:pt x="1689582" y="462279"/>
                </a:lnTo>
                <a:close/>
              </a:path>
              <a:path w="1703704" h="1703704">
                <a:moveTo>
                  <a:pt x="1694040" y="462279"/>
                </a:moveTo>
                <a:lnTo>
                  <a:pt x="1689582" y="462279"/>
                </a:lnTo>
                <a:lnTo>
                  <a:pt x="1686725" y="451650"/>
                </a:lnTo>
                <a:lnTo>
                  <a:pt x="1699045" y="451650"/>
                </a:lnTo>
                <a:lnTo>
                  <a:pt x="1703489" y="452831"/>
                </a:lnTo>
                <a:lnTo>
                  <a:pt x="1694040" y="462279"/>
                </a:lnTo>
                <a:close/>
              </a:path>
              <a:path w="1703704" h="1703704">
                <a:moveTo>
                  <a:pt x="466725" y="1689595"/>
                </a:moveTo>
                <a:lnTo>
                  <a:pt x="462267" y="1689595"/>
                </a:lnTo>
                <a:lnTo>
                  <a:pt x="459432" y="1678930"/>
                </a:lnTo>
                <a:lnTo>
                  <a:pt x="1678927" y="459447"/>
                </a:lnTo>
                <a:lnTo>
                  <a:pt x="1689582" y="462279"/>
                </a:lnTo>
                <a:lnTo>
                  <a:pt x="1694040" y="462279"/>
                </a:lnTo>
                <a:lnTo>
                  <a:pt x="466725" y="1689595"/>
                </a:lnTo>
                <a:close/>
              </a:path>
              <a:path w="1703704" h="1703704">
                <a:moveTo>
                  <a:pt x="462267" y="1689595"/>
                </a:moveTo>
                <a:lnTo>
                  <a:pt x="451637" y="1686725"/>
                </a:lnTo>
                <a:lnTo>
                  <a:pt x="459432" y="1678930"/>
                </a:lnTo>
                <a:lnTo>
                  <a:pt x="462267" y="1689595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038649" y="5771337"/>
            <a:ext cx="965200" cy="961390"/>
          </a:xfrm>
          <a:custGeom>
            <a:avLst/>
            <a:gdLst/>
            <a:ahLst/>
            <a:cxnLst/>
            <a:rect l="l" t="t" r="r" b="b"/>
            <a:pathLst>
              <a:path w="965200" h="961390">
                <a:moveTo>
                  <a:pt x="964603" y="960780"/>
                </a:moveTo>
                <a:lnTo>
                  <a:pt x="0" y="702322"/>
                </a:lnTo>
                <a:lnTo>
                  <a:pt x="705116" y="0"/>
                </a:lnTo>
                <a:lnTo>
                  <a:pt x="708865" y="13881"/>
                </a:lnTo>
                <a:lnTo>
                  <a:pt x="695706" y="13881"/>
                </a:lnTo>
                <a:lnTo>
                  <a:pt x="698562" y="24456"/>
                </a:lnTo>
                <a:lnTo>
                  <a:pt x="27461" y="692899"/>
                </a:lnTo>
                <a:lnTo>
                  <a:pt x="13931" y="692899"/>
                </a:lnTo>
                <a:lnTo>
                  <a:pt x="16776" y="703541"/>
                </a:lnTo>
                <a:lnTo>
                  <a:pt x="53649" y="703541"/>
                </a:lnTo>
                <a:lnTo>
                  <a:pt x="946591" y="942814"/>
                </a:lnTo>
                <a:lnTo>
                  <a:pt x="949464" y="953452"/>
                </a:lnTo>
                <a:lnTo>
                  <a:pt x="962623" y="953452"/>
                </a:lnTo>
                <a:lnTo>
                  <a:pt x="964603" y="960780"/>
                </a:lnTo>
                <a:close/>
              </a:path>
              <a:path w="965200" h="961390">
                <a:moveTo>
                  <a:pt x="698562" y="24456"/>
                </a:moveTo>
                <a:lnTo>
                  <a:pt x="695706" y="13881"/>
                </a:lnTo>
                <a:lnTo>
                  <a:pt x="706323" y="16725"/>
                </a:lnTo>
                <a:lnTo>
                  <a:pt x="698562" y="24456"/>
                </a:lnTo>
                <a:close/>
              </a:path>
              <a:path w="965200" h="961390">
                <a:moveTo>
                  <a:pt x="962623" y="953452"/>
                </a:moveTo>
                <a:lnTo>
                  <a:pt x="949464" y="953452"/>
                </a:lnTo>
                <a:lnTo>
                  <a:pt x="957237" y="945667"/>
                </a:lnTo>
                <a:lnTo>
                  <a:pt x="946591" y="942814"/>
                </a:lnTo>
                <a:lnTo>
                  <a:pt x="698562" y="24456"/>
                </a:lnTo>
                <a:lnTo>
                  <a:pt x="706323" y="16725"/>
                </a:lnTo>
                <a:lnTo>
                  <a:pt x="695706" y="13881"/>
                </a:lnTo>
                <a:lnTo>
                  <a:pt x="708865" y="13881"/>
                </a:lnTo>
                <a:lnTo>
                  <a:pt x="962623" y="953452"/>
                </a:lnTo>
                <a:close/>
              </a:path>
              <a:path w="965200" h="961390">
                <a:moveTo>
                  <a:pt x="16776" y="703541"/>
                </a:moveTo>
                <a:lnTo>
                  <a:pt x="13931" y="692899"/>
                </a:lnTo>
                <a:lnTo>
                  <a:pt x="24593" y="695756"/>
                </a:lnTo>
                <a:lnTo>
                  <a:pt x="16776" y="703541"/>
                </a:lnTo>
                <a:close/>
              </a:path>
              <a:path w="965200" h="961390">
                <a:moveTo>
                  <a:pt x="24593" y="695756"/>
                </a:moveTo>
                <a:lnTo>
                  <a:pt x="13931" y="692899"/>
                </a:lnTo>
                <a:lnTo>
                  <a:pt x="27461" y="692899"/>
                </a:lnTo>
                <a:lnTo>
                  <a:pt x="24593" y="695756"/>
                </a:lnTo>
                <a:close/>
              </a:path>
              <a:path w="965200" h="961390">
                <a:moveTo>
                  <a:pt x="53649" y="703541"/>
                </a:moveTo>
                <a:lnTo>
                  <a:pt x="16776" y="703541"/>
                </a:lnTo>
                <a:lnTo>
                  <a:pt x="24593" y="695756"/>
                </a:lnTo>
                <a:lnTo>
                  <a:pt x="53649" y="703541"/>
                </a:lnTo>
                <a:close/>
              </a:path>
              <a:path w="965200" h="961390">
                <a:moveTo>
                  <a:pt x="949464" y="953452"/>
                </a:moveTo>
                <a:lnTo>
                  <a:pt x="946591" y="942814"/>
                </a:lnTo>
                <a:lnTo>
                  <a:pt x="957237" y="945667"/>
                </a:lnTo>
                <a:lnTo>
                  <a:pt x="949464" y="953452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2022-02-15T06:54:41Z</dcterms:created>
  <dcterms:modified xsi:type="dcterms:W3CDTF">2022-02-15T06:54:41Z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2021-04-20T00:00:00Z</vt:filetime>
  </property>
  <property fmtid="{D5CDD505-2E9C-101B-9397-08002B2CF9AE}" pid="3" name="Creator">
    <vt:lpwstr>WPS 演示</vt:lpwstr>
  </property>
  <property fmtid="{D5CDD505-2E9C-101B-9397-08002B2CF9AE}" pid="4" name="LastSaved">
    <vt:filetime>2022-02-15T00:00:00Z</vt:filetime>
  </property>
</Properties>
</file>